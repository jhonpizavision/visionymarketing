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332" r:id="rId5"/>
    <p:sldId id="333" r:id="rId6"/>
    <p:sldId id="334" r:id="rId7"/>
    <p:sldId id="354" r:id="rId8"/>
    <p:sldId id="379" r:id="rId9"/>
    <p:sldId id="442" r:id="rId10"/>
    <p:sldId id="445" r:id="rId11"/>
    <p:sldId id="389" r:id="rId12"/>
    <p:sldId id="331" r:id="rId13"/>
    <p:sldId id="276" r:id="rId14"/>
    <p:sldId id="257" r:id="rId15"/>
    <p:sldId id="378" r:id="rId16"/>
    <p:sldId id="398" r:id="rId17"/>
    <p:sldId id="438" r:id="rId18"/>
    <p:sldId id="419" r:id="rId19"/>
    <p:sldId id="440" r:id="rId20"/>
    <p:sldId id="443" r:id="rId21"/>
    <p:sldId id="444" r:id="rId22"/>
    <p:sldId id="330" r:id="rId2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forme Auditoria" id="{A25F183A-8BA2-49AA-B54A-A2BC4D92F211}">
          <p14:sldIdLst>
            <p14:sldId id="332"/>
            <p14:sldId id="333"/>
            <p14:sldId id="334"/>
            <p14:sldId id="354"/>
            <p14:sldId id="379"/>
            <p14:sldId id="442"/>
            <p14:sldId id="445"/>
            <p14:sldId id="389"/>
          </p14:sldIdLst>
        </p14:section>
        <p14:section name="Informe Impulso" id="{E8B82DF3-41FF-4FB9-AD16-3D52B042A577}">
          <p14:sldIdLst>
            <p14:sldId id="331"/>
            <p14:sldId id="276"/>
            <p14:sldId id="257"/>
            <p14:sldId id="378"/>
            <p14:sldId id="398"/>
            <p14:sldId id="438"/>
            <p14:sldId id="419"/>
            <p14:sldId id="440"/>
            <p14:sldId id="443"/>
            <p14:sldId id="444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1C24"/>
    <a:srgbClr val="AA050B"/>
    <a:srgbClr val="F7A720"/>
    <a:srgbClr val="6717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19398-6009-443D-A02E-61EA6DC2144C}" v="10" dt="2026-05-11T23:27:34.7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a Buitrago Buitrago" userId="0ce4d9aa-8e9a-49aa-b0f2-d17a32a3775a" providerId="ADAL" clId="{DE868590-9F2C-4B03-9C62-B181C19ADC6C}"/>
    <pc:docChg chg="undo custSel addSld delSld modSld modSection">
      <pc:chgData name="Camila Buitrago Buitrago" userId="0ce4d9aa-8e9a-49aa-b0f2-d17a32a3775a" providerId="ADAL" clId="{DE868590-9F2C-4B03-9C62-B181C19ADC6C}" dt="2026-05-11T23:32:45.349" v="4218" actId="20577"/>
      <pc:docMkLst>
        <pc:docMk/>
      </pc:docMkLst>
      <pc:sldChg chg="addSp delSp modSp mod">
        <pc:chgData name="Camila Buitrago Buitrago" userId="0ce4d9aa-8e9a-49aa-b0f2-d17a32a3775a" providerId="ADAL" clId="{DE868590-9F2C-4B03-9C62-B181C19ADC6C}" dt="2026-05-11T23:26:26.345" v="4195" actId="1076"/>
        <pc:sldMkLst>
          <pc:docMk/>
          <pc:sldMk cId="342973568" sldId="257"/>
        </pc:sldMkLst>
        <pc:spChg chg="add mod">
          <ac:chgData name="Camila Buitrago Buitrago" userId="0ce4d9aa-8e9a-49aa-b0f2-d17a32a3775a" providerId="ADAL" clId="{DE868590-9F2C-4B03-9C62-B181C19ADC6C}" dt="2026-05-03T03:34:43.711" v="102"/>
          <ac:spMkLst>
            <pc:docMk/>
            <pc:sldMk cId="342973568" sldId="257"/>
            <ac:spMk id="2" creationId="{A568F266-4E5A-02A8-42F4-563BF46A45D0}"/>
          </ac:spMkLst>
        </pc:spChg>
        <pc:spChg chg="mod">
          <ac:chgData name="Camila Buitrago Buitrago" userId="0ce4d9aa-8e9a-49aa-b0f2-d17a32a3775a" providerId="ADAL" clId="{DE868590-9F2C-4B03-9C62-B181C19ADC6C}" dt="2026-05-11T23:09:11.400" v="3994" actId="20577"/>
          <ac:spMkLst>
            <pc:docMk/>
            <pc:sldMk cId="342973568" sldId="257"/>
            <ac:spMk id="3" creationId="{5517A915-85AE-5FA2-8B73-8C6D4927CC78}"/>
          </ac:spMkLst>
        </pc:spChg>
        <pc:spChg chg="add mod">
          <ac:chgData name="Camila Buitrago Buitrago" userId="0ce4d9aa-8e9a-49aa-b0f2-d17a32a3775a" providerId="ADAL" clId="{DE868590-9F2C-4B03-9C62-B181C19ADC6C}" dt="2026-05-11T23:09:03.661" v="3992" actId="20577"/>
          <ac:spMkLst>
            <pc:docMk/>
            <pc:sldMk cId="342973568" sldId="257"/>
            <ac:spMk id="5" creationId="{A1296894-E928-DBEF-B258-D6E02AA03E37}"/>
          </ac:spMkLst>
        </pc:spChg>
        <pc:spChg chg="add mod">
          <ac:chgData name="Camila Buitrago Buitrago" userId="0ce4d9aa-8e9a-49aa-b0f2-d17a32a3775a" providerId="ADAL" clId="{DE868590-9F2C-4B03-9C62-B181C19ADC6C}" dt="2026-05-03T03:34:43.711" v="102"/>
          <ac:spMkLst>
            <pc:docMk/>
            <pc:sldMk cId="342973568" sldId="257"/>
            <ac:spMk id="6" creationId="{53F5D50B-9597-D73D-43D4-B892F015D54F}"/>
          </ac:spMkLst>
        </pc:spChg>
        <pc:spChg chg="mod">
          <ac:chgData name="Camila Buitrago Buitrago" userId="0ce4d9aa-8e9a-49aa-b0f2-d17a32a3775a" providerId="ADAL" clId="{DE868590-9F2C-4B03-9C62-B181C19ADC6C}" dt="2026-05-03T03:35:00.040" v="117" actId="20577"/>
          <ac:spMkLst>
            <pc:docMk/>
            <pc:sldMk cId="342973568" sldId="257"/>
            <ac:spMk id="7" creationId="{514FA1C8-16CE-F1F1-0F72-53231C1F0B27}"/>
          </ac:spMkLst>
        </pc:spChg>
        <pc:spChg chg="mod">
          <ac:chgData name="Camila Buitrago Buitrago" userId="0ce4d9aa-8e9a-49aa-b0f2-d17a32a3775a" providerId="ADAL" clId="{DE868590-9F2C-4B03-9C62-B181C19ADC6C}" dt="2026-05-03T03:34:47.590" v="103" actId="1076"/>
          <ac:spMkLst>
            <pc:docMk/>
            <pc:sldMk cId="342973568" sldId="257"/>
            <ac:spMk id="8" creationId="{E148BC7B-FA01-522B-AFFE-4B9D33C4532B}"/>
          </ac:spMkLst>
        </pc:spChg>
        <pc:spChg chg="add mod">
          <ac:chgData name="Camila Buitrago Buitrago" userId="0ce4d9aa-8e9a-49aa-b0f2-d17a32a3775a" providerId="ADAL" clId="{DE868590-9F2C-4B03-9C62-B181C19ADC6C}" dt="2026-05-03T03:34:43.711" v="102"/>
          <ac:spMkLst>
            <pc:docMk/>
            <pc:sldMk cId="342973568" sldId="257"/>
            <ac:spMk id="9" creationId="{AECC881B-F425-34BB-54C2-E28C471325E2}"/>
          </ac:spMkLst>
        </pc:spChg>
        <pc:spChg chg="add mod">
          <ac:chgData name="Camila Buitrago Buitrago" userId="0ce4d9aa-8e9a-49aa-b0f2-d17a32a3775a" providerId="ADAL" clId="{DE868590-9F2C-4B03-9C62-B181C19ADC6C}" dt="2026-05-05T21:02:19.910" v="3689" actId="20577"/>
          <ac:spMkLst>
            <pc:docMk/>
            <pc:sldMk cId="342973568" sldId="257"/>
            <ac:spMk id="12" creationId="{DFC6C1A4-BF2B-CC74-AA44-0CDE3CEB7EF6}"/>
          </ac:spMkLst>
        </pc:spChg>
        <pc:picChg chg="add mod">
          <ac:chgData name="Camila Buitrago Buitrago" userId="0ce4d9aa-8e9a-49aa-b0f2-d17a32a3775a" providerId="ADAL" clId="{DE868590-9F2C-4B03-9C62-B181C19ADC6C}" dt="2026-05-03T03:34:51.141" v="105" actId="1076"/>
          <ac:picMkLst>
            <pc:docMk/>
            <pc:sldMk cId="342973568" sldId="257"/>
            <ac:picMk id="10" creationId="{C1EE0FDC-0D20-855A-619F-D8E764BB124E}"/>
          </ac:picMkLst>
        </pc:picChg>
        <pc:picChg chg="add mod">
          <ac:chgData name="Camila Buitrago Buitrago" userId="0ce4d9aa-8e9a-49aa-b0f2-d17a32a3775a" providerId="ADAL" clId="{DE868590-9F2C-4B03-9C62-B181C19ADC6C}" dt="2026-05-05T21:07:54.816" v="3691" actId="1076"/>
          <ac:picMkLst>
            <pc:docMk/>
            <pc:sldMk cId="342973568" sldId="257"/>
            <ac:picMk id="14" creationId="{2AC9FAB2-E8D2-B273-CB22-2ED5A79DF128}"/>
          </ac:picMkLst>
        </pc:picChg>
        <pc:picChg chg="add del mod">
          <ac:chgData name="Camila Buitrago Buitrago" userId="0ce4d9aa-8e9a-49aa-b0f2-d17a32a3775a" providerId="ADAL" clId="{DE868590-9F2C-4B03-9C62-B181C19ADC6C}" dt="2026-05-11T23:08:56.777" v="3988" actId="478"/>
          <ac:picMkLst>
            <pc:docMk/>
            <pc:sldMk cId="342973568" sldId="257"/>
            <ac:picMk id="15" creationId="{443E8D4C-FB2D-2FCA-DC66-BDA9E7D48963}"/>
          </ac:picMkLst>
        </pc:picChg>
        <pc:picChg chg="add del mod">
          <ac:chgData name="Camila Buitrago Buitrago" userId="0ce4d9aa-8e9a-49aa-b0f2-d17a32a3775a" providerId="ADAL" clId="{DE868590-9F2C-4B03-9C62-B181C19ADC6C}" dt="2026-05-11T23:26:21.073" v="4193" actId="478"/>
          <ac:picMkLst>
            <pc:docMk/>
            <pc:sldMk cId="342973568" sldId="257"/>
            <ac:picMk id="16" creationId="{1886A401-F0FE-0A38-FF0C-475BA5B93164}"/>
          </ac:picMkLst>
        </pc:picChg>
        <pc:picChg chg="add mod">
          <ac:chgData name="Camila Buitrago Buitrago" userId="0ce4d9aa-8e9a-49aa-b0f2-d17a32a3775a" providerId="ADAL" clId="{DE868590-9F2C-4B03-9C62-B181C19ADC6C}" dt="2026-05-11T23:26:26.345" v="4195" actId="1076"/>
          <ac:picMkLst>
            <pc:docMk/>
            <pc:sldMk cId="342973568" sldId="257"/>
            <ac:picMk id="18" creationId="{533BBD44-D418-A72A-CCFE-9A27C206F04F}"/>
          </ac:picMkLst>
        </pc:picChg>
      </pc:sldChg>
      <pc:sldChg chg="addSp delSp modSp mod">
        <pc:chgData name="Camila Buitrago Buitrago" userId="0ce4d9aa-8e9a-49aa-b0f2-d17a32a3775a" providerId="ADAL" clId="{DE868590-9F2C-4B03-9C62-B181C19ADC6C}" dt="2026-05-03T03:32:23.076" v="98" actId="20577"/>
        <pc:sldMkLst>
          <pc:docMk/>
          <pc:sldMk cId="1408814012" sldId="276"/>
        </pc:sldMkLst>
        <pc:spChg chg="mod">
          <ac:chgData name="Camila Buitrago Buitrago" userId="0ce4d9aa-8e9a-49aa-b0f2-d17a32a3775a" providerId="ADAL" clId="{DE868590-9F2C-4B03-9C62-B181C19ADC6C}" dt="2026-05-03T03:32:05.286" v="61" actId="20577"/>
          <ac:spMkLst>
            <pc:docMk/>
            <pc:sldMk cId="1408814012" sldId="276"/>
            <ac:spMk id="3" creationId="{9D2E08F5-B510-FE06-B41E-4FB7DF273523}"/>
          </ac:spMkLst>
        </pc:spChg>
        <pc:spChg chg="mod">
          <ac:chgData name="Camila Buitrago Buitrago" userId="0ce4d9aa-8e9a-49aa-b0f2-d17a32a3775a" providerId="ADAL" clId="{DE868590-9F2C-4B03-9C62-B181C19ADC6C}" dt="2026-05-03T03:31:10.424" v="37" actId="20577"/>
          <ac:spMkLst>
            <pc:docMk/>
            <pc:sldMk cId="1408814012" sldId="276"/>
            <ac:spMk id="9" creationId="{EE239DFB-2386-4AB7-F74B-4DD809211AF4}"/>
          </ac:spMkLst>
        </pc:spChg>
        <pc:spChg chg="add mod">
          <ac:chgData name="Camila Buitrago Buitrago" userId="0ce4d9aa-8e9a-49aa-b0f2-d17a32a3775a" providerId="ADAL" clId="{DE868590-9F2C-4B03-9C62-B181C19ADC6C}" dt="2026-05-03T03:32:16.837" v="88" actId="20577"/>
          <ac:spMkLst>
            <pc:docMk/>
            <pc:sldMk cId="1408814012" sldId="276"/>
            <ac:spMk id="10" creationId="{534B949C-24C9-B59B-7580-7636EB5B2836}"/>
          </ac:spMkLst>
        </pc:spChg>
        <pc:spChg chg="mod">
          <ac:chgData name="Camila Buitrago Buitrago" userId="0ce4d9aa-8e9a-49aa-b0f2-d17a32a3775a" providerId="ADAL" clId="{DE868590-9F2C-4B03-9C62-B181C19ADC6C}" dt="2026-05-03T03:32:10.886" v="73" actId="20577"/>
          <ac:spMkLst>
            <pc:docMk/>
            <pc:sldMk cId="1408814012" sldId="276"/>
            <ac:spMk id="12" creationId="{2831277D-D2C9-EB04-036B-06276EE82E92}"/>
          </ac:spMkLst>
        </pc:spChg>
        <pc:spChg chg="mod">
          <ac:chgData name="Camila Buitrago Buitrago" userId="0ce4d9aa-8e9a-49aa-b0f2-d17a32a3775a" providerId="ADAL" clId="{DE868590-9F2C-4B03-9C62-B181C19ADC6C}" dt="2026-05-03T03:30:53.342" v="33" actId="1076"/>
          <ac:spMkLst>
            <pc:docMk/>
            <pc:sldMk cId="1408814012" sldId="276"/>
            <ac:spMk id="15" creationId="{155A1899-F51E-9451-B8A7-0A68A2BA8466}"/>
          </ac:spMkLst>
        </pc:spChg>
        <pc:spChg chg="mod">
          <ac:chgData name="Camila Buitrago Buitrago" userId="0ce4d9aa-8e9a-49aa-b0f2-d17a32a3775a" providerId="ADAL" clId="{DE868590-9F2C-4B03-9C62-B181C19ADC6C}" dt="2026-05-03T03:32:23.076" v="98" actId="20577"/>
          <ac:spMkLst>
            <pc:docMk/>
            <pc:sldMk cId="1408814012" sldId="276"/>
            <ac:spMk id="26" creationId="{1D4B4EC2-2B82-9176-5626-2B64202C2BEA}"/>
          </ac:spMkLst>
        </pc:spChg>
        <pc:picChg chg="add mod">
          <ac:chgData name="Camila Buitrago Buitrago" userId="0ce4d9aa-8e9a-49aa-b0f2-d17a32a3775a" providerId="ADAL" clId="{DE868590-9F2C-4B03-9C62-B181C19ADC6C}" dt="2026-05-03T03:30:48.984" v="32" actId="1076"/>
          <ac:picMkLst>
            <pc:docMk/>
            <pc:sldMk cId="1408814012" sldId="276"/>
            <ac:picMk id="7" creationId="{B9C9D0CF-5365-4935-68E8-80C317697183}"/>
          </ac:picMkLst>
        </pc:picChg>
        <pc:picChg chg="add mod">
          <ac:chgData name="Camila Buitrago Buitrago" userId="0ce4d9aa-8e9a-49aa-b0f2-d17a32a3775a" providerId="ADAL" clId="{DE868590-9F2C-4B03-9C62-B181C19ADC6C}" dt="2026-05-03T03:31:26.903" v="45" actId="1076"/>
          <ac:picMkLst>
            <pc:docMk/>
            <pc:sldMk cId="1408814012" sldId="276"/>
            <ac:picMk id="13" creationId="{57A414BA-12CA-4FDC-E578-0890ABF8C288}"/>
          </ac:picMkLst>
        </pc:picChg>
      </pc:sldChg>
      <pc:sldChg chg="modSp mod">
        <pc:chgData name="Camila Buitrago Buitrago" userId="0ce4d9aa-8e9a-49aa-b0f2-d17a32a3775a" providerId="ADAL" clId="{DE868590-9F2C-4B03-9C62-B181C19ADC6C}" dt="2026-05-03T05:28:27.968" v="3053" actId="20577"/>
        <pc:sldMkLst>
          <pc:docMk/>
          <pc:sldMk cId="1823940296" sldId="330"/>
        </pc:sldMkLst>
        <pc:spChg chg="mod">
          <ac:chgData name="Camila Buitrago Buitrago" userId="0ce4d9aa-8e9a-49aa-b0f2-d17a32a3775a" providerId="ADAL" clId="{DE868590-9F2C-4B03-9C62-B181C19ADC6C}" dt="2026-05-03T05:28:27.968" v="3053" actId="20577"/>
          <ac:spMkLst>
            <pc:docMk/>
            <pc:sldMk cId="1823940296" sldId="330"/>
            <ac:spMk id="7" creationId="{3C6363B1-09DA-100B-8CBE-639B6623CA69}"/>
          </ac:spMkLst>
        </pc:spChg>
      </pc:sldChg>
      <pc:sldChg chg="modSp mod">
        <pc:chgData name="Camila Buitrago Buitrago" userId="0ce4d9aa-8e9a-49aa-b0f2-d17a32a3775a" providerId="ADAL" clId="{DE868590-9F2C-4B03-9C62-B181C19ADC6C}" dt="2026-05-03T05:28:51.954" v="3064" actId="20577"/>
        <pc:sldMkLst>
          <pc:docMk/>
          <pc:sldMk cId="1254772405" sldId="331"/>
        </pc:sldMkLst>
        <pc:spChg chg="mod">
          <ac:chgData name="Camila Buitrago Buitrago" userId="0ce4d9aa-8e9a-49aa-b0f2-d17a32a3775a" providerId="ADAL" clId="{DE868590-9F2C-4B03-9C62-B181C19ADC6C}" dt="2026-05-03T05:28:51.954" v="3064" actId="20577"/>
          <ac:spMkLst>
            <pc:docMk/>
            <pc:sldMk cId="1254772405" sldId="331"/>
            <ac:spMk id="16" creationId="{CAD1F5A1-A45B-7474-6EF8-7CEEC5771C78}"/>
          </ac:spMkLst>
        </pc:spChg>
      </pc:sldChg>
      <pc:sldChg chg="modSp mod">
        <pc:chgData name="Camila Buitrago Buitrago" userId="0ce4d9aa-8e9a-49aa-b0f2-d17a32a3775a" providerId="ADAL" clId="{DE868590-9F2C-4B03-9C62-B181C19ADC6C}" dt="2026-05-11T23:32:45.349" v="4218" actId="20577"/>
        <pc:sldMkLst>
          <pc:docMk/>
          <pc:sldMk cId="1081019199" sldId="333"/>
        </pc:sldMkLst>
        <pc:spChg chg="mod">
          <ac:chgData name="Camila Buitrago Buitrago" userId="0ce4d9aa-8e9a-49aa-b0f2-d17a32a3775a" providerId="ADAL" clId="{DE868590-9F2C-4B03-9C62-B181C19ADC6C}" dt="2026-05-11T23:32:45.349" v="4218" actId="20577"/>
          <ac:spMkLst>
            <pc:docMk/>
            <pc:sldMk cId="1081019199" sldId="333"/>
            <ac:spMk id="8" creationId="{3E7339F9-75FA-3788-907E-F9E8AD0C0471}"/>
          </ac:spMkLst>
        </pc:spChg>
        <pc:spChg chg="mod">
          <ac:chgData name="Camila Buitrago Buitrago" userId="0ce4d9aa-8e9a-49aa-b0f2-d17a32a3775a" providerId="ADAL" clId="{DE868590-9F2C-4B03-9C62-B181C19ADC6C}" dt="2026-05-03T05:33:59.306" v="3099" actId="20577"/>
          <ac:spMkLst>
            <pc:docMk/>
            <pc:sldMk cId="1081019199" sldId="333"/>
            <ac:spMk id="15" creationId="{155A1899-F51E-9451-B8A7-0A68A2BA8466}"/>
          </ac:spMkLst>
        </pc:spChg>
      </pc:sldChg>
      <pc:sldChg chg="addSp delSp modSp mod">
        <pc:chgData name="Camila Buitrago Buitrago" userId="0ce4d9aa-8e9a-49aa-b0f2-d17a32a3775a" providerId="ADAL" clId="{DE868590-9F2C-4B03-9C62-B181C19ADC6C}" dt="2026-05-11T22:45:03.498" v="3916" actId="1076"/>
        <pc:sldMkLst>
          <pc:docMk/>
          <pc:sldMk cId="3879780745" sldId="334"/>
        </pc:sldMkLst>
        <pc:spChg chg="mod">
          <ac:chgData name="Camila Buitrago Buitrago" userId="0ce4d9aa-8e9a-49aa-b0f2-d17a32a3775a" providerId="ADAL" clId="{DE868590-9F2C-4B03-9C62-B181C19ADC6C}" dt="2026-05-11T22:44:31.688" v="3913" actId="20577"/>
          <ac:spMkLst>
            <pc:docMk/>
            <pc:sldMk cId="3879780745" sldId="334"/>
            <ac:spMk id="3" creationId="{5517A915-85AE-5FA2-8B73-8C6D4927CC78}"/>
          </ac:spMkLst>
        </pc:spChg>
        <pc:spChg chg="mod">
          <ac:chgData name="Camila Buitrago Buitrago" userId="0ce4d9aa-8e9a-49aa-b0f2-d17a32a3775a" providerId="ADAL" clId="{DE868590-9F2C-4B03-9C62-B181C19ADC6C}" dt="2026-05-11T22:43:12.898" v="3911" actId="20577"/>
          <ac:spMkLst>
            <pc:docMk/>
            <pc:sldMk cId="3879780745" sldId="334"/>
            <ac:spMk id="23" creationId="{1C7F55D6-A264-B727-E600-FAE8E859ADEB}"/>
          </ac:spMkLst>
        </pc:spChg>
        <pc:picChg chg="add mod">
          <ac:chgData name="Camila Buitrago Buitrago" userId="0ce4d9aa-8e9a-49aa-b0f2-d17a32a3775a" providerId="ADAL" clId="{DE868590-9F2C-4B03-9C62-B181C19ADC6C}" dt="2026-05-11T22:45:03.498" v="3916" actId="1076"/>
          <ac:picMkLst>
            <pc:docMk/>
            <pc:sldMk cId="3879780745" sldId="334"/>
            <ac:picMk id="5" creationId="{E4B5EFDF-7EF2-D663-6412-09EF6242A93C}"/>
          </ac:picMkLst>
        </pc:picChg>
        <pc:picChg chg="add del mod">
          <ac:chgData name="Camila Buitrago Buitrago" userId="0ce4d9aa-8e9a-49aa-b0f2-d17a32a3775a" providerId="ADAL" clId="{DE868590-9F2C-4B03-9C62-B181C19ADC6C}" dt="2026-05-11T22:44:37.452" v="3914" actId="478"/>
          <ac:picMkLst>
            <pc:docMk/>
            <pc:sldMk cId="3879780745" sldId="334"/>
            <ac:picMk id="12" creationId="{25CC716F-C0B3-E083-1AB6-66528B48808E}"/>
          </ac:picMkLst>
        </pc:picChg>
        <pc:picChg chg="add mod">
          <ac:chgData name="Camila Buitrago Buitrago" userId="0ce4d9aa-8e9a-49aa-b0f2-d17a32a3775a" providerId="ADAL" clId="{DE868590-9F2C-4B03-9C62-B181C19ADC6C}" dt="2026-05-05T20:43:06.017" v="3494" actId="1076"/>
          <ac:picMkLst>
            <pc:docMk/>
            <pc:sldMk cId="3879780745" sldId="334"/>
            <ac:picMk id="16" creationId="{27D70C84-5435-A1DA-EE2B-56D05274EBDA}"/>
          </ac:picMkLst>
        </pc:picChg>
      </pc:sldChg>
      <pc:sldChg chg="addSp delSp modSp mod">
        <pc:chgData name="Camila Buitrago Buitrago" userId="0ce4d9aa-8e9a-49aa-b0f2-d17a32a3775a" providerId="ADAL" clId="{DE868590-9F2C-4B03-9C62-B181C19ADC6C}" dt="2026-05-11T22:55:03.555" v="3938" actId="1076"/>
        <pc:sldMkLst>
          <pc:docMk/>
          <pc:sldMk cId="3244617191" sldId="354"/>
        </pc:sldMkLst>
        <pc:spChg chg="mod">
          <ac:chgData name="Camila Buitrago Buitrago" userId="0ce4d9aa-8e9a-49aa-b0f2-d17a32a3775a" providerId="ADAL" clId="{DE868590-9F2C-4B03-9C62-B181C19ADC6C}" dt="2026-05-11T22:55:00" v="3937" actId="20577"/>
          <ac:spMkLst>
            <pc:docMk/>
            <pc:sldMk cId="3244617191" sldId="354"/>
            <ac:spMk id="6" creationId="{1B33E685-CB0A-3924-CB71-EF4AB275B73D}"/>
          </ac:spMkLst>
        </pc:spChg>
        <pc:spChg chg="mod">
          <ac:chgData name="Camila Buitrago Buitrago" userId="0ce4d9aa-8e9a-49aa-b0f2-d17a32a3775a" providerId="ADAL" clId="{DE868590-9F2C-4B03-9C62-B181C19ADC6C}" dt="2026-05-03T05:34:09.652" v="3109" actId="20577"/>
          <ac:spMkLst>
            <pc:docMk/>
            <pc:sldMk cId="3244617191" sldId="354"/>
            <ac:spMk id="12" creationId="{A56C0D7C-16C6-2D3B-B087-A36CC226F911}"/>
          </ac:spMkLst>
        </pc:spChg>
        <pc:spChg chg="mod">
          <ac:chgData name="Camila Buitrago Buitrago" userId="0ce4d9aa-8e9a-49aa-b0f2-d17a32a3775a" providerId="ADAL" clId="{DE868590-9F2C-4B03-9C62-B181C19ADC6C}" dt="2026-05-05T20:45:29.896" v="3517" actId="20577"/>
          <ac:spMkLst>
            <pc:docMk/>
            <pc:sldMk cId="3244617191" sldId="354"/>
            <ac:spMk id="19" creationId="{DC45A2B3-CBE7-6AF2-715B-B91866D1BE66}"/>
          </ac:spMkLst>
        </pc:spChg>
        <pc:spChg chg="add mod">
          <ac:chgData name="Camila Buitrago Buitrago" userId="0ce4d9aa-8e9a-49aa-b0f2-d17a32a3775a" providerId="ADAL" clId="{DE868590-9F2C-4B03-9C62-B181C19ADC6C}" dt="2026-05-11T22:45:49.905" v="3918" actId="20577"/>
          <ac:spMkLst>
            <pc:docMk/>
            <pc:sldMk cId="3244617191" sldId="354"/>
            <ac:spMk id="24" creationId="{FD14D792-22DE-F1FE-EF17-CAF5C629EFED}"/>
          </ac:spMkLst>
        </pc:spChg>
        <pc:spChg chg="add mod">
          <ac:chgData name="Camila Buitrago Buitrago" userId="0ce4d9aa-8e9a-49aa-b0f2-d17a32a3775a" providerId="ADAL" clId="{DE868590-9F2C-4B03-9C62-B181C19ADC6C}" dt="2026-05-05T20:59:12.554" v="3659" actId="1076"/>
          <ac:spMkLst>
            <pc:docMk/>
            <pc:sldMk cId="3244617191" sldId="354"/>
            <ac:spMk id="26" creationId="{199F17F9-4356-6DD4-A8B5-6AAA53D78866}"/>
          </ac:spMkLst>
        </pc:spChg>
        <pc:spChg chg="add mod">
          <ac:chgData name="Camila Buitrago Buitrago" userId="0ce4d9aa-8e9a-49aa-b0f2-d17a32a3775a" providerId="ADAL" clId="{DE868590-9F2C-4B03-9C62-B181C19ADC6C}" dt="2026-05-05T20:59:12.554" v="3659" actId="1076"/>
          <ac:spMkLst>
            <pc:docMk/>
            <pc:sldMk cId="3244617191" sldId="354"/>
            <ac:spMk id="27" creationId="{055D0609-F13B-5E9C-E0D6-0C9A3A27F6A6}"/>
          </ac:spMkLst>
        </pc:spChg>
        <pc:graphicFrameChg chg="add mod">
          <ac:chgData name="Camila Buitrago Buitrago" userId="0ce4d9aa-8e9a-49aa-b0f2-d17a32a3775a" providerId="ADAL" clId="{DE868590-9F2C-4B03-9C62-B181C19ADC6C}" dt="2026-05-11T22:54:33.783" v="3924"/>
          <ac:graphicFrameMkLst>
            <pc:docMk/>
            <pc:sldMk cId="3244617191" sldId="354"/>
            <ac:graphicFrameMk id="5" creationId="{8DA02291-E20A-BAC8-AED9-A6CDA01C5970}"/>
          </ac:graphicFrameMkLst>
        </pc:graphicFrameChg>
        <pc:graphicFrameChg chg="mod">
          <ac:chgData name="Camila Buitrago Buitrago" userId="0ce4d9aa-8e9a-49aa-b0f2-d17a32a3775a" providerId="ADAL" clId="{DE868590-9F2C-4B03-9C62-B181C19ADC6C}" dt="2026-05-11T22:55:03.555" v="3938" actId="1076"/>
          <ac:graphicFrameMkLst>
            <pc:docMk/>
            <pc:sldMk cId="3244617191" sldId="354"/>
            <ac:graphicFrameMk id="7" creationId="{8E940711-7320-EC9B-E285-9B038A984E0A}"/>
          </ac:graphicFrameMkLst>
        </pc:graphicFrameChg>
        <pc:picChg chg="add del mod">
          <ac:chgData name="Camila Buitrago Buitrago" userId="0ce4d9aa-8e9a-49aa-b0f2-d17a32a3775a" providerId="ADAL" clId="{DE868590-9F2C-4B03-9C62-B181C19ADC6C}" dt="2026-05-11T22:54:28.047" v="3923" actId="478"/>
          <ac:picMkLst>
            <pc:docMk/>
            <pc:sldMk cId="3244617191" sldId="354"/>
            <ac:picMk id="3" creationId="{260208DF-D187-0D09-6508-332569CBA4FD}"/>
          </ac:picMkLst>
        </pc:picChg>
        <pc:picChg chg="add mod">
          <ac:chgData name="Camila Buitrago Buitrago" userId="0ce4d9aa-8e9a-49aa-b0f2-d17a32a3775a" providerId="ADAL" clId="{DE868590-9F2C-4B03-9C62-B181C19ADC6C}" dt="2026-05-11T22:54:40.466" v="3927" actId="14100"/>
          <ac:picMkLst>
            <pc:docMk/>
            <pc:sldMk cId="3244617191" sldId="354"/>
            <ac:picMk id="13" creationId="{764FAAD9-D47D-02D6-5D4E-304E316B99D2}"/>
          </ac:picMkLst>
        </pc:picChg>
        <pc:picChg chg="add mod">
          <ac:chgData name="Camila Buitrago Buitrago" userId="0ce4d9aa-8e9a-49aa-b0f2-d17a32a3775a" providerId="ADAL" clId="{DE868590-9F2C-4B03-9C62-B181C19ADC6C}" dt="2026-05-11T22:54:55.480" v="3931" actId="14100"/>
          <ac:picMkLst>
            <pc:docMk/>
            <pc:sldMk cId="3244617191" sldId="354"/>
            <ac:picMk id="15" creationId="{92520869-95E4-15B1-C7B4-FE105AAA77F0}"/>
          </ac:picMkLst>
        </pc:picChg>
        <pc:picChg chg="add del mod">
          <ac:chgData name="Camila Buitrago Buitrago" userId="0ce4d9aa-8e9a-49aa-b0f2-d17a32a3775a" providerId="ADAL" clId="{DE868590-9F2C-4B03-9C62-B181C19ADC6C}" dt="2026-05-11T22:49:21.329" v="3919" actId="478"/>
          <ac:picMkLst>
            <pc:docMk/>
            <pc:sldMk cId="3244617191" sldId="354"/>
            <ac:picMk id="18" creationId="{8B193FD5-1422-F822-D2F2-671CC6907313}"/>
          </ac:picMkLst>
        </pc:picChg>
        <pc:picChg chg="add del mod">
          <ac:chgData name="Camila Buitrago Buitrago" userId="0ce4d9aa-8e9a-49aa-b0f2-d17a32a3775a" providerId="ADAL" clId="{DE868590-9F2C-4B03-9C62-B181C19ADC6C}" dt="2026-05-11T22:54:48.073" v="3928" actId="478"/>
          <ac:picMkLst>
            <pc:docMk/>
            <pc:sldMk cId="3244617191" sldId="354"/>
            <ac:picMk id="21" creationId="{DA419A44-23DA-E1D4-3176-F6929282D0D4}"/>
          </ac:picMkLst>
        </pc:picChg>
        <pc:picChg chg="add mod">
          <ac:chgData name="Camila Buitrago Buitrago" userId="0ce4d9aa-8e9a-49aa-b0f2-d17a32a3775a" providerId="ADAL" clId="{DE868590-9F2C-4B03-9C62-B181C19ADC6C}" dt="2026-05-05T20:58:59.784" v="3657" actId="1076"/>
          <ac:picMkLst>
            <pc:docMk/>
            <pc:sldMk cId="3244617191" sldId="354"/>
            <ac:picMk id="22" creationId="{28C01613-0401-DDB9-E6E1-1BDE16E3C0A5}"/>
          </ac:picMkLst>
        </pc:picChg>
      </pc:sldChg>
      <pc:sldChg chg="addSp delSp modSp mod">
        <pc:chgData name="Camila Buitrago Buitrago" userId="0ce4d9aa-8e9a-49aa-b0f2-d17a32a3775a" providerId="ADAL" clId="{DE868590-9F2C-4B03-9C62-B181C19ADC6C}" dt="2026-05-11T23:27:37.190" v="4212" actId="1076"/>
        <pc:sldMkLst>
          <pc:docMk/>
          <pc:sldMk cId="3135349836" sldId="378"/>
        </pc:sldMkLst>
        <pc:spChg chg="add mod">
          <ac:chgData name="Camila Buitrago Buitrago" userId="0ce4d9aa-8e9a-49aa-b0f2-d17a32a3775a" providerId="ADAL" clId="{DE868590-9F2C-4B03-9C62-B181C19ADC6C}" dt="2026-05-03T03:37:31.562" v="160" actId="1076"/>
          <ac:spMkLst>
            <pc:docMk/>
            <pc:sldMk cId="3135349836" sldId="378"/>
            <ac:spMk id="5" creationId="{40EF9765-095A-0F79-965C-A10F4784641C}"/>
          </ac:spMkLst>
        </pc:spChg>
        <pc:spChg chg="add mod">
          <ac:chgData name="Camila Buitrago Buitrago" userId="0ce4d9aa-8e9a-49aa-b0f2-d17a32a3775a" providerId="ADAL" clId="{DE868590-9F2C-4B03-9C62-B181C19ADC6C}" dt="2026-05-03T03:37:31.562" v="160" actId="1076"/>
          <ac:spMkLst>
            <pc:docMk/>
            <pc:sldMk cId="3135349836" sldId="378"/>
            <ac:spMk id="6" creationId="{48D9D529-5E4D-BC21-7228-F76E479CF660}"/>
          </ac:spMkLst>
        </pc:spChg>
        <pc:spChg chg="mod">
          <ac:chgData name="Camila Buitrago Buitrago" userId="0ce4d9aa-8e9a-49aa-b0f2-d17a32a3775a" providerId="ADAL" clId="{DE868590-9F2C-4B03-9C62-B181C19ADC6C}" dt="2026-05-03T03:36:52.468" v="146" actId="1076"/>
          <ac:spMkLst>
            <pc:docMk/>
            <pc:sldMk cId="3135349836" sldId="378"/>
            <ac:spMk id="8" creationId="{EDDB5FB5-DBA7-32AF-7850-44C9AB95377D}"/>
          </ac:spMkLst>
        </pc:spChg>
        <pc:spChg chg="add mod">
          <ac:chgData name="Camila Buitrago Buitrago" userId="0ce4d9aa-8e9a-49aa-b0f2-d17a32a3775a" providerId="ADAL" clId="{DE868590-9F2C-4B03-9C62-B181C19ADC6C}" dt="2026-05-03T03:39:10.038" v="190" actId="1076"/>
          <ac:spMkLst>
            <pc:docMk/>
            <pc:sldMk cId="3135349836" sldId="378"/>
            <ac:spMk id="11" creationId="{9352F445-0D7E-F735-ED60-440CF84D12AC}"/>
          </ac:spMkLst>
        </pc:spChg>
        <pc:spChg chg="mod">
          <ac:chgData name="Camila Buitrago Buitrago" userId="0ce4d9aa-8e9a-49aa-b0f2-d17a32a3775a" providerId="ADAL" clId="{DE868590-9F2C-4B03-9C62-B181C19ADC6C}" dt="2026-05-03T03:36:37.971" v="141" actId="20577"/>
          <ac:spMkLst>
            <pc:docMk/>
            <pc:sldMk cId="3135349836" sldId="378"/>
            <ac:spMk id="12" creationId="{CA99E943-61C2-001F-2E86-6BB504A8BCA5}"/>
          </ac:spMkLst>
        </pc:spChg>
        <pc:spChg chg="add mod">
          <ac:chgData name="Camila Buitrago Buitrago" userId="0ce4d9aa-8e9a-49aa-b0f2-d17a32a3775a" providerId="ADAL" clId="{DE868590-9F2C-4B03-9C62-B181C19ADC6C}" dt="2026-05-03T05:19:55.923" v="2774" actId="1076"/>
          <ac:spMkLst>
            <pc:docMk/>
            <pc:sldMk cId="3135349836" sldId="378"/>
            <ac:spMk id="13" creationId="{B412F8B3-3C73-C2EC-5603-2E1EA0E94768}"/>
          </ac:spMkLst>
        </pc:spChg>
        <pc:spChg chg="mod">
          <ac:chgData name="Camila Buitrago Buitrago" userId="0ce4d9aa-8e9a-49aa-b0f2-d17a32a3775a" providerId="ADAL" clId="{DE868590-9F2C-4B03-9C62-B181C19ADC6C}" dt="2026-05-03T05:19:43.403" v="2768" actId="20577"/>
          <ac:spMkLst>
            <pc:docMk/>
            <pc:sldMk cId="3135349836" sldId="378"/>
            <ac:spMk id="19" creationId="{AAF4DEE6-769C-B912-0714-4AF45BCDF5A3}"/>
          </ac:spMkLst>
        </pc:spChg>
        <pc:spChg chg="mod">
          <ac:chgData name="Camila Buitrago Buitrago" userId="0ce4d9aa-8e9a-49aa-b0f2-d17a32a3775a" providerId="ADAL" clId="{DE868590-9F2C-4B03-9C62-B181C19ADC6C}" dt="2026-05-03T05:22:02.626" v="2981"/>
          <ac:spMkLst>
            <pc:docMk/>
            <pc:sldMk cId="3135349836" sldId="378"/>
            <ac:spMk id="29" creationId="{FD6FA386-4DA2-F905-4FF4-15EB8127A018}"/>
          </ac:spMkLst>
        </pc:spChg>
        <pc:spChg chg="mod">
          <ac:chgData name="Camila Buitrago Buitrago" userId="0ce4d9aa-8e9a-49aa-b0f2-d17a32a3775a" providerId="ADAL" clId="{DE868590-9F2C-4B03-9C62-B181C19ADC6C}" dt="2026-05-11T23:27:32.095" v="4210" actId="20577"/>
          <ac:spMkLst>
            <pc:docMk/>
            <pc:sldMk cId="3135349836" sldId="378"/>
            <ac:spMk id="31" creationId="{29C5ECE4-EA9C-AB55-6217-E09024B4BBC3}"/>
          </ac:spMkLst>
        </pc:spChg>
        <pc:graphicFrameChg chg="mod">
          <ac:chgData name="Camila Buitrago Buitrago" userId="0ce4d9aa-8e9a-49aa-b0f2-d17a32a3775a" providerId="ADAL" clId="{DE868590-9F2C-4B03-9C62-B181C19ADC6C}" dt="2026-05-11T23:27:37.190" v="4212" actId="1076"/>
          <ac:graphicFrameMkLst>
            <pc:docMk/>
            <pc:sldMk cId="3135349836" sldId="378"/>
            <ac:graphicFrameMk id="21" creationId="{9953217C-18DA-CBB4-48A3-E9B18F19458C}"/>
          </ac:graphicFrameMkLst>
        </pc:graphicFrameChg>
        <pc:picChg chg="mod">
          <ac:chgData name="Camila Buitrago Buitrago" userId="0ce4d9aa-8e9a-49aa-b0f2-d17a32a3775a" providerId="ADAL" clId="{DE868590-9F2C-4B03-9C62-B181C19ADC6C}" dt="2026-05-03T03:37:00.022" v="149" actId="1076"/>
          <ac:picMkLst>
            <pc:docMk/>
            <pc:sldMk cId="3135349836" sldId="378"/>
            <ac:picMk id="2" creationId="{46E1F25A-75E5-022A-BF3E-7F1E7C0EF865}"/>
          </ac:picMkLst>
        </pc:picChg>
        <pc:picChg chg="add mod">
          <ac:chgData name="Camila Buitrago Buitrago" userId="0ce4d9aa-8e9a-49aa-b0f2-d17a32a3775a" providerId="ADAL" clId="{DE868590-9F2C-4B03-9C62-B181C19ADC6C}" dt="2026-05-03T03:37:20.724" v="158" actId="1076"/>
          <ac:picMkLst>
            <pc:docMk/>
            <pc:sldMk cId="3135349836" sldId="378"/>
            <ac:picMk id="3" creationId="{A2D360AE-A9E2-5D0F-9C7E-4B40FC0129CD}"/>
          </ac:picMkLst>
        </pc:picChg>
        <pc:picChg chg="add mod">
          <ac:chgData name="Camila Buitrago Buitrago" userId="0ce4d9aa-8e9a-49aa-b0f2-d17a32a3775a" providerId="ADAL" clId="{DE868590-9F2C-4B03-9C62-B181C19ADC6C}" dt="2026-05-11T23:27:13.085" v="4203" actId="14100"/>
          <ac:picMkLst>
            <pc:docMk/>
            <pc:sldMk cId="3135349836" sldId="378"/>
            <ac:picMk id="14" creationId="{CF3464DF-F2DE-0BFE-C487-34C060B012BB}"/>
          </ac:picMkLst>
        </pc:picChg>
        <pc:picChg chg="mod">
          <ac:chgData name="Camila Buitrago Buitrago" userId="0ce4d9aa-8e9a-49aa-b0f2-d17a32a3775a" providerId="ADAL" clId="{DE868590-9F2C-4B03-9C62-B181C19ADC6C}" dt="2026-05-03T03:37:11.609" v="154" actId="1076"/>
          <ac:picMkLst>
            <pc:docMk/>
            <pc:sldMk cId="3135349836" sldId="378"/>
            <ac:picMk id="16" creationId="{84134B20-67D8-A5BA-0028-8A03A349608B}"/>
          </ac:picMkLst>
        </pc:picChg>
        <pc:picChg chg="add mod">
          <ac:chgData name="Camila Buitrago Buitrago" userId="0ce4d9aa-8e9a-49aa-b0f2-d17a32a3775a" providerId="ADAL" clId="{DE868590-9F2C-4B03-9C62-B181C19ADC6C}" dt="2026-05-11T23:27:26.686" v="4207" actId="14100"/>
          <ac:picMkLst>
            <pc:docMk/>
            <pc:sldMk cId="3135349836" sldId="378"/>
            <ac:picMk id="17" creationId="{90117DB5-1BCC-EE54-F1D9-B6BDA831AEFE}"/>
          </ac:picMkLst>
        </pc:picChg>
        <pc:picChg chg="mod">
          <ac:chgData name="Camila Buitrago Buitrago" userId="0ce4d9aa-8e9a-49aa-b0f2-d17a32a3775a" providerId="ADAL" clId="{DE868590-9F2C-4B03-9C62-B181C19ADC6C}" dt="2026-05-03T03:37:18.446" v="157" actId="1076"/>
          <ac:picMkLst>
            <pc:docMk/>
            <pc:sldMk cId="3135349836" sldId="378"/>
            <ac:picMk id="20" creationId="{49675203-3D4C-51D4-0B9C-EECC0EF882D4}"/>
          </ac:picMkLst>
        </pc:picChg>
        <pc:picChg chg="add del mod">
          <ac:chgData name="Camila Buitrago Buitrago" userId="0ce4d9aa-8e9a-49aa-b0f2-d17a32a3775a" providerId="ADAL" clId="{DE868590-9F2C-4B03-9C62-B181C19ADC6C}" dt="2026-05-11T23:27:09.514" v="4201" actId="478"/>
          <ac:picMkLst>
            <pc:docMk/>
            <pc:sldMk cId="3135349836" sldId="378"/>
            <ac:picMk id="38" creationId="{4B889602-7683-DBEF-F0D2-C69A30338BA7}"/>
          </ac:picMkLst>
        </pc:picChg>
        <pc:picChg chg="add del mod">
          <ac:chgData name="Camila Buitrago Buitrago" userId="0ce4d9aa-8e9a-49aa-b0f2-d17a32a3775a" providerId="ADAL" clId="{DE868590-9F2C-4B03-9C62-B181C19ADC6C}" dt="2026-05-11T23:27:14.516" v="4204" actId="478"/>
          <ac:picMkLst>
            <pc:docMk/>
            <pc:sldMk cId="3135349836" sldId="378"/>
            <ac:picMk id="41" creationId="{B9F21C98-C4A1-A85A-AC62-BACF4ACD1382}"/>
          </ac:picMkLst>
        </pc:picChg>
      </pc:sldChg>
      <pc:sldChg chg="addSp delSp modSp mod">
        <pc:chgData name="Camila Buitrago Buitrago" userId="0ce4d9aa-8e9a-49aa-b0f2-d17a32a3775a" providerId="ADAL" clId="{DE868590-9F2C-4B03-9C62-B181C19ADC6C}" dt="2026-05-11T22:32:30.489" v="3903" actId="1076"/>
        <pc:sldMkLst>
          <pc:docMk/>
          <pc:sldMk cId="3231623758" sldId="379"/>
        </pc:sldMkLst>
        <pc:spChg chg="add del">
          <ac:chgData name="Camila Buitrago Buitrago" userId="0ce4d9aa-8e9a-49aa-b0f2-d17a32a3775a" providerId="ADAL" clId="{DE868590-9F2C-4B03-9C62-B181C19ADC6C}" dt="2026-05-11T22:32:11.241" v="3893" actId="478"/>
          <ac:spMkLst>
            <pc:docMk/>
            <pc:sldMk cId="3231623758" sldId="379"/>
            <ac:spMk id="2" creationId="{7D3AB45D-C974-DCEA-A4C0-D5FE88192404}"/>
          </ac:spMkLst>
        </pc:spChg>
        <pc:spChg chg="mod">
          <ac:chgData name="Camila Buitrago Buitrago" userId="0ce4d9aa-8e9a-49aa-b0f2-d17a32a3775a" providerId="ADAL" clId="{DE868590-9F2C-4B03-9C62-B181C19ADC6C}" dt="2026-05-11T22:32:20.177" v="3895" actId="1076"/>
          <ac:spMkLst>
            <pc:docMk/>
            <pc:sldMk cId="3231623758" sldId="379"/>
            <ac:spMk id="3" creationId="{EC78A946-812D-AACC-F9D6-6E0EB8E2D2AA}"/>
          </ac:spMkLst>
        </pc:spChg>
        <pc:spChg chg="mod">
          <ac:chgData name="Camila Buitrago Buitrago" userId="0ce4d9aa-8e9a-49aa-b0f2-d17a32a3775a" providerId="ADAL" clId="{DE868590-9F2C-4B03-9C62-B181C19ADC6C}" dt="2026-05-11T22:32:25.912" v="3901" actId="20577"/>
          <ac:spMkLst>
            <pc:docMk/>
            <pc:sldMk cId="3231623758" sldId="379"/>
            <ac:spMk id="11" creationId="{9BD12A49-37B7-3732-8E44-0DE38AC47807}"/>
          </ac:spMkLst>
        </pc:spChg>
        <pc:graphicFrameChg chg="mod">
          <ac:chgData name="Camila Buitrago Buitrago" userId="0ce4d9aa-8e9a-49aa-b0f2-d17a32a3775a" providerId="ADAL" clId="{DE868590-9F2C-4B03-9C62-B181C19ADC6C}" dt="2026-05-11T22:32:30.489" v="3903" actId="1076"/>
          <ac:graphicFrameMkLst>
            <pc:docMk/>
            <pc:sldMk cId="3231623758" sldId="379"/>
            <ac:graphicFrameMk id="13" creationId="{74B4AD8C-7EC4-8F80-7AB1-BF1D9F2C325E}"/>
          </ac:graphicFrameMkLst>
        </pc:graphicFrameChg>
        <pc:picChg chg="del">
          <ac:chgData name="Camila Buitrago Buitrago" userId="0ce4d9aa-8e9a-49aa-b0f2-d17a32a3775a" providerId="ADAL" clId="{DE868590-9F2C-4B03-9C62-B181C19ADC6C}" dt="2026-05-11T22:31:54.440" v="3889" actId="478"/>
          <ac:picMkLst>
            <pc:docMk/>
            <pc:sldMk cId="3231623758" sldId="379"/>
            <ac:picMk id="6" creationId="{AA24D7F3-EE35-421C-D79D-144416FA3598}"/>
          </ac:picMkLst>
        </pc:picChg>
        <pc:picChg chg="add mod">
          <ac:chgData name="Camila Buitrago Buitrago" userId="0ce4d9aa-8e9a-49aa-b0f2-d17a32a3775a" providerId="ADAL" clId="{DE868590-9F2C-4B03-9C62-B181C19ADC6C}" dt="2026-05-11T22:32:06.553" v="3892" actId="14100"/>
          <ac:picMkLst>
            <pc:docMk/>
            <pc:sldMk cId="3231623758" sldId="379"/>
            <ac:picMk id="10" creationId="{8F81B22F-B5E9-9036-B904-D8098F0B8D10}"/>
          </ac:picMkLst>
        </pc:picChg>
      </pc:sldChg>
      <pc:sldChg chg="modSp mod">
        <pc:chgData name="Camila Buitrago Buitrago" userId="0ce4d9aa-8e9a-49aa-b0f2-d17a32a3775a" providerId="ADAL" clId="{DE868590-9F2C-4B03-9C62-B181C19ADC6C}" dt="2026-05-11T21:36:39.605" v="3734" actId="20577"/>
        <pc:sldMkLst>
          <pc:docMk/>
          <pc:sldMk cId="4030159341" sldId="389"/>
        </pc:sldMkLst>
        <pc:spChg chg="mod">
          <ac:chgData name="Camila Buitrago Buitrago" userId="0ce4d9aa-8e9a-49aa-b0f2-d17a32a3775a" providerId="ADAL" clId="{DE868590-9F2C-4B03-9C62-B181C19ADC6C}" dt="2026-05-11T16:20:06.910" v="3717" actId="20577"/>
          <ac:spMkLst>
            <pc:docMk/>
            <pc:sldMk cId="4030159341" sldId="389"/>
            <ac:spMk id="3" creationId="{90CC7BA8-462E-3CE8-E3A4-EA533E1CD942}"/>
          </ac:spMkLst>
        </pc:spChg>
        <pc:spChg chg="mod">
          <ac:chgData name="Camila Buitrago Buitrago" userId="0ce4d9aa-8e9a-49aa-b0f2-d17a32a3775a" providerId="ADAL" clId="{DE868590-9F2C-4B03-9C62-B181C19ADC6C}" dt="2026-05-11T21:36:39.605" v="3734" actId="20577"/>
          <ac:spMkLst>
            <pc:docMk/>
            <pc:sldMk cId="4030159341" sldId="389"/>
            <ac:spMk id="5" creationId="{F222933C-BA12-E063-5BCF-E0BE2956583D}"/>
          </ac:spMkLst>
        </pc:spChg>
      </pc:sldChg>
      <pc:sldChg chg="addSp delSp modSp mod">
        <pc:chgData name="Camila Buitrago Buitrago" userId="0ce4d9aa-8e9a-49aa-b0f2-d17a32a3775a" providerId="ADAL" clId="{DE868590-9F2C-4B03-9C62-B181C19ADC6C}" dt="2026-05-11T23:28:24.998" v="4216" actId="1076"/>
        <pc:sldMkLst>
          <pc:docMk/>
          <pc:sldMk cId="4191660484" sldId="398"/>
        </pc:sldMkLst>
        <pc:spChg chg="mod">
          <ac:chgData name="Camila Buitrago Buitrago" userId="0ce4d9aa-8e9a-49aa-b0f2-d17a32a3775a" providerId="ADAL" clId="{DE868590-9F2C-4B03-9C62-B181C19ADC6C}" dt="2026-05-03T04:45:46.215" v="1394" actId="20577"/>
          <ac:spMkLst>
            <pc:docMk/>
            <pc:sldMk cId="4191660484" sldId="398"/>
            <ac:spMk id="3" creationId="{0E2745FE-A0F9-27E0-71F2-773BAF3F720B}"/>
          </ac:spMkLst>
        </pc:spChg>
        <pc:spChg chg="mod">
          <ac:chgData name="Camila Buitrago Buitrago" userId="0ce4d9aa-8e9a-49aa-b0f2-d17a32a3775a" providerId="ADAL" clId="{DE868590-9F2C-4B03-9C62-B181C19ADC6C}" dt="2026-05-11T23:10:21.532" v="3995" actId="313"/>
          <ac:spMkLst>
            <pc:docMk/>
            <pc:sldMk cId="4191660484" sldId="398"/>
            <ac:spMk id="5" creationId="{20A34FFA-D8B6-B012-9C6B-FFF26F57682C}"/>
          </ac:spMkLst>
        </pc:spChg>
        <pc:spChg chg="mod">
          <ac:chgData name="Camila Buitrago Buitrago" userId="0ce4d9aa-8e9a-49aa-b0f2-d17a32a3775a" providerId="ADAL" clId="{DE868590-9F2C-4B03-9C62-B181C19ADC6C}" dt="2026-05-11T23:28:20.364" v="4215" actId="20577"/>
          <ac:spMkLst>
            <pc:docMk/>
            <pc:sldMk cId="4191660484" sldId="398"/>
            <ac:spMk id="14" creationId="{3A3996F8-EC7E-0317-A99B-F53A3685566F}"/>
          </ac:spMkLst>
        </pc:spChg>
        <pc:spChg chg="add mod">
          <ac:chgData name="Camila Buitrago Buitrago" userId="0ce4d9aa-8e9a-49aa-b0f2-d17a32a3775a" providerId="ADAL" clId="{DE868590-9F2C-4B03-9C62-B181C19ADC6C}" dt="2026-05-03T04:16:50.343" v="937" actId="20577"/>
          <ac:spMkLst>
            <pc:docMk/>
            <pc:sldMk cId="4191660484" sldId="398"/>
            <ac:spMk id="20" creationId="{1AE3DC6B-7AC1-63C0-A73C-9472223BDEB3}"/>
          </ac:spMkLst>
        </pc:spChg>
        <pc:graphicFrameChg chg="add del mod">
          <ac:chgData name="Camila Buitrago Buitrago" userId="0ce4d9aa-8e9a-49aa-b0f2-d17a32a3775a" providerId="ADAL" clId="{DE868590-9F2C-4B03-9C62-B181C19ADC6C}" dt="2026-05-11T23:03:16.708" v="3941" actId="478"/>
          <ac:graphicFrameMkLst>
            <pc:docMk/>
            <pc:sldMk cId="4191660484" sldId="398"/>
            <ac:graphicFrameMk id="2" creationId="{DB516586-7B8F-F0CC-1E86-38A4F4448FDE}"/>
          </ac:graphicFrameMkLst>
        </pc:graphicFrameChg>
        <pc:graphicFrameChg chg="mod">
          <ac:chgData name="Camila Buitrago Buitrago" userId="0ce4d9aa-8e9a-49aa-b0f2-d17a32a3775a" providerId="ADAL" clId="{DE868590-9F2C-4B03-9C62-B181C19ADC6C}" dt="2026-05-11T23:28:24.998" v="4216" actId="1076"/>
          <ac:graphicFrameMkLst>
            <pc:docMk/>
            <pc:sldMk cId="4191660484" sldId="398"/>
            <ac:graphicFrameMk id="15" creationId="{6E21671E-929F-FD81-43F1-C77EA013861B}"/>
          </ac:graphicFrameMkLst>
        </pc:graphicFrameChg>
        <pc:picChg chg="add mod">
          <ac:chgData name="Camila Buitrago Buitrago" userId="0ce4d9aa-8e9a-49aa-b0f2-d17a32a3775a" providerId="ADAL" clId="{DE868590-9F2C-4B03-9C62-B181C19ADC6C}" dt="2026-05-11T23:03:22.367" v="3944" actId="14100"/>
          <ac:picMkLst>
            <pc:docMk/>
            <pc:sldMk cId="4191660484" sldId="398"/>
            <ac:picMk id="7" creationId="{1D2C5212-26EA-C08C-EFD1-2F5163AB2340}"/>
          </ac:picMkLst>
        </pc:picChg>
        <pc:picChg chg="add del mod">
          <ac:chgData name="Camila Buitrago Buitrago" userId="0ce4d9aa-8e9a-49aa-b0f2-d17a32a3775a" providerId="ADAL" clId="{DE868590-9F2C-4B03-9C62-B181C19ADC6C}" dt="2026-05-11T23:03:13.887" v="3939" actId="478"/>
          <ac:picMkLst>
            <pc:docMk/>
            <pc:sldMk cId="4191660484" sldId="398"/>
            <ac:picMk id="24" creationId="{D1B4A569-C2D4-3989-6189-156AA5B9A325}"/>
          </ac:picMkLst>
        </pc:picChg>
      </pc:sldChg>
      <pc:sldChg chg="addSp delSp modSp del mod">
        <pc:chgData name="Camila Buitrago Buitrago" userId="0ce4d9aa-8e9a-49aa-b0f2-d17a32a3775a" providerId="ADAL" clId="{DE868590-9F2C-4B03-9C62-B181C19ADC6C}" dt="2026-05-11T22:42:47.985" v="3904" actId="47"/>
        <pc:sldMkLst>
          <pc:docMk/>
          <pc:sldMk cId="614563841" sldId="415"/>
        </pc:sldMkLst>
        <pc:spChg chg="mod">
          <ac:chgData name="Camila Buitrago Buitrago" userId="0ce4d9aa-8e9a-49aa-b0f2-d17a32a3775a" providerId="ADAL" clId="{DE868590-9F2C-4B03-9C62-B181C19ADC6C}" dt="2026-05-11T17:50:16.868" v="3728" actId="20577"/>
          <ac:spMkLst>
            <pc:docMk/>
            <pc:sldMk cId="614563841" sldId="415"/>
            <ac:spMk id="12" creationId="{99C185CD-5DB2-93ED-6053-E733EB1329BE}"/>
          </ac:spMkLst>
        </pc:spChg>
      </pc:sldChg>
      <pc:sldChg chg="addSp delSp modSp mod">
        <pc:chgData name="Camila Buitrago Buitrago" userId="0ce4d9aa-8e9a-49aa-b0f2-d17a32a3775a" providerId="ADAL" clId="{DE868590-9F2C-4B03-9C62-B181C19ADC6C}" dt="2026-05-11T23:23:17.573" v="4176" actId="1076"/>
        <pc:sldMkLst>
          <pc:docMk/>
          <pc:sldMk cId="832973231" sldId="419"/>
        </pc:sldMkLst>
        <pc:spChg chg="mod">
          <ac:chgData name="Camila Buitrago Buitrago" userId="0ce4d9aa-8e9a-49aa-b0f2-d17a32a3775a" providerId="ADAL" clId="{DE868590-9F2C-4B03-9C62-B181C19ADC6C}" dt="2026-05-03T04:58:17.670" v="1761" actId="20577"/>
          <ac:spMkLst>
            <pc:docMk/>
            <pc:sldMk cId="832973231" sldId="419"/>
            <ac:spMk id="3" creationId="{1A41E931-A346-1F4E-21EA-085246D6B7DF}"/>
          </ac:spMkLst>
        </pc:spChg>
        <pc:spChg chg="mod">
          <ac:chgData name="Camila Buitrago Buitrago" userId="0ce4d9aa-8e9a-49aa-b0f2-d17a32a3775a" providerId="ADAL" clId="{DE868590-9F2C-4B03-9C62-B181C19ADC6C}" dt="2026-05-11T23:20:17.100" v="4167" actId="20577"/>
          <ac:spMkLst>
            <pc:docMk/>
            <pc:sldMk cId="832973231" sldId="419"/>
            <ac:spMk id="5" creationId="{3C0A9DD0-76B8-C5FA-0194-C6F9BBAD8723}"/>
          </ac:spMkLst>
        </pc:spChg>
        <pc:spChg chg="mod">
          <ac:chgData name="Camila Buitrago Buitrago" userId="0ce4d9aa-8e9a-49aa-b0f2-d17a32a3775a" providerId="ADAL" clId="{DE868590-9F2C-4B03-9C62-B181C19ADC6C}" dt="2026-05-03T04:58:35.133" v="1767" actId="1076"/>
          <ac:spMkLst>
            <pc:docMk/>
            <pc:sldMk cId="832973231" sldId="419"/>
            <ac:spMk id="8" creationId="{133DBF28-D28F-A28C-E933-53606715D329}"/>
          </ac:spMkLst>
        </pc:spChg>
        <pc:spChg chg="mod">
          <ac:chgData name="Camila Buitrago Buitrago" userId="0ce4d9aa-8e9a-49aa-b0f2-d17a32a3775a" providerId="ADAL" clId="{DE868590-9F2C-4B03-9C62-B181C19ADC6C}" dt="2026-05-11T23:23:14.135" v="4175" actId="20577"/>
          <ac:spMkLst>
            <pc:docMk/>
            <pc:sldMk cId="832973231" sldId="419"/>
            <ac:spMk id="11" creationId="{F9966C62-E72F-1BDE-2BA0-01B2D537C388}"/>
          </ac:spMkLst>
        </pc:spChg>
        <pc:spChg chg="add mod">
          <ac:chgData name="Camila Buitrago Buitrago" userId="0ce4d9aa-8e9a-49aa-b0f2-d17a32a3775a" providerId="ADAL" clId="{DE868590-9F2C-4B03-9C62-B181C19ADC6C}" dt="2026-05-03T05:28:41.548" v="3054" actId="20577"/>
          <ac:spMkLst>
            <pc:docMk/>
            <pc:sldMk cId="832973231" sldId="419"/>
            <ac:spMk id="19" creationId="{B9B000A4-876F-4A76-86C1-61D077280429}"/>
          </ac:spMkLst>
        </pc:spChg>
        <pc:graphicFrameChg chg="mod">
          <ac:chgData name="Camila Buitrago Buitrago" userId="0ce4d9aa-8e9a-49aa-b0f2-d17a32a3775a" providerId="ADAL" clId="{DE868590-9F2C-4B03-9C62-B181C19ADC6C}" dt="2026-05-11T23:23:17.573" v="4176" actId="1076"/>
          <ac:graphicFrameMkLst>
            <pc:docMk/>
            <pc:sldMk cId="832973231" sldId="419"/>
            <ac:graphicFrameMk id="13" creationId="{598BF01E-6D3E-D89A-7A26-610C78F6E132}"/>
          </ac:graphicFrameMkLst>
        </pc:graphicFrameChg>
        <pc:picChg chg="add mod">
          <ac:chgData name="Camila Buitrago Buitrago" userId="0ce4d9aa-8e9a-49aa-b0f2-d17a32a3775a" providerId="ADAL" clId="{DE868590-9F2C-4B03-9C62-B181C19ADC6C}" dt="2026-05-11T23:23:10.487" v="4172" actId="1076"/>
          <ac:picMkLst>
            <pc:docMk/>
            <pc:sldMk cId="832973231" sldId="419"/>
            <ac:picMk id="4" creationId="{91B7E728-513E-FB7B-F82F-3F025095A862}"/>
          </ac:picMkLst>
        </pc:picChg>
        <pc:picChg chg="add del mod">
          <ac:chgData name="Camila Buitrago Buitrago" userId="0ce4d9aa-8e9a-49aa-b0f2-d17a32a3775a" providerId="ADAL" clId="{DE868590-9F2C-4B03-9C62-B181C19ADC6C}" dt="2026-05-11T23:20:20.016" v="4168" actId="478"/>
          <ac:picMkLst>
            <pc:docMk/>
            <pc:sldMk cId="832973231" sldId="419"/>
            <ac:picMk id="17" creationId="{7795A7E9-8E7A-E605-CBAB-F8287114B60F}"/>
          </ac:picMkLst>
        </pc:picChg>
      </pc:sldChg>
      <pc:sldChg chg="addSp delSp modSp mod">
        <pc:chgData name="Camila Buitrago Buitrago" userId="0ce4d9aa-8e9a-49aa-b0f2-d17a32a3775a" providerId="ADAL" clId="{DE868590-9F2C-4B03-9C62-B181C19ADC6C}" dt="2026-05-03T04:44:53.395" v="1368" actId="1076"/>
        <pc:sldMkLst>
          <pc:docMk/>
          <pc:sldMk cId="2250337377" sldId="438"/>
        </pc:sldMkLst>
        <pc:spChg chg="mod">
          <ac:chgData name="Camila Buitrago Buitrago" userId="0ce4d9aa-8e9a-49aa-b0f2-d17a32a3775a" providerId="ADAL" clId="{DE868590-9F2C-4B03-9C62-B181C19ADC6C}" dt="2026-05-03T04:16:21.933" v="932" actId="20577"/>
          <ac:spMkLst>
            <pc:docMk/>
            <pc:sldMk cId="2250337377" sldId="438"/>
            <ac:spMk id="3" creationId="{52480B7E-10CF-DEC3-AA2E-3D915C9AC327}"/>
          </ac:spMkLst>
        </pc:spChg>
        <pc:spChg chg="mod">
          <ac:chgData name="Camila Buitrago Buitrago" userId="0ce4d9aa-8e9a-49aa-b0f2-d17a32a3775a" providerId="ADAL" clId="{DE868590-9F2C-4B03-9C62-B181C19ADC6C}" dt="2026-05-03T04:43:20.198" v="1278"/>
          <ac:spMkLst>
            <pc:docMk/>
            <pc:sldMk cId="2250337377" sldId="438"/>
            <ac:spMk id="5" creationId="{EE01116D-C943-C514-0E01-B2D9F15736C7}"/>
          </ac:spMkLst>
        </pc:spChg>
        <pc:spChg chg="mod">
          <ac:chgData name="Camila Buitrago Buitrago" userId="0ce4d9aa-8e9a-49aa-b0f2-d17a32a3775a" providerId="ADAL" clId="{DE868590-9F2C-4B03-9C62-B181C19ADC6C}" dt="2026-05-03T04:43:24.564" v="1281" actId="20577"/>
          <ac:spMkLst>
            <pc:docMk/>
            <pc:sldMk cId="2250337377" sldId="438"/>
            <ac:spMk id="12" creationId="{A854D07E-ADE8-BCA1-5346-591B695C151F}"/>
          </ac:spMkLst>
        </pc:spChg>
        <pc:spChg chg="add mod">
          <ac:chgData name="Camila Buitrago Buitrago" userId="0ce4d9aa-8e9a-49aa-b0f2-d17a32a3775a" providerId="ADAL" clId="{DE868590-9F2C-4B03-9C62-B181C19ADC6C}" dt="2026-05-03T04:44:53.395" v="1368" actId="1076"/>
          <ac:spMkLst>
            <pc:docMk/>
            <pc:sldMk cId="2250337377" sldId="438"/>
            <ac:spMk id="21" creationId="{65025536-8B2C-4014-13C6-1E65D64B771F}"/>
          </ac:spMkLst>
        </pc:spChg>
        <pc:graphicFrameChg chg="mod">
          <ac:chgData name="Camila Buitrago Buitrago" userId="0ce4d9aa-8e9a-49aa-b0f2-d17a32a3775a" providerId="ADAL" clId="{DE868590-9F2C-4B03-9C62-B181C19ADC6C}" dt="2026-05-03T04:43:28.342" v="1283" actId="1076"/>
          <ac:graphicFrameMkLst>
            <pc:docMk/>
            <pc:sldMk cId="2250337377" sldId="438"/>
            <ac:graphicFrameMk id="16" creationId="{F4CA7036-08F7-DA2F-719C-E6E086FEF47E}"/>
          </ac:graphicFrameMkLst>
        </pc:graphicFrameChg>
        <pc:picChg chg="add mod">
          <ac:chgData name="Camila Buitrago Buitrago" userId="0ce4d9aa-8e9a-49aa-b0f2-d17a32a3775a" providerId="ADAL" clId="{DE868590-9F2C-4B03-9C62-B181C19ADC6C}" dt="2026-05-03T04:40:48.940" v="1157" actId="14100"/>
          <ac:picMkLst>
            <pc:docMk/>
            <pc:sldMk cId="2250337377" sldId="438"/>
            <ac:picMk id="19" creationId="{C5C65A3D-C2CC-69EE-B54F-D0FF8F0E60C6}"/>
          </ac:picMkLst>
        </pc:picChg>
      </pc:sldChg>
      <pc:sldChg chg="addSp delSp modSp del mod">
        <pc:chgData name="Camila Buitrago Buitrago" userId="0ce4d9aa-8e9a-49aa-b0f2-d17a32a3775a" providerId="ADAL" clId="{DE868590-9F2C-4B03-9C62-B181C19ADC6C}" dt="2026-05-11T23:08:09.657" v="3985" actId="47"/>
        <pc:sldMkLst>
          <pc:docMk/>
          <pc:sldMk cId="2773339357" sldId="439"/>
        </pc:sldMkLst>
      </pc:sldChg>
      <pc:sldChg chg="addSp delSp modSp mod">
        <pc:chgData name="Camila Buitrago Buitrago" userId="0ce4d9aa-8e9a-49aa-b0f2-d17a32a3775a" providerId="ADAL" clId="{DE868590-9F2C-4B03-9C62-B181C19ADC6C}" dt="2026-05-11T22:12:54.080" v="3819" actId="20577"/>
        <pc:sldMkLst>
          <pc:docMk/>
          <pc:sldMk cId="1545062247" sldId="440"/>
        </pc:sldMkLst>
        <pc:spChg chg="mod">
          <ac:chgData name="Camila Buitrago Buitrago" userId="0ce4d9aa-8e9a-49aa-b0f2-d17a32a3775a" providerId="ADAL" clId="{DE868590-9F2C-4B03-9C62-B181C19ADC6C}" dt="2026-05-03T05:11:02.916" v="2345" actId="20577"/>
          <ac:spMkLst>
            <pc:docMk/>
            <pc:sldMk cId="1545062247" sldId="440"/>
            <ac:spMk id="3" creationId="{7E7DF509-4B0A-3DB1-EC36-450802279467}"/>
          </ac:spMkLst>
        </pc:spChg>
        <pc:spChg chg="mod">
          <ac:chgData name="Camila Buitrago Buitrago" userId="0ce4d9aa-8e9a-49aa-b0f2-d17a32a3775a" providerId="ADAL" clId="{DE868590-9F2C-4B03-9C62-B181C19ADC6C}" dt="2026-05-11T22:12:54.080" v="3819" actId="20577"/>
          <ac:spMkLst>
            <pc:docMk/>
            <pc:sldMk cId="1545062247" sldId="440"/>
            <ac:spMk id="5" creationId="{07AF9C6B-5018-F8B6-B1FE-59C311041CA4}"/>
          </ac:spMkLst>
        </pc:spChg>
        <pc:spChg chg="add mod">
          <ac:chgData name="Camila Buitrago Buitrago" userId="0ce4d9aa-8e9a-49aa-b0f2-d17a32a3775a" providerId="ADAL" clId="{DE868590-9F2C-4B03-9C62-B181C19ADC6C}" dt="2026-05-03T05:12:03.554" v="2353" actId="20577"/>
          <ac:spMkLst>
            <pc:docMk/>
            <pc:sldMk cId="1545062247" sldId="440"/>
            <ac:spMk id="11" creationId="{277F6D99-15BC-47E2-DE52-1A83DB2BD6AD}"/>
          </ac:spMkLst>
        </pc:spChg>
      </pc:sldChg>
      <pc:sldChg chg="modSp mod">
        <pc:chgData name="Camila Buitrago Buitrago" userId="0ce4d9aa-8e9a-49aa-b0f2-d17a32a3775a" providerId="ADAL" clId="{DE868590-9F2C-4B03-9C62-B181C19ADC6C}" dt="2026-05-05T20:24:41.866" v="3152" actId="20577"/>
        <pc:sldMkLst>
          <pc:docMk/>
          <pc:sldMk cId="368945536" sldId="442"/>
        </pc:sldMkLst>
        <pc:spChg chg="mod">
          <ac:chgData name="Camila Buitrago Buitrago" userId="0ce4d9aa-8e9a-49aa-b0f2-d17a32a3775a" providerId="ADAL" clId="{DE868590-9F2C-4B03-9C62-B181C19ADC6C}" dt="2026-05-05T20:24:41.866" v="3152" actId="20577"/>
          <ac:spMkLst>
            <pc:docMk/>
            <pc:sldMk cId="368945536" sldId="442"/>
            <ac:spMk id="30" creationId="{7C2E8713-C189-633D-AB41-A294786BAB52}"/>
          </ac:spMkLst>
        </pc:spChg>
      </pc:sldChg>
      <pc:sldChg chg="modSp add mod">
        <pc:chgData name="Camila Buitrago Buitrago" userId="0ce4d9aa-8e9a-49aa-b0f2-d17a32a3775a" providerId="ADAL" clId="{DE868590-9F2C-4B03-9C62-B181C19ADC6C}" dt="2026-05-11T23:23:46.765" v="4190" actId="20577"/>
        <pc:sldMkLst>
          <pc:docMk/>
          <pc:sldMk cId="3431382465" sldId="443"/>
        </pc:sldMkLst>
        <pc:spChg chg="mod">
          <ac:chgData name="Camila Buitrago Buitrago" userId="0ce4d9aa-8e9a-49aa-b0f2-d17a32a3775a" providerId="ADAL" clId="{DE868590-9F2C-4B03-9C62-B181C19ADC6C}" dt="2026-05-03T05:13:10.284" v="2378" actId="20577"/>
          <ac:spMkLst>
            <pc:docMk/>
            <pc:sldMk cId="3431382465" sldId="443"/>
            <ac:spMk id="3" creationId="{9105E5F4-C9BD-E52B-94D7-FF8EEDEF3D17}"/>
          </ac:spMkLst>
        </pc:spChg>
        <pc:spChg chg="mod">
          <ac:chgData name="Camila Buitrago Buitrago" userId="0ce4d9aa-8e9a-49aa-b0f2-d17a32a3775a" providerId="ADAL" clId="{DE868590-9F2C-4B03-9C62-B181C19ADC6C}" dt="2026-05-11T23:23:46.765" v="4190" actId="20577"/>
          <ac:spMkLst>
            <pc:docMk/>
            <pc:sldMk cId="3431382465" sldId="443"/>
            <ac:spMk id="5" creationId="{15A352E9-1CAF-D6D3-801D-B89AFC0323DD}"/>
          </ac:spMkLst>
        </pc:spChg>
        <pc:spChg chg="mod">
          <ac:chgData name="Camila Buitrago Buitrago" userId="0ce4d9aa-8e9a-49aa-b0f2-d17a32a3775a" providerId="ADAL" clId="{DE868590-9F2C-4B03-9C62-B181C19ADC6C}" dt="2026-05-03T05:15:13.495" v="2587" actId="20577"/>
          <ac:spMkLst>
            <pc:docMk/>
            <pc:sldMk cId="3431382465" sldId="443"/>
            <ac:spMk id="7" creationId="{3A09F0FF-6219-AFFA-121F-3B954168EDF6}"/>
          </ac:spMkLst>
        </pc:spChg>
      </pc:sldChg>
      <pc:sldChg chg="addSp modSp add mod">
        <pc:chgData name="Camila Buitrago Buitrago" userId="0ce4d9aa-8e9a-49aa-b0f2-d17a32a3775a" providerId="ADAL" clId="{DE868590-9F2C-4B03-9C62-B181C19ADC6C}" dt="2026-05-03T05:32:21.691" v="3097" actId="20577"/>
        <pc:sldMkLst>
          <pc:docMk/>
          <pc:sldMk cId="3172328040" sldId="444"/>
        </pc:sldMkLst>
        <pc:spChg chg="mod">
          <ac:chgData name="Camila Buitrago Buitrago" userId="0ce4d9aa-8e9a-49aa-b0f2-d17a32a3775a" providerId="ADAL" clId="{DE868590-9F2C-4B03-9C62-B181C19ADC6C}" dt="2026-05-03T05:32:17.637" v="3096" actId="20577"/>
          <ac:spMkLst>
            <pc:docMk/>
            <pc:sldMk cId="3172328040" sldId="444"/>
            <ac:spMk id="3" creationId="{1EEBEC7F-4A53-1E80-E16E-5B15E92F9559}"/>
          </ac:spMkLst>
        </pc:spChg>
        <pc:spChg chg="mod">
          <ac:chgData name="Camila Buitrago Buitrago" userId="0ce4d9aa-8e9a-49aa-b0f2-d17a32a3775a" providerId="ADAL" clId="{DE868590-9F2C-4B03-9C62-B181C19ADC6C}" dt="2026-05-03T05:32:21.691" v="3097" actId="20577"/>
          <ac:spMkLst>
            <pc:docMk/>
            <pc:sldMk cId="3172328040" sldId="444"/>
            <ac:spMk id="5" creationId="{6B7BA5FD-39F4-8C8F-C66D-F306A3805F03}"/>
          </ac:spMkLst>
        </pc:spChg>
        <pc:spChg chg="mod">
          <ac:chgData name="Camila Buitrago Buitrago" userId="0ce4d9aa-8e9a-49aa-b0f2-d17a32a3775a" providerId="ADAL" clId="{DE868590-9F2C-4B03-9C62-B181C19ADC6C}" dt="2026-05-03T05:16:54.427" v="2603" actId="20577"/>
          <ac:spMkLst>
            <pc:docMk/>
            <pc:sldMk cId="3172328040" sldId="444"/>
            <ac:spMk id="7" creationId="{7BE22FAA-A89A-5583-AB0E-693AE8938EC2}"/>
          </ac:spMkLst>
        </pc:spChg>
      </pc:sldChg>
      <pc:sldChg chg="addSp delSp modSp add mod">
        <pc:chgData name="Camila Buitrago Buitrago" userId="0ce4d9aa-8e9a-49aa-b0f2-d17a32a3775a" providerId="ADAL" clId="{DE868590-9F2C-4B03-9C62-B181C19ADC6C}" dt="2026-05-11T17:51:19.503" v="3730" actId="20577"/>
        <pc:sldMkLst>
          <pc:docMk/>
          <pc:sldMk cId="1470715504" sldId="445"/>
        </pc:sldMkLst>
        <pc:spChg chg="mod">
          <ac:chgData name="Camila Buitrago Buitrago" userId="0ce4d9aa-8e9a-49aa-b0f2-d17a32a3775a" providerId="ADAL" clId="{DE868590-9F2C-4B03-9C62-B181C19ADC6C}" dt="2026-05-05T20:35:13.246" v="3445" actId="1076"/>
          <ac:spMkLst>
            <pc:docMk/>
            <pc:sldMk cId="1470715504" sldId="445"/>
            <ac:spMk id="6" creationId="{E3F9559C-C81E-0D3A-6511-A566CD6EE04B}"/>
          </ac:spMkLst>
        </pc:spChg>
        <pc:spChg chg="mod">
          <ac:chgData name="Camila Buitrago Buitrago" userId="0ce4d9aa-8e9a-49aa-b0f2-d17a32a3775a" providerId="ADAL" clId="{DE868590-9F2C-4B03-9C62-B181C19ADC6C}" dt="2026-05-05T20:35:20.232" v="3452" actId="1076"/>
          <ac:spMkLst>
            <pc:docMk/>
            <pc:sldMk cId="1470715504" sldId="445"/>
            <ac:spMk id="8" creationId="{F5792759-9FBC-9AC7-2BF2-DC343918255B}"/>
          </ac:spMkLst>
        </pc:spChg>
        <pc:spChg chg="mod">
          <ac:chgData name="Camila Buitrago Buitrago" userId="0ce4d9aa-8e9a-49aa-b0f2-d17a32a3775a" providerId="ADAL" clId="{DE868590-9F2C-4B03-9C62-B181C19ADC6C}" dt="2026-05-11T17:51:19.503" v="3730" actId="20577"/>
          <ac:spMkLst>
            <pc:docMk/>
            <pc:sldMk cId="1470715504" sldId="445"/>
            <ac:spMk id="12" creationId="{AE580B8F-7E45-BC1C-2727-72D91897F2D6}"/>
          </ac:spMkLst>
        </pc:spChg>
        <pc:spChg chg="mod">
          <ac:chgData name="Camila Buitrago Buitrago" userId="0ce4d9aa-8e9a-49aa-b0f2-d17a32a3775a" providerId="ADAL" clId="{DE868590-9F2C-4B03-9C62-B181C19ADC6C}" dt="2026-05-05T20:35:27.735" v="3469" actId="20577"/>
          <ac:spMkLst>
            <pc:docMk/>
            <pc:sldMk cId="1470715504" sldId="445"/>
            <ac:spMk id="15" creationId="{7C45025A-07E6-E1E1-DE72-5AD626211CC2}"/>
          </ac:spMkLst>
        </pc:spChg>
        <pc:spChg chg="mod">
          <ac:chgData name="Camila Buitrago Buitrago" userId="0ce4d9aa-8e9a-49aa-b0f2-d17a32a3775a" providerId="ADAL" clId="{DE868590-9F2C-4B03-9C62-B181C19ADC6C}" dt="2026-05-05T20:35:17.011" v="3451" actId="20577"/>
          <ac:spMkLst>
            <pc:docMk/>
            <pc:sldMk cId="1470715504" sldId="445"/>
            <ac:spMk id="16" creationId="{C9E23FC6-E1C4-46A8-CF21-40207D51BDDA}"/>
          </ac:spMkLst>
        </pc:spChg>
        <pc:spChg chg="mod">
          <ac:chgData name="Camila Buitrago Buitrago" userId="0ce4d9aa-8e9a-49aa-b0f2-d17a32a3775a" providerId="ADAL" clId="{DE868590-9F2C-4B03-9C62-B181C19ADC6C}" dt="2026-05-05T20:25:02.342" v="3167" actId="20577"/>
          <ac:spMkLst>
            <pc:docMk/>
            <pc:sldMk cId="1470715504" sldId="445"/>
            <ac:spMk id="30" creationId="{874C6944-CF75-130F-CAC3-749C2239BA8A}"/>
          </ac:spMkLst>
        </pc:spChg>
        <pc:graphicFrameChg chg="mod">
          <ac:chgData name="Camila Buitrago Buitrago" userId="0ce4d9aa-8e9a-49aa-b0f2-d17a32a3775a" providerId="ADAL" clId="{DE868590-9F2C-4B03-9C62-B181C19ADC6C}" dt="2026-05-05T20:35:23.176" v="3453" actId="1076"/>
          <ac:graphicFrameMkLst>
            <pc:docMk/>
            <pc:sldMk cId="1470715504" sldId="445"/>
            <ac:graphicFrameMk id="17" creationId="{10243C41-D489-3F6B-B355-C752C291C319}"/>
          </ac:graphicFrameMkLst>
        </pc:graphicFrameChg>
        <pc:picChg chg="add mod">
          <ac:chgData name="Camila Buitrago Buitrago" userId="0ce4d9aa-8e9a-49aa-b0f2-d17a32a3775a" providerId="ADAL" clId="{DE868590-9F2C-4B03-9C62-B181C19ADC6C}" dt="2026-05-05T20:35:11.102" v="3444" actId="14100"/>
          <ac:picMkLst>
            <pc:docMk/>
            <pc:sldMk cId="1470715504" sldId="445"/>
            <ac:picMk id="3" creationId="{82ECAEB9-8609-D89A-BCDA-D304C239C325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E14-4E12-AEFB-59EEAEC4A15A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E14-4E12-AEFB-59EEAEC4A15A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E14-4E12-AEFB-59EEAEC4A15A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E14-4E12-AEFB-59EEAEC4A15A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E14-4E12-AEFB-59EEAEC4A1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83561724643477"/>
          <c:y val="0"/>
          <c:w val="0.60830272451413292"/>
          <c:h val="0.80091334742758524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F1-4C41-AF7D-CEFF718D5DA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F1-4C41-AF7D-CEFF718D5DA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AF1-4C41-AF7D-CEFF718D5DA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AF1-4C41-AF7D-CEFF718D5DA9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F1-4C41-AF7D-CEFF718D5D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96045198045871"/>
          <c:y val="0.19908665257241473"/>
          <c:w val="0.60830272451413292"/>
          <c:h val="0.80091334742758524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F1-4C41-AF7D-CEFF718D5DA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F1-4C41-AF7D-CEFF718D5DA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AF1-4C41-AF7D-CEFF718D5DA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AF1-4C41-AF7D-CEFF718D5DA9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F1-4C41-AF7D-CEFF718D5D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272175406258"/>
          <c:y val="2.7148179896238373E-2"/>
          <c:w val="0.60830272451413292"/>
          <c:h val="0.80091334742758524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explosion val="24"/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79-4D40-A7B9-B08530809C1D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79-4D40-A7B9-B08530809C1D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379-4D40-A7B9-B08530809C1D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379-4D40-A7B9-B08530809C1D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79-4D40-A7B9-B08530809C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013807928329151E-3"/>
          <c:y val="0.19908665257241473"/>
          <c:w val="0.60830272451413292"/>
          <c:h val="0.80091334742758524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3BA-4475-9198-2702789E2E7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3BA-4475-9198-2702789E2E7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3BA-4475-9198-2702789E2E7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3BA-4475-9198-2702789E2E79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95</c:v>
                </c:pt>
                <c:pt idx="1">
                  <c:v>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CA-4CAF-AE44-9DF1ECB0D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8D-4ABA-809F-DE9F6A9754AD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8D-4ABA-809F-DE9F6A9754AD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8D-4ABA-809F-DE9F6A9754AD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C8D-4ABA-809F-DE9F6A9754AD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8D-4ABA-809F-DE9F6A975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59487038222643"/>
          <c:y val="8.1444539688715123E-2"/>
          <c:w val="0.60830272451413292"/>
          <c:h val="0.80091334742758524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E2-41E8-AA45-F0648ACB35DD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E2-41E8-AA45-F0648ACB35DD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EE2-41E8-AA45-F0648ACB35DD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EE2-41E8-AA45-F0648ACB35DD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97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E2-41E8-AA45-F0648ACB3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53A-4DD1-B669-8B6553A84228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53A-4DD1-B669-8B6553A84228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53A-4DD1-B669-8B6553A84228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53A-4DD1-B669-8B6553A84228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93</c:v>
                </c:pt>
                <c:pt idx="1">
                  <c:v>7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3A-4DD1-B669-8B6553A84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EFB4B-FD0F-477A-B24D-2809953E74D7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85ECE-ACD0-4162-81D4-6AB2045C4D1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34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5ECE-ACD0-4162-81D4-6AB2045C4D15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011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E411-40DD-4B0A-5168-3C9C3A924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30F8C2-23E1-1574-1FCD-ABA82F835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925683-158D-615B-FA74-945C22707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47F73A-BD4B-585D-3A54-96BE2B8AF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5ECE-ACD0-4162-81D4-6AB2045C4D15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6426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ACEFA-DFB7-4347-27DB-4FEBFAC75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6278C7-C559-E1BC-41BB-FA6D23E21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04513F-67EF-01D5-EB2B-0B1B79024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CF3A9C-A675-2083-6266-566B4FC7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FBBBCD-5989-C3BC-A034-9B690689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317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E63BB-83F4-1488-AAFA-3A1BCF50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2ED79-98A3-28A0-647E-9CCFB12D2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4AC606-28FC-48D5-4CDC-ED071E7B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99D14-0038-1F77-CDED-A08ECD1F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0D1123-6F26-EFEE-1C08-87365795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793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C4743-3797-8EF2-54A6-2940A271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DD0B07-F8A5-DC14-18FB-A4E474F55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D3B3F7-0121-CE8C-25DB-25F3932D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CC36C-6547-E97B-2DA8-798437B1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F53F5-61E5-F47F-D5E4-4505C797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85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D1600-18E9-3780-C21A-4DA9FF47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7A6EC-91D0-3E68-103B-BCF12881A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ADF4F3-06DE-6D83-7700-ABB40B2E0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79D79B-4BD4-6605-4F6D-CCED1A26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9F05AC-CFCE-9BB7-83C0-CFDCABBC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3BAB0A-EF13-2518-5E13-187FC21C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4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5A756-2D08-DC5B-6E75-775C08FF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51D1C4-6D1E-11E3-4FFD-2958ADCAA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0582D3-FA06-662C-CF85-56150FABF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74B67F-FAC7-A2FB-B22A-DCF429E93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BD0DF1-037F-B8E5-6E9C-1C04CFDDE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57F22E-1B69-1ECE-530A-9EF708E8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34BC52-AA33-0C60-B68D-C8834129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12CC42-039D-0DC9-160A-02378CA4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96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D7C3D-9DFE-F065-25B5-BCE0679B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8ADFB9-187B-EA28-D84A-B062DDAE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C3CBF9-B46C-C1BA-C6FF-6C452C4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85F4E5-EEE4-6487-2D09-A044296D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444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973A7B-A1E0-F895-72AD-3DE739B5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D86808-12FB-21C8-E274-F1D773624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EC0A6B-95FD-A557-589A-2CE02C15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636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FD864-8826-7329-51E5-9CD1A063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09ADB9-885E-7E7B-9A2C-874995668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5B5454-5468-6E6C-8853-960D6D437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CDDAB4-E7A0-1173-7A43-EA615188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CBB48C-4002-A526-C2BB-F2D3D10B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941ECB-8AE1-BB38-EF81-4DBD9326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388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BDC84-9312-37EC-E4FD-86008977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B17A30E-2F86-5B90-A4B1-3A2B5443D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E092E0-BCB0-9282-7A3F-F1516474D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F91D30-F39C-702D-4BFE-EDCE1E6F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6B9C29-71E5-A677-6912-359645AE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09A72A-CA7D-C2AF-B32B-00B7888F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5717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04287-89E9-6A06-68B1-B739DFB7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52327C-4C34-B17F-D025-065373711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FDDE24-D2B2-6945-6223-0FAC668D4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9A85D8-E75A-716A-5AED-F0F5B7D9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DB26EB-3EED-F7C5-D125-13B2BE2A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385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7AFA14-DBF8-5C9D-2DD8-B1BD0E195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47767C-3976-5BB8-F6D7-43B337480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DEF89-245A-A6EA-A491-FA68305E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9CBE9C-176F-8B7D-AA5C-7B353126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6B3040-EFBC-2E04-2044-696B004B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511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7BE2EC-586A-DD9E-C280-FB23A330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94821B-7E1E-5B88-0C2C-4C14E87C3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861983-7AB0-F5B7-4A23-3E7917DA4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DEB5A-F4D6-4C7F-84CB-78EC876CF29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F6E65D-85D1-8556-46A3-C09F89197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45D03-B164-5562-C207-79E7B5F74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4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KMhJ7vw0HVagSIAGF2ZJD5Ku8hmIDjpM/view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emf"/><Relationship Id="rId5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w4RsvhRtcaGGWk5UKFb40TEHb8tsbzw1/view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vQMZQthxPKd0_JvujqlyEqQw2bqBwcg/view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chart" Target="../charts/char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I2zKr2bdYl5RkHLJ-w7Wymw5AlFXUA3d/view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2VvsIOOSXNCuSIpgIKXnWIW84nGKWWad/view?usp=shar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5" Type="http://schemas.openxmlformats.org/officeDocument/2006/relationships/image" Target="../media/image4.png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emf"/><Relationship Id="rId4" Type="http://schemas.openxmlformats.org/officeDocument/2006/relationships/hyperlink" Target="https://drive.google.com/file/d/1jYXLLvixDtzdYm8qnT43NxK_9Y5edrTU/view?usp=drive_link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file/d/1mtQ_-Qi1LwGPX1ibgvjGJj_A_8wl6xAP/view?usp=sharing" TargetMode="External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hyperlink" Target="https://drive.google.com/file/d/1vuwYDKAii8zmzo8vfspUjb-k_CPuj5TB/view?usp=sharin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zYonei6e3I5nnq83Vi9wWmX11dEf04rV/view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2jOx3Q5vUq51BgisGW47VSskqtLWwcKg/view?usp=shari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zVzk7w6EHZkAZ5TZg8EwfU1NhJNrAER9/view?usp=sharing" TargetMode="External"/><Relationship Id="rId2" Type="http://schemas.openxmlformats.org/officeDocument/2006/relationships/hyperlink" Target="https://drive.google.com/file/d/133j_UMT53ZQAtsaG3ZH6b_i0JLavnmVY/view?usp=sharing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iS4liFPzClW5On4BPbrOSwboYnzvLgVC/view?usp=sharing" TargetMode="External"/><Relationship Id="rId2" Type="http://schemas.openxmlformats.org/officeDocument/2006/relationships/hyperlink" Target="https://drive.google.com/file/d/1dfd1kMhni77micBpyTCuz1dRWOtJXG6C/view?usp=sharing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FA317-B3C6-544A-9CEC-25C65915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812C31D-3CC5-AE6F-6DC6-DC2AB7DB08B7}"/>
              </a:ext>
            </a:extLst>
          </p:cNvPr>
          <p:cNvSpPr/>
          <p:nvPr/>
        </p:nvSpPr>
        <p:spPr>
          <a:xfrm>
            <a:off x="0" y="0"/>
            <a:ext cx="3047999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D12CA50E-0C11-3EB7-AA8E-DD7D2EFB3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7" y="1512616"/>
            <a:ext cx="2560659" cy="485171"/>
          </a:xfrm>
          <a:prstGeom prst="rect">
            <a:avLst/>
          </a:prstGeom>
        </p:spPr>
      </p:pic>
      <p:pic>
        <p:nvPicPr>
          <p:cNvPr id="15" name="Imagen 14" descr="Un perro sentado en el suelo&#10;&#10;El contenido generado por IA puede ser incorrecto.">
            <a:extLst>
              <a:ext uri="{FF2B5EF4-FFF2-40B4-BE49-F238E27FC236}">
                <a16:creationId xmlns:a16="http://schemas.microsoft.com/office/drawing/2014/main" id="{D74108FF-D162-4798-6724-54AB54E7D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7B31CB7F-F65F-251B-F642-C7D40861EB8B}"/>
              </a:ext>
            </a:extLst>
          </p:cNvPr>
          <p:cNvSpPr txBox="1"/>
          <p:nvPr/>
        </p:nvSpPr>
        <p:spPr>
          <a:xfrm>
            <a:off x="125833" y="2828835"/>
            <a:ext cx="2796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INFORME MENSUAL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AUDITORIA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- Abril 2026 - 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02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E282-9F63-9DF6-BA90-42CB173E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916EE9CB-71E5-9AFE-8E7A-1A74FD75F23B}"/>
              </a:ext>
            </a:extLst>
          </p:cNvPr>
          <p:cNvSpPr txBox="1"/>
          <p:nvPr/>
        </p:nvSpPr>
        <p:spPr>
          <a:xfrm>
            <a:off x="2787898" y="1016734"/>
            <a:ext cx="8495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/>
              <a:t>La auditoria de forma critica evaluó KPIS específicos de la gestión a través de una encuesta, en la cual cada pregunta fue clusterizada y punteada de la siguiente manera:</a:t>
            </a:r>
            <a:endParaRPr lang="es-CO" sz="130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A27C6F-099B-23E2-0FBF-C940DFCE388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BD11828-949C-D2F6-7826-69821A46DC57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D4B4EC2-2B82-9176-5626-2B64202C2BEA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Abril</a:t>
            </a:r>
            <a:endParaRPr lang="es-CO" sz="16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5A1899-F51E-9451-B8A7-0A68A2BA8466}"/>
              </a:ext>
            </a:extLst>
          </p:cNvPr>
          <p:cNvSpPr txBox="1"/>
          <p:nvPr/>
        </p:nvSpPr>
        <p:spPr>
          <a:xfrm>
            <a:off x="2877350" y="2703016"/>
            <a:ext cx="87573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solidFill>
                  <a:srgbClr val="C00000"/>
                </a:solidFill>
              </a:rPr>
              <a:t>Descripción por  Clúster evaluado</a:t>
            </a:r>
            <a:r>
              <a:rPr lang="es-MX" sz="1200" dirty="0">
                <a:solidFill>
                  <a:srgbClr val="C00000"/>
                </a:solidFill>
              </a:rPr>
              <a:t>:</a:t>
            </a:r>
          </a:p>
          <a:p>
            <a:pPr algn="just"/>
            <a:endParaRPr lang="es-MX" sz="1200" dirty="0">
              <a:solidFill>
                <a:srgbClr val="C00000"/>
              </a:solidFill>
            </a:endParaRPr>
          </a:p>
          <a:p>
            <a:pPr algn="just"/>
            <a:r>
              <a:rPr lang="es-ES" sz="1200" b="1" dirty="0"/>
              <a:t>ACTIVIDADES DEL MES: </a:t>
            </a:r>
            <a:r>
              <a:rPr lang="es-ES" sz="1200" dirty="0"/>
              <a:t>Implementación de las actividades de acuerdo al canal: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Moderno: </a:t>
            </a:r>
            <a:r>
              <a:rPr lang="es-ES" sz="1200" dirty="0"/>
              <a:t>Tiene implementado el material POP correspondiente a las promociones que aplican en el PDV. Se evidencian actividades de plan pega en el punto de venta. Cuenta con material POP de la </a:t>
            </a:r>
            <a:r>
              <a:rPr lang="es-ES" sz="1200" dirty="0" err="1"/>
              <a:t>promo</a:t>
            </a:r>
            <a:r>
              <a:rPr lang="es-ES" sz="1200" dirty="0"/>
              <a:t> corporativa y tiene implementadas las exhibiciones negociadas en el PDV.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Especializado: </a:t>
            </a:r>
            <a:r>
              <a:rPr lang="es-ES" sz="1200" dirty="0"/>
              <a:t>Se encuentran las innovaciones (renovación de </a:t>
            </a:r>
            <a:r>
              <a:rPr lang="es-ES" sz="1200" dirty="0" err="1"/>
              <a:t>pouches</a:t>
            </a:r>
            <a:r>
              <a:rPr lang="es-ES" sz="1200" dirty="0"/>
              <a:t> Pro Plan, Feliz triple </a:t>
            </a:r>
            <a:r>
              <a:rPr lang="es-ES" sz="1200" dirty="0" err="1"/>
              <a:t>delicious</a:t>
            </a:r>
            <a:r>
              <a:rPr lang="es-ES" sz="1200" dirty="0"/>
              <a:t> y </a:t>
            </a:r>
            <a:r>
              <a:rPr lang="es-ES" sz="1200" dirty="0" err="1"/>
              <a:t>megamix</a:t>
            </a:r>
            <a:r>
              <a:rPr lang="es-ES" sz="1200" dirty="0"/>
              <a:t>, Dog Chow </a:t>
            </a:r>
            <a:r>
              <a:rPr lang="es-ES" sz="1200" dirty="0" err="1"/>
              <a:t>pouches</a:t>
            </a:r>
            <a:r>
              <a:rPr lang="es-ES" sz="1200" dirty="0"/>
              <a:t> de alta proteína y </a:t>
            </a:r>
            <a:r>
              <a:rPr lang="es-ES" sz="1200" dirty="0" err="1"/>
              <a:t>multiproteína</a:t>
            </a:r>
            <a:r>
              <a:rPr lang="es-ES" sz="1200" dirty="0"/>
              <a:t>). Se evidencia en el lineal las referencias de 1,5 en PU y ADU de la marca Excellent. Se encuentra la nueva referencia de Excellent esterilizado de 1K y la referencia de Pro Plan WET de salmón y urinario. Adicionalmente, el punto maneja la categoría de snack y se valida presencia.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Tradicional: </a:t>
            </a:r>
            <a:r>
              <a:rPr lang="es-ES" sz="1200" dirty="0"/>
              <a:t>Conoce el precio de la paquetería (Dog Chow 350g / 475g y Cat Chow 200g). Se evidencia conocimiento de las innovaciones de alta proteína en paquetería y disponibilidad en PDV, así como de las innovaciones en ristras WET y nutrición reforzada de WET, validando su presencia en el punto de venta.</a:t>
            </a:r>
            <a:endParaRPr lang="es-MX" sz="1200" dirty="0"/>
          </a:p>
          <a:p>
            <a:pPr algn="just"/>
            <a:r>
              <a:rPr lang="es-MX" sz="1200" b="1" dirty="0"/>
              <a:t>EJECUCION DEL PDV:  </a:t>
            </a:r>
            <a:r>
              <a:rPr lang="es-MX" sz="1200" dirty="0"/>
              <a:t>Limpieza del pdv, Precio y surtido de productos, Infaltables, ayuda ventas, conocimiento en surtidos, estrategia de exhibición para las marcas Mainstrain (Alpo y Gatsy) de Purina , % de participación que tiene en el punto de venta.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HORARIO: </a:t>
            </a:r>
            <a:r>
              <a:rPr lang="es-MX" sz="1200" dirty="0"/>
              <a:t>El asesor debe estar presente en pdv en los turnos compartidos por malla horaria. 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UNIFORME: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Cumple con el código de vestimenta, limpios y en buen estado: Pantalón, Camisa, calzado.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Cabello limpio, organizado y recogido.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No exceso de maquillaje, accesorios no propios del uniforme, tatuajes, piercings, uñas desarregladas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9D9442A-C892-F626-09BD-F1584A65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87325"/>
            <a:ext cx="3227614" cy="123940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6FB5FE9-B5FF-430C-70DD-1A98F0726A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1C9301DA-7D65-61FA-00C5-DCF2DF3F7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24F262B-A3D1-E975-4AE9-A13AE152931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3207195"/>
            <a:ext cx="463336" cy="46333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E7339F9-75FA-3788-907E-F9E8AD0C0471}"/>
              </a:ext>
            </a:extLst>
          </p:cNvPr>
          <p:cNvSpPr txBox="1"/>
          <p:nvPr/>
        </p:nvSpPr>
        <p:spPr>
          <a:xfrm>
            <a:off x="862224" y="31880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CBAF28B-4381-CD77-9109-915F46BB08BF}"/>
              </a:ext>
            </a:extLst>
          </p:cNvPr>
          <p:cNvSpPr txBox="1"/>
          <p:nvPr/>
        </p:nvSpPr>
        <p:spPr>
          <a:xfrm>
            <a:off x="862224" y="227037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7FE0B76-7830-BB16-89A4-2E7C21EFA57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98888" y="2322712"/>
            <a:ext cx="463336" cy="46333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F4BE0E8-4C86-8B69-84A8-6CA58B6C966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4117085"/>
            <a:ext cx="463336" cy="463336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897E9EAB-B351-D02D-23DD-CF9BBD6E16A7}"/>
              </a:ext>
            </a:extLst>
          </p:cNvPr>
          <p:cNvSpPr txBox="1"/>
          <p:nvPr/>
        </p:nvSpPr>
        <p:spPr>
          <a:xfrm>
            <a:off x="862224" y="4097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01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F0D9E00-62B8-F581-08CE-1657F389A062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8923BB3-648E-8035-B4BA-B1B176CC9BA6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17A915-85AE-5FA2-8B73-8C6D4927CC78}"/>
              </a:ext>
            </a:extLst>
          </p:cNvPr>
          <p:cNvSpPr txBox="1"/>
          <p:nvPr/>
        </p:nvSpPr>
        <p:spPr>
          <a:xfrm>
            <a:off x="2877350" y="1328821"/>
            <a:ext cx="8652072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Del panel propuesto de 5 PDV, se logran visitar 4 pdv con 3 auditorias efectivas.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Detalle de la ejecucion por ciudad de acuerdo con los objetivos propuestos: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BFD5C63-9190-FCFB-F015-5ECE2AE5FF00}"/>
              </a:ext>
            </a:extLst>
          </p:cNvPr>
          <p:cNvSpPr txBox="1"/>
          <p:nvPr/>
        </p:nvSpPr>
        <p:spPr>
          <a:xfrm>
            <a:off x="2877350" y="3772842"/>
            <a:ext cx="8495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Detalle PDV con cobertura, </a:t>
            </a:r>
            <a:r>
              <a:rPr lang="es-MX" sz="1400" b="1" dirty="0">
                <a:solidFill>
                  <a:srgbClr val="FF0000"/>
                </a:solidFill>
              </a:rPr>
              <a:t>SIN AUDITORIA EFECTIVA</a:t>
            </a:r>
            <a:r>
              <a:rPr lang="es-MX" sz="1400" dirty="0"/>
              <a:t>: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BA27AD2-FF10-D704-B2E0-9BCAC1184AF8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Abril</a:t>
            </a:r>
            <a:endParaRPr lang="es-CO" sz="16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DB50671F-D68C-70ED-E4CE-F39D1F22282D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74071" y="3207195"/>
            <a:ext cx="463336" cy="463336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1C7F55D6-A264-B727-E600-FAE8E859ADEB}"/>
              </a:ext>
            </a:extLst>
          </p:cNvPr>
          <p:cNvSpPr txBox="1"/>
          <p:nvPr/>
        </p:nvSpPr>
        <p:spPr>
          <a:xfrm>
            <a:off x="862224" y="31880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754FD07-B477-EFF9-2083-7A754F88E7D4}"/>
              </a:ext>
            </a:extLst>
          </p:cNvPr>
          <p:cNvSpPr txBox="1"/>
          <p:nvPr/>
        </p:nvSpPr>
        <p:spPr>
          <a:xfrm>
            <a:off x="862224" y="227037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E2261168-6CA0-29A5-4239-B697211CEA9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98888" y="2322712"/>
            <a:ext cx="463336" cy="4633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FA7D9D6-B13F-4821-03D4-EB922814E09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74071" y="4117085"/>
            <a:ext cx="463336" cy="463336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7E2870BA-A285-9D5B-9F6B-50D42D2AE4E9}"/>
              </a:ext>
            </a:extLst>
          </p:cNvPr>
          <p:cNvSpPr txBox="1"/>
          <p:nvPr/>
        </p:nvSpPr>
        <p:spPr>
          <a:xfrm>
            <a:off x="862224" y="4097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7D70C84-5435-A1DA-EE2B-56D05274E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279" y="4389921"/>
            <a:ext cx="6286500" cy="381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4B5EFDF-7EF2-D663-6412-09EF6242A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3026" y="2185999"/>
            <a:ext cx="82867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8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374E-B733-B0F9-1088-1EB4EA92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BDE0322-30DB-9007-ED46-C39CBD8D1A5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1F8664AF-1E86-C238-78AC-FD7CDD600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C45A2B3-CBE7-6AF2-715B-B91866D1BE66}"/>
              </a:ext>
            </a:extLst>
          </p:cNvPr>
          <p:cNvSpPr txBox="1"/>
          <p:nvPr/>
        </p:nvSpPr>
        <p:spPr>
          <a:xfrm>
            <a:off x="2902157" y="843199"/>
            <a:ext cx="857253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600" dirty="0"/>
              <a:t>Evaluando los pdv se obtiene un resultado del Mystery de un 95% frente a los KPIS propuestos de gestión. 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89F43F9-A8D1-2800-F11E-55D722EFFAFC}"/>
              </a:ext>
            </a:extLst>
          </p:cNvPr>
          <p:cNvCxnSpPr>
            <a:cxnSpLocks/>
          </p:cNvCxnSpPr>
          <p:nvPr/>
        </p:nvCxnSpPr>
        <p:spPr>
          <a:xfrm>
            <a:off x="2877350" y="66927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C92EF89-8EA7-2F37-9EBE-23952BEC36F9}"/>
              </a:ext>
            </a:extLst>
          </p:cNvPr>
          <p:cNvSpPr/>
          <p:nvPr/>
        </p:nvSpPr>
        <p:spPr>
          <a:xfrm>
            <a:off x="9531626" y="486320"/>
            <a:ext cx="2335696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RESULTADOS OBTENIDOS</a:t>
            </a:r>
            <a:endParaRPr lang="es-CO" sz="1400" b="1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7E81395-129E-34AB-56A2-C2BF691746BB}"/>
              </a:ext>
            </a:extLst>
          </p:cNvPr>
          <p:cNvSpPr txBox="1"/>
          <p:nvPr/>
        </p:nvSpPr>
        <p:spPr>
          <a:xfrm>
            <a:off x="150296" y="3734202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56C0D7C-16C6-2D3B-B087-A36CC226F911}"/>
              </a:ext>
            </a:extLst>
          </p:cNvPr>
          <p:cNvSpPr txBox="1"/>
          <p:nvPr/>
        </p:nvSpPr>
        <p:spPr>
          <a:xfrm>
            <a:off x="2946880" y="66181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Abril</a:t>
            </a:r>
            <a:endParaRPr lang="es-CO" sz="16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C3FC970-57AB-4FD0-65DF-59A13474228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1771570"/>
            <a:ext cx="463336" cy="4633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C50A4FE-0CF4-4D0A-FF80-1478B67A80C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2681460"/>
            <a:ext cx="463336" cy="4633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B33E685-CB0A-3924-CB71-EF4AB275B73D}"/>
              </a:ext>
            </a:extLst>
          </p:cNvPr>
          <p:cNvSpPr txBox="1"/>
          <p:nvPr/>
        </p:nvSpPr>
        <p:spPr>
          <a:xfrm>
            <a:off x="880240" y="4785287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8E940711-7320-EC9B-E285-9B038A984E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4003934"/>
              </p:ext>
            </p:extLst>
          </p:nvPr>
        </p:nvGraphicFramePr>
        <p:xfrm>
          <a:off x="374071" y="4375292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2" name="Imagen 21">
            <a:extLst>
              <a:ext uri="{FF2B5EF4-FFF2-40B4-BE49-F238E27FC236}">
                <a16:creationId xmlns:a16="http://schemas.microsoft.com/office/drawing/2014/main" id="{28C01613-0401-DDB9-E6E1-1BDE16E3C0A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933653"/>
            <a:ext cx="463336" cy="463336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FD14D792-22DE-F1FE-EF17-CAF5C629EFED}"/>
              </a:ext>
            </a:extLst>
          </p:cNvPr>
          <p:cNvSpPr txBox="1"/>
          <p:nvPr/>
        </p:nvSpPr>
        <p:spPr>
          <a:xfrm>
            <a:off x="880240" y="1796262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99F17F9-4356-6DD4-A8B5-6AAA53D78866}"/>
              </a:ext>
            </a:extLst>
          </p:cNvPr>
          <p:cNvSpPr txBox="1"/>
          <p:nvPr/>
        </p:nvSpPr>
        <p:spPr>
          <a:xfrm>
            <a:off x="880240" y="878566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55D0609-F13B-5E9C-E0D6-0C9A3A27F6A6}"/>
              </a:ext>
            </a:extLst>
          </p:cNvPr>
          <p:cNvSpPr txBox="1"/>
          <p:nvPr/>
        </p:nvSpPr>
        <p:spPr>
          <a:xfrm>
            <a:off x="880240" y="2706152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4FAAD9-D47D-02D6-5D4E-304E316B9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7025" y="1796262"/>
            <a:ext cx="7076966" cy="174301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2520869-95E4-15B1-C7B4-FE105AAA77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7024" y="4099486"/>
            <a:ext cx="7076965" cy="174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17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CA72-C7DC-7745-1CC6-BDBCF856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EE8686E-B91A-9E6B-62A7-CD883591BEB8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25997A0A-64EC-2C6D-0BAF-049280E08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70A9143-A4D1-C278-F938-ABF6B4364DBE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6A5E136-7154-3260-1737-F7AE658A220B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JUMBO HAYUELOS – BOGOTA          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Moderno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4A7B6B1-B361-B3A7-C3F5-E70E2BA9AF3E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B1B2FE3-5A21-7072-5A93-D55ED8223954}"/>
              </a:ext>
            </a:extLst>
          </p:cNvPr>
          <p:cNvSpPr txBox="1"/>
          <p:nvPr/>
        </p:nvSpPr>
        <p:spPr>
          <a:xfrm>
            <a:off x="3176272" y="5906274"/>
            <a:ext cx="720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https://drive.google.com/file/d/1KMhJ7vw0HVagSIAGF2ZJD5Ku8hmIDjpM/view?usp=sharing</a:t>
            </a:r>
            <a:endParaRPr lang="es-CO" u="sng" dirty="0"/>
          </a:p>
          <a:p>
            <a:endParaRPr lang="es-CO" u="sng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C78A946-812D-AACC-F9D6-6E0EB8E2D2AA}"/>
              </a:ext>
            </a:extLst>
          </p:cNvPr>
          <p:cNvSpPr txBox="1"/>
          <p:nvPr/>
        </p:nvSpPr>
        <p:spPr>
          <a:xfrm>
            <a:off x="3086591" y="3630085"/>
            <a:ext cx="834984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que el asesor tiene buena presentación personal, tiene claro los infaltables, los porcentajes de participación de la marca, diferentes exhibiciones ordenadas.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La exhibición negociada en el punto de venta tiene Dog Chow, menciona que porque esta agotado Cat Chow y no se debe sacar producto del lineal.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A8839C6-D8EE-6AD3-22C7-F9BFCD494DD7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FA6951D-F398-08F1-31FE-29E0764DA21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65440AAD-38DC-5E8D-EEA7-91B425579C09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BD12A49-37B7-3732-8E44-0DE38AC47807}"/>
              </a:ext>
            </a:extLst>
          </p:cNvPr>
          <p:cNvSpPr txBox="1"/>
          <p:nvPr/>
        </p:nvSpPr>
        <p:spPr>
          <a:xfrm>
            <a:off x="821331" y="4507458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74B4AD8C-7EC4-8F80-7AB1-BF1D9F2C32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2445328"/>
              </p:ext>
            </p:extLst>
          </p:nvPr>
        </p:nvGraphicFramePr>
        <p:xfrm>
          <a:off x="376202" y="4128528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8F81B22F-B5E9-9036-B904-D8098F0B8D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112" y="1221065"/>
            <a:ext cx="5753735" cy="186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2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A6D0-1E19-EB50-02CF-F928D62C4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CC76380-1FB2-87B0-894F-6B73E1B19DD4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0A62C637-35FB-1186-F6D9-9F4E75B06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7AA6A71-239E-E4A7-A28D-B172229330F4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C2E8713-C189-633D-AB41-A294786BAB52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COORATIENDAS MERCAHERMANOS – BOGOTA          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E533E2F-AFB8-724F-AF2D-95FCB474058A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B73E084-AD8D-15A4-E979-F2F33388F054}"/>
              </a:ext>
            </a:extLst>
          </p:cNvPr>
          <p:cNvSpPr txBox="1"/>
          <p:nvPr/>
        </p:nvSpPr>
        <p:spPr>
          <a:xfrm>
            <a:off x="3176272" y="5906274"/>
            <a:ext cx="720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https://drive.google.com/file/d/1w4RsvhRtcaGGWk5UKFb40TEHb8tsbzw1/view?usp=sharing</a:t>
            </a:r>
            <a:endParaRPr lang="es-CO" u="sng" dirty="0"/>
          </a:p>
          <a:p>
            <a:endParaRPr lang="es-CO" u="sng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CE111A5-1D2C-DB3B-D4C8-EDBCEACF9129}"/>
              </a:ext>
            </a:extLst>
          </p:cNvPr>
          <p:cNvSpPr txBox="1"/>
          <p:nvPr/>
        </p:nvSpPr>
        <p:spPr>
          <a:xfrm>
            <a:off x="3020823" y="3477410"/>
            <a:ext cx="8349845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excelente presentación personal, tiene claro los infaltables, los porcentajes de participación de la marca, todo está organizado y limpio.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No tiene material POP implementado en punto de venta indica que el material que tenia se le agoto y esta a la espera que le llegue nuevo material.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Indica que se logro reabastecer el punto ya que estaba con agotados por un tema de cartera.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38BEFB-B430-F412-71BC-4E78E8D60B2E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E2E8474-9C3F-152F-F5E2-013746636F91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C080E642-BD7D-7BAA-24D6-11D2841FA874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AE854DC-F963-617F-C6D0-8FD837CB7F09}"/>
              </a:ext>
            </a:extLst>
          </p:cNvPr>
          <p:cNvSpPr txBox="1"/>
          <p:nvPr/>
        </p:nvSpPr>
        <p:spPr>
          <a:xfrm>
            <a:off x="821331" y="4507458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D4F8210F-6F86-7DE5-FD2C-A8849FBB87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800289"/>
              </p:ext>
            </p:extLst>
          </p:nvPr>
        </p:nvGraphicFramePr>
        <p:xfrm>
          <a:off x="231494" y="390867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8CD4988A-3F78-9016-F485-21F5398D3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823" y="1119219"/>
            <a:ext cx="7533056" cy="201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5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F6D07-D748-A3A7-8D44-E6649019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5792759-9FBC-9AC7-2BF2-DC343918255B}"/>
              </a:ext>
            </a:extLst>
          </p:cNvPr>
          <p:cNvSpPr/>
          <p:nvPr/>
        </p:nvSpPr>
        <p:spPr>
          <a:xfrm>
            <a:off x="0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57EC908F-0060-95FB-32F9-B1790AE9B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0977CCC-A5AB-2618-3834-D41A0265237C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74C6944-CF75-130F-CAC3-749C2239BA8A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MARKET LA 16  - BARRANQUILLA</a:t>
            </a:r>
            <a:b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236D3EA-8BB8-2192-63DC-EA415BE6D844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F9559C-C81E-0D3A-6511-A566CD6EE04B}"/>
              </a:ext>
            </a:extLst>
          </p:cNvPr>
          <p:cNvSpPr txBox="1"/>
          <p:nvPr/>
        </p:nvSpPr>
        <p:spPr>
          <a:xfrm>
            <a:off x="3020824" y="3418361"/>
            <a:ext cx="834984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que la persona tiene buena presentación en general.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Indica que no tiene producto de Dog </a:t>
            </a:r>
            <a:r>
              <a:rPr lang="es-MX" sz="1600" dirty="0" err="1"/>
              <a:t>chow</a:t>
            </a:r>
            <a:r>
              <a:rPr lang="es-MX" sz="1600" dirty="0"/>
              <a:t> en el lineal porque van a cambiar la presentación y que no tienen casi mercancía en el punto están esperando pedido.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Conoce el porcentaje de la exhibición y tiene sus respectivos precios.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E580B8F-7E45-BC1C-2727-72D91897F2D6}"/>
              </a:ext>
            </a:extLst>
          </p:cNvPr>
          <p:cNvSpPr txBox="1"/>
          <p:nvPr/>
        </p:nvSpPr>
        <p:spPr>
          <a:xfrm>
            <a:off x="3020824" y="5759726"/>
            <a:ext cx="720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https://drive.google.com/file/d/17vQMZQthxPKd0_JvujqlyEqQw2bqBwcg/view?usp=sharing</a:t>
            </a:r>
            <a:endParaRPr lang="es-CO" u="sng" dirty="0"/>
          </a:p>
          <a:p>
            <a:endParaRPr lang="es-CO" u="sng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47E2D79-BA1B-B55F-A39E-45F90FBCC08A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8C7777E-5773-B684-E689-9CAD9824EB4B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C45025A-07E6-E1E1-DE72-5AD626211CC2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9E23FC6-E1C4-46A8-CF21-40207D51BDDA}"/>
              </a:ext>
            </a:extLst>
          </p:cNvPr>
          <p:cNvSpPr txBox="1"/>
          <p:nvPr/>
        </p:nvSpPr>
        <p:spPr>
          <a:xfrm>
            <a:off x="821331" y="4507458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10243C41-D489-3F6B-B355-C752C291C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3738195"/>
              </p:ext>
            </p:extLst>
          </p:nvPr>
        </p:nvGraphicFramePr>
        <p:xfrm>
          <a:off x="315162" y="402621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82ECAEB9-8609-D89A-BCDA-D304C239C3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2930" y="1488232"/>
            <a:ext cx="6569710" cy="142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15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DA81-7E67-20D2-07F1-F66B7E65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35E8222-C1C6-18CA-C525-73654A76D1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E435962-EC1D-78A9-248D-800CD3E528F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0CC7BA8-462E-3CE8-E3A4-EA533E1CD942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GRANERO PAUL 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Tradicional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BF0B0BC-435B-DBB6-2746-CC63F3DEAFD1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18D1376-9561-828A-CF36-824547D07522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22933C-BA12-E063-5BCF-E0BE2956583D}"/>
              </a:ext>
            </a:extLst>
          </p:cNvPr>
          <p:cNvSpPr txBox="1"/>
          <p:nvPr/>
        </p:nvSpPr>
        <p:spPr>
          <a:xfrm>
            <a:off x="2877350" y="2282599"/>
            <a:ext cx="758578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Se informa en el grupo de Purina Nestle que no estaba la activadora en el </a:t>
            </a:r>
            <a:r>
              <a:rPr lang="es-ES" sz="1600" dirty="0" err="1"/>
              <a:t>pdv</a:t>
            </a:r>
            <a:r>
              <a:rPr lang="es-ES" sz="1600" dirty="0"/>
              <a:t> granero </a:t>
            </a:r>
            <a:r>
              <a:rPr lang="es-ES" sz="1600" dirty="0" err="1"/>
              <a:t>paul</a:t>
            </a:r>
            <a:r>
              <a:rPr lang="es-ES" sz="1600" dirty="0"/>
              <a:t> y informan que la persona es nueva y esta en plan canguro.</a:t>
            </a: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7CB25710-62D1-D60E-F4F8-346AD4010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5762C8E-CF9F-0A04-76B9-F605856CECEA}"/>
              </a:ext>
            </a:extLst>
          </p:cNvPr>
          <p:cNvSpPr txBox="1"/>
          <p:nvPr/>
        </p:nvSpPr>
        <p:spPr>
          <a:xfrm>
            <a:off x="2877350" y="3671585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3"/>
              </a:rPr>
              <a:t>https://drive.google.com/file/d/1I2zKr2bdYl5RkHLJ-w7Wymw5AlFXUA3d/view?usp=sharing</a:t>
            </a:r>
            <a:endParaRPr lang="es-CO" dirty="0"/>
          </a:p>
          <a:p>
            <a:endParaRPr lang="es-CO" dirty="0"/>
          </a:p>
          <a:p>
            <a:r>
              <a:rPr lang="es-CO" dirty="0">
                <a:hlinkClick r:id="rId4"/>
              </a:rPr>
              <a:t>https://drive.google.com/file/d/12VvsIOOSXNCuSIpgIKXnWIW84nGKWWad/view?usp=sharing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3015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E534D02-B8C7-B74F-CB12-01F23F1DF649}"/>
              </a:ext>
            </a:extLst>
          </p:cNvPr>
          <p:cNvSpPr/>
          <p:nvPr/>
        </p:nvSpPr>
        <p:spPr>
          <a:xfrm>
            <a:off x="0" y="0"/>
            <a:ext cx="3047999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A0D168E-1DD6-DBBA-D591-BCE26B9FE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7" y="1512616"/>
            <a:ext cx="2560659" cy="485171"/>
          </a:xfrm>
          <a:prstGeom prst="rect">
            <a:avLst/>
          </a:prstGeom>
        </p:spPr>
      </p:pic>
      <p:pic>
        <p:nvPicPr>
          <p:cNvPr id="15" name="Imagen 14" descr="Un perro sentado en el suelo&#10;&#10;El contenido generado por IA puede ser incorrecto.">
            <a:extLst>
              <a:ext uri="{FF2B5EF4-FFF2-40B4-BE49-F238E27FC236}">
                <a16:creationId xmlns:a16="http://schemas.microsoft.com/office/drawing/2014/main" id="{5A180245-F026-E164-C1D0-FEAD3A5BE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AD1F5A1-A45B-7474-6EF8-7CEEC5771C78}"/>
              </a:ext>
            </a:extLst>
          </p:cNvPr>
          <p:cNvSpPr txBox="1"/>
          <p:nvPr/>
        </p:nvSpPr>
        <p:spPr>
          <a:xfrm>
            <a:off x="88425" y="2828835"/>
            <a:ext cx="2796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INFORME MENSUAL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MISTERY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- Abril 2026 - 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772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E282-9F63-9DF6-BA90-42CB173E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155CB5D-BA0C-CAF7-2F0F-4394F9AD5844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F66B9E6-5CEA-0421-DFAD-B5F1900EB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16EE9CB-71E5-9AFE-8E7A-1A74FD75F23B}"/>
              </a:ext>
            </a:extLst>
          </p:cNvPr>
          <p:cNvSpPr txBox="1"/>
          <p:nvPr/>
        </p:nvSpPr>
        <p:spPr>
          <a:xfrm>
            <a:off x="2787898" y="1016734"/>
            <a:ext cx="8495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/>
              <a:t>El mystery shopper de forma critica evaluó KPIS específicos de la gestión a través de una encuesta, en la cual cada pregunta fue clusterizada y punteada de la siguiente manera:</a:t>
            </a:r>
            <a:endParaRPr lang="es-CO" sz="130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A27C6F-099B-23E2-0FBF-C940DFCE388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BD11828-949C-D2F6-7826-69821A46DC57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D4B4EC2-2B82-9176-5626-2B64202C2BEA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SHOPPER</a:t>
            </a:r>
          </a:p>
          <a:p>
            <a:r>
              <a:rPr lang="es-MX" sz="1600" dirty="0"/>
              <a:t>Abril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5A1899-F51E-9451-B8A7-0A68A2BA8466}"/>
              </a:ext>
            </a:extLst>
          </p:cNvPr>
          <p:cNvSpPr txBox="1"/>
          <p:nvPr/>
        </p:nvSpPr>
        <p:spPr>
          <a:xfrm>
            <a:off x="2787898" y="2877569"/>
            <a:ext cx="914502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solidFill>
                  <a:srgbClr val="C00000"/>
                </a:solidFill>
              </a:rPr>
              <a:t>Descripción por  Clúster evaluado</a:t>
            </a:r>
            <a:r>
              <a:rPr lang="es-MX" sz="1200" dirty="0">
                <a:solidFill>
                  <a:srgbClr val="C00000"/>
                </a:solidFill>
              </a:rPr>
              <a:t>:</a:t>
            </a:r>
          </a:p>
          <a:p>
            <a:pPr algn="just"/>
            <a:endParaRPr lang="es-MX" sz="500" dirty="0">
              <a:solidFill>
                <a:srgbClr val="C00000"/>
              </a:solidFill>
            </a:endParaRPr>
          </a:p>
          <a:p>
            <a:pPr algn="just"/>
            <a:r>
              <a:rPr lang="es-MX" sz="1200" b="1" dirty="0"/>
              <a:t>PORTAFOLIO Y MANEJO DE OBJECIONES: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Evalúa la capacidad del asesor para indagar necesidades del cliente, manejar objeciones de precio, comunicar beneficios clave (ingredientes, resultados, nutrición), aplicar el </a:t>
            </a:r>
            <a:r>
              <a:rPr lang="es-ES" sz="1200" dirty="0" err="1"/>
              <a:t>speech</a:t>
            </a:r>
            <a:r>
              <a:rPr lang="es-ES" sz="1200" dirty="0"/>
              <a:t> correcto, explicar promociones y guiar adecuadamente al </a:t>
            </a:r>
            <a:r>
              <a:rPr lang="es-ES" sz="1200" dirty="0" err="1"/>
              <a:t>shopper</a:t>
            </a:r>
            <a:r>
              <a:rPr lang="es-ES" sz="1200" dirty="0"/>
              <a:t> hacia el cierre de la compra.</a:t>
            </a:r>
            <a:r>
              <a:rPr lang="es-MX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u="sng" dirty="0"/>
              <a:t>Moderno:</a:t>
            </a:r>
            <a:r>
              <a:rPr lang="es-ES" sz="1200" dirty="0"/>
              <a:t> Evalúa la recomendación inicial de marcas, oferta de húmedos y conocimiento de dinámicas del PDV comunicando beneficios clave.</a:t>
            </a:r>
            <a:br>
              <a:rPr lang="es-ES" sz="1200" dirty="0"/>
            </a:br>
            <a:r>
              <a:rPr lang="es-ES" sz="1200" u="sng" dirty="0"/>
              <a:t>Especializado: </a:t>
            </a:r>
            <a:r>
              <a:rPr lang="es-ES" sz="1200" dirty="0"/>
              <a:t>Analiza la asesoría experta, manejo de objeciones y comunicación de beneficios del portafolio (Pro Plan y Excellent).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u="sng" dirty="0"/>
              <a:t>Tradicional: </a:t>
            </a:r>
            <a:r>
              <a:rPr lang="es-ES" sz="1200" dirty="0"/>
              <a:t>Mide la oferta del portafolio básico, comunicación simple de beneficios y mención de innovaciones.</a:t>
            </a:r>
            <a:endParaRPr lang="es-MX" sz="1200" dirty="0"/>
          </a:p>
          <a:p>
            <a:pPr algn="just"/>
            <a:endParaRPr lang="es-MX" sz="500" dirty="0"/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ABORDAJE: </a:t>
            </a:r>
            <a:r>
              <a:rPr lang="es-MX" sz="1200" dirty="0"/>
              <a:t>Se debe realizar un abordaje proactivo en pdv (inferior a 1 min) </a:t>
            </a:r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HORARIO: </a:t>
            </a:r>
            <a:r>
              <a:rPr lang="es-MX" sz="1200" dirty="0"/>
              <a:t>El asesor debe estar presente en pdv en los turnos compartidos por malla horaria. </a:t>
            </a:r>
          </a:p>
          <a:p>
            <a:pPr algn="just"/>
            <a:endParaRPr lang="es-MX" sz="500" dirty="0"/>
          </a:p>
          <a:p>
            <a:pPr algn="just"/>
            <a:r>
              <a:rPr lang="es-MX" sz="1200" b="1" dirty="0"/>
              <a:t>LABOR DE VENTA:</a:t>
            </a:r>
            <a:r>
              <a:rPr lang="es-MX" sz="1200" dirty="0"/>
              <a:t> El asesor debe realizar un speech que incentive la compra de producto al mystery shopper. </a:t>
            </a:r>
          </a:p>
          <a:p>
            <a:pPr algn="just"/>
            <a:endParaRPr lang="es-MX" sz="500" dirty="0"/>
          </a:p>
          <a:p>
            <a:pPr algn="just"/>
            <a:r>
              <a:rPr lang="es-MX" sz="1200" b="1" dirty="0"/>
              <a:t>UNIFORME: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Cumple con el código de vestimenta, limpios y en buen estado: Pantalón, Camisa, calzado.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Cabello limpio, organizado y recogido.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No exceso de maquillaje, accesorios no propios del uniforme, tatuajes, piercings, uñas desarregladas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1FE9502-6EA2-6ECC-1050-E1D15CE3862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85361" y="2590093"/>
            <a:ext cx="463336" cy="46333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D2E08F5-B510-FE06-B41E-4FB7DF273523}"/>
              </a:ext>
            </a:extLst>
          </p:cNvPr>
          <p:cNvSpPr txBox="1"/>
          <p:nvPr/>
        </p:nvSpPr>
        <p:spPr>
          <a:xfrm>
            <a:off x="973514" y="2570965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0E2930-599A-7419-C11D-C0E4A40A637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80689" y="3307226"/>
            <a:ext cx="463336" cy="46333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E239DFB-2386-4AB7-F74B-4DD809211AF4}"/>
              </a:ext>
            </a:extLst>
          </p:cNvPr>
          <p:cNvSpPr txBox="1"/>
          <p:nvPr/>
        </p:nvSpPr>
        <p:spPr>
          <a:xfrm>
            <a:off x="968842" y="328809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D140C20-01C3-7105-AB68-98051006E0E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80689" y="4100546"/>
            <a:ext cx="463336" cy="46333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831277D-D2C9-EB04-036B-06276EE82E92}"/>
              </a:ext>
            </a:extLst>
          </p:cNvPr>
          <p:cNvSpPr txBox="1"/>
          <p:nvPr/>
        </p:nvSpPr>
        <p:spPr>
          <a:xfrm>
            <a:off x="968842" y="408141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C9D0CF-5365-4935-68E8-80C317697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381" y="1517152"/>
            <a:ext cx="4883150" cy="13462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34B949C-24C9-B59B-7580-7636EB5B2836}"/>
              </a:ext>
            </a:extLst>
          </p:cNvPr>
          <p:cNvSpPr txBox="1"/>
          <p:nvPr/>
        </p:nvSpPr>
        <p:spPr>
          <a:xfrm>
            <a:off x="944025" y="490608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Pereira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7A414BA-12CA-4FDC-E578-0890ABF8C28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69318" y="4966807"/>
            <a:ext cx="463336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14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16316" y="-914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F0D9E00-62B8-F581-08CE-1657F389A062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8923BB3-648E-8035-B4BA-B1B176CC9BA6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17A915-85AE-5FA2-8B73-8C6D4927CC78}"/>
              </a:ext>
            </a:extLst>
          </p:cNvPr>
          <p:cNvSpPr txBox="1"/>
          <p:nvPr/>
        </p:nvSpPr>
        <p:spPr>
          <a:xfrm>
            <a:off x="2877350" y="1575043"/>
            <a:ext cx="865207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Se logran impactar un total de 6 </a:t>
            </a:r>
            <a:r>
              <a:rPr lang="es-MX" sz="1600" dirty="0" err="1"/>
              <a:t>pdv</a:t>
            </a:r>
            <a:r>
              <a:rPr lang="es-MX" sz="1600" dirty="0"/>
              <a:t> con 3 </a:t>
            </a:r>
            <a:r>
              <a:rPr lang="es-MX" sz="1600" dirty="0" err="1"/>
              <a:t>mysterys</a:t>
            </a:r>
            <a:r>
              <a:rPr lang="es-MX" sz="1600" dirty="0"/>
              <a:t> efectivos.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Detalle de la ejecución por ciudad de acuerdo con los objetivos propuestos:</a:t>
            </a:r>
            <a:br>
              <a:rPr lang="es-MX" sz="1600" dirty="0"/>
            </a:br>
            <a:endParaRPr lang="es-MX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4FA1C8-16CE-F1F1-0F72-53231C1F0B27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SHOPPER</a:t>
            </a:r>
          </a:p>
          <a:p>
            <a:r>
              <a:rPr lang="es-MX" sz="1600" dirty="0"/>
              <a:t>Abril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B2F1295-C3EC-2E92-15E0-706EACA2C06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85361" y="2590093"/>
            <a:ext cx="463336" cy="46333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1669286-61E7-5703-1C1A-367F06F299E6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80689" y="3307226"/>
            <a:ext cx="463336" cy="46333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72DA5227-58EC-8503-67BA-7603D4653082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80689" y="4100546"/>
            <a:ext cx="463336" cy="46333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568F266-4E5A-02A8-42F4-563BF46A45D0}"/>
              </a:ext>
            </a:extLst>
          </p:cNvPr>
          <p:cNvSpPr txBox="1"/>
          <p:nvPr/>
        </p:nvSpPr>
        <p:spPr>
          <a:xfrm>
            <a:off x="973514" y="2570965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296894-E928-DBEF-B258-D6E02AA03E37}"/>
              </a:ext>
            </a:extLst>
          </p:cNvPr>
          <p:cNvSpPr txBox="1"/>
          <p:nvPr/>
        </p:nvSpPr>
        <p:spPr>
          <a:xfrm>
            <a:off x="968842" y="328809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3F5D50B-9597-D73D-43D4-B892F015D54F}"/>
              </a:ext>
            </a:extLst>
          </p:cNvPr>
          <p:cNvSpPr txBox="1"/>
          <p:nvPr/>
        </p:nvSpPr>
        <p:spPr>
          <a:xfrm>
            <a:off x="968842" y="408141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CC881B-F425-34BB-54C2-E28C471325E2}"/>
              </a:ext>
            </a:extLst>
          </p:cNvPr>
          <p:cNvSpPr txBox="1"/>
          <p:nvPr/>
        </p:nvSpPr>
        <p:spPr>
          <a:xfrm>
            <a:off x="944025" y="490608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Pereira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1EE0FDC-0D20-855A-619F-D8E764BB124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14865" y="4899025"/>
            <a:ext cx="463336" cy="46333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FC6C1A4-BF2B-CC74-AA44-0CDE3CEB7EF6}"/>
              </a:ext>
            </a:extLst>
          </p:cNvPr>
          <p:cNvSpPr txBox="1"/>
          <p:nvPr/>
        </p:nvSpPr>
        <p:spPr>
          <a:xfrm>
            <a:off x="3033757" y="4144184"/>
            <a:ext cx="8495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Detalle PDV con cobertura, </a:t>
            </a:r>
            <a:r>
              <a:rPr lang="es-MX" sz="1400" b="1" dirty="0">
                <a:solidFill>
                  <a:srgbClr val="FF0000"/>
                </a:solidFill>
              </a:rPr>
              <a:t>SIN VISITA EFECTIVA</a:t>
            </a:r>
            <a:r>
              <a:rPr lang="es-MX" sz="1400" dirty="0"/>
              <a:t>: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AC9FAB2-E8D2-B273-CB22-2ED5A79DF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594" y="4676397"/>
            <a:ext cx="6667500" cy="7493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33BBD44-D418-A72A-CCFE-9A27C206F0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334" y="2549657"/>
            <a:ext cx="856615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3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4B7A4-7FEE-C255-C88E-6291B7C1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DDB5FB5-DBA7-32AF-7850-44C9AB95377D}"/>
              </a:ext>
            </a:extLst>
          </p:cNvPr>
          <p:cNvSpPr/>
          <p:nvPr/>
        </p:nvSpPr>
        <p:spPr>
          <a:xfrm>
            <a:off x="17595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7BFBC2EA-2855-C20B-54D3-EB6BED5DC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182372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AF4DEE6-769C-B912-0714-4AF45BCDF5A3}"/>
              </a:ext>
            </a:extLst>
          </p:cNvPr>
          <p:cNvSpPr txBox="1"/>
          <p:nvPr/>
        </p:nvSpPr>
        <p:spPr>
          <a:xfrm>
            <a:off x="2946880" y="852225"/>
            <a:ext cx="796699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600" dirty="0"/>
              <a:t>Evaluando los pdv se obtiene un resultado del Mystery de un 86% frente a los KPIS propuestos de gestión.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04800E-534E-910F-993C-E2246B4B7515}"/>
              </a:ext>
            </a:extLst>
          </p:cNvPr>
          <p:cNvCxnSpPr>
            <a:cxnSpLocks/>
          </p:cNvCxnSpPr>
          <p:nvPr/>
        </p:nvCxnSpPr>
        <p:spPr>
          <a:xfrm>
            <a:off x="2877350" y="66927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81AFCE6-2261-7527-935F-42662EFC9A0D}"/>
              </a:ext>
            </a:extLst>
          </p:cNvPr>
          <p:cNvSpPr/>
          <p:nvPr/>
        </p:nvSpPr>
        <p:spPr>
          <a:xfrm>
            <a:off x="9531626" y="486320"/>
            <a:ext cx="2335696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RESULTADOS OBTENIDOS</a:t>
            </a:r>
            <a:endParaRPr lang="es-CO" sz="1400" b="1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9C5ECE4-EA9C-AB55-6217-E09024B4BBC3}"/>
              </a:ext>
            </a:extLst>
          </p:cNvPr>
          <p:cNvSpPr txBox="1"/>
          <p:nvPr/>
        </p:nvSpPr>
        <p:spPr>
          <a:xfrm>
            <a:off x="1072581" y="5706322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89%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05B9B16-CC31-890A-EB18-C198391ACA87}"/>
              </a:ext>
            </a:extLst>
          </p:cNvPr>
          <p:cNvSpPr txBox="1"/>
          <p:nvPr/>
        </p:nvSpPr>
        <p:spPr>
          <a:xfrm>
            <a:off x="168630" y="4885530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99E943-61C2-001F-2E86-6BB504A8BCA5}"/>
              </a:ext>
            </a:extLst>
          </p:cNvPr>
          <p:cNvSpPr txBox="1"/>
          <p:nvPr/>
        </p:nvSpPr>
        <p:spPr>
          <a:xfrm>
            <a:off x="2946880" y="66181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PURINA</a:t>
            </a:r>
          </a:p>
          <a:p>
            <a:r>
              <a:rPr lang="es-MX" sz="1600" dirty="0"/>
              <a:t>Abril</a:t>
            </a:r>
            <a:endParaRPr lang="es-CO" sz="16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6FA386-4DA2-F905-4FF4-15EB8127A018}"/>
              </a:ext>
            </a:extLst>
          </p:cNvPr>
          <p:cNvSpPr txBox="1"/>
          <p:nvPr/>
        </p:nvSpPr>
        <p:spPr>
          <a:xfrm>
            <a:off x="2946879" y="5539275"/>
            <a:ext cx="8695924" cy="107721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1600" dirty="0"/>
              <a:t>Las novedades identificadas se concentran en el clúster de abordaje en el canal moderno, donde se presenta un caso en el que no se realiza un abordaje adecuado. En cuanto a portafolio y manejo de objeciones, se evidencia la necesidad de prestar mayor atención a las objeciones del cliente y reforzar el cierre de la venta mediante frases que incentiven la compra inmediata.</a:t>
            </a:r>
            <a:endParaRPr lang="es-MX" sz="1600" dirty="0"/>
          </a:p>
        </p:txBody>
      </p:sp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9953217C-18DA-CBB4-48A3-E9B18F1945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2330237"/>
              </p:ext>
            </p:extLst>
          </p:nvPr>
        </p:nvGraphicFramePr>
        <p:xfrm>
          <a:off x="812595" y="5137610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46E1F25A-75E5-022A-BF3E-7F1E7C0EF86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288214" y="1328643"/>
            <a:ext cx="463336" cy="4633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4134B20-67D8-A5BA-0028-8A03A349608B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288214" y="2259846"/>
            <a:ext cx="463336" cy="4633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9675203-3D4C-51D4-0B9C-EECC0EF882D4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288214" y="2989169"/>
            <a:ext cx="463336" cy="46333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2D360AE-A9E2-5D0F-9C7E-4B40FC0129CD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288214" y="3821515"/>
            <a:ext cx="463336" cy="46333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0EF9765-095A-0F79-965C-A10F4784641C}"/>
              </a:ext>
            </a:extLst>
          </p:cNvPr>
          <p:cNvSpPr txBox="1"/>
          <p:nvPr/>
        </p:nvSpPr>
        <p:spPr>
          <a:xfrm>
            <a:off x="901339" y="1387695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8D9D529-5E4D-BC21-7228-F76E479CF660}"/>
              </a:ext>
            </a:extLst>
          </p:cNvPr>
          <p:cNvSpPr txBox="1"/>
          <p:nvPr/>
        </p:nvSpPr>
        <p:spPr>
          <a:xfrm>
            <a:off x="896667" y="210482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52F445-0D7E-F735-ED60-440CF84D12AC}"/>
              </a:ext>
            </a:extLst>
          </p:cNvPr>
          <p:cNvSpPr txBox="1"/>
          <p:nvPr/>
        </p:nvSpPr>
        <p:spPr>
          <a:xfrm>
            <a:off x="867568" y="2971250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412F8B3-3C73-C2EC-5603-2E1EA0E94768}"/>
              </a:ext>
            </a:extLst>
          </p:cNvPr>
          <p:cNvSpPr txBox="1"/>
          <p:nvPr/>
        </p:nvSpPr>
        <p:spPr>
          <a:xfrm>
            <a:off x="867568" y="3821515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Pereira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F3464DF-F2DE-0BFE-C487-34C060B012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9270" y="1619339"/>
            <a:ext cx="6482356" cy="176072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117DB5-1BCC-EE54-F1D9-B6BDA831AE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9270" y="3562406"/>
            <a:ext cx="6482356" cy="176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49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C2ECE-B13F-970C-FBC8-3B794519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05C490F-6124-9A31-37E1-1F82D5DAAA86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74BCBB5-D4EE-3CF3-7BF0-1DF6D1A212AC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0E2745FE-A0F9-27E0-71F2-773BAF3F720B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0000"/>
                </a:solidFill>
                <a:latin typeface="Aptos Narrow" panose="020B0004020202020204" pitchFamily="34" charset="0"/>
              </a:rPr>
              <a:t>MUNDO MASCOTAS FERIAS -  BOGOTA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especializado</a:t>
            </a: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5A37219-4E80-AFD6-6C54-80902834497A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A34FFA-D8B6-B012-9C6B-FFF26F57682C}"/>
              </a:ext>
            </a:extLst>
          </p:cNvPr>
          <p:cNvSpPr txBox="1"/>
          <p:nvPr/>
        </p:nvSpPr>
        <p:spPr>
          <a:xfrm>
            <a:off x="3054347" y="4361148"/>
            <a:ext cx="8619478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sz="1600" dirty="0"/>
              <a:t>Se evidencia una buena presentación personal; sin embargo, en algunos momentos mantiene las manos en los bolsillos, lo que puede afectar la percepción de su postura. Su actitud es proactiva, ya que ofrece el producto e indaga sobre la necesidad de cambiar el alimento del perro por una mejor opción. En cuanto al portafolio y manejo de objeciones, presenta una baja calificación, ya que no ofrece alimento húmedo</a:t>
            </a:r>
            <a:r>
              <a:rPr lang="es-MX" sz="1600" dirty="0"/>
              <a:t>.</a:t>
            </a: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63C17357-0230-100E-48E4-3703AFE10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E817EA1-A0D5-7B29-17C2-4283AFCEAAC6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A3996F8-EC7E-0317-A99B-F53A3685566F}"/>
              </a:ext>
            </a:extLst>
          </p:cNvPr>
          <p:cNvSpPr txBox="1"/>
          <p:nvPr/>
        </p:nvSpPr>
        <p:spPr>
          <a:xfrm>
            <a:off x="830475" y="4992090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98%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6E21671E-929F-FD81-43F1-C77EA01386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9917901"/>
              </p:ext>
            </p:extLst>
          </p:nvPr>
        </p:nvGraphicFramePr>
        <p:xfrm>
          <a:off x="185019" y="4563088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CuadroTexto 19">
            <a:extLst>
              <a:ext uri="{FF2B5EF4-FFF2-40B4-BE49-F238E27FC236}">
                <a16:creationId xmlns:a16="http://schemas.microsoft.com/office/drawing/2014/main" id="{1AE3DC6B-7AC1-63C0-A73C-9472223BDEB3}"/>
              </a:ext>
            </a:extLst>
          </p:cNvPr>
          <p:cNvSpPr txBox="1"/>
          <p:nvPr/>
        </p:nvSpPr>
        <p:spPr>
          <a:xfrm>
            <a:off x="3076955" y="3452645"/>
            <a:ext cx="87738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4"/>
              </a:rPr>
              <a:t>https://drive.google.com/file/d/1jYXLLvixDtzdYm8qnT43NxK_9Y5edrTU/view?usp=drive_link</a:t>
            </a:r>
            <a:endParaRPr lang="es-CO" dirty="0"/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D2C5212-26EA-C08C-EFD1-2F5163AB2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848" y="1104609"/>
            <a:ext cx="6611239" cy="217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60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67498-BE2E-116D-D2AE-DFDA73EB7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DDB92AF-A8CE-2387-F0D1-4392553AA314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BFD6E7B-924E-6A79-FB2A-611A9A73F096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52480B7E-10CF-DEC3-AA2E-3D915C9AC327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0000"/>
                </a:solidFill>
                <a:latin typeface="Aptos Narrow" panose="020B0004020202020204" pitchFamily="34" charset="0"/>
              </a:rPr>
              <a:t>HOLANDA NORTE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AE4048F-DF88-ECE3-DEAD-3A56CF7D8800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01116D-C943-C514-0E01-B2D9F15736C7}"/>
              </a:ext>
            </a:extLst>
          </p:cNvPr>
          <p:cNvSpPr txBox="1"/>
          <p:nvPr/>
        </p:nvSpPr>
        <p:spPr>
          <a:xfrm>
            <a:off x="3020834" y="4094081"/>
            <a:ext cx="850060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sz="1600" dirty="0"/>
              <a:t>Se evidencia una buena presentación personal y un discurso de venta que refleja conocimiento del producto. Sin embargo, no realiza cierre de venta, ya que le falta incorporar un comentario o frase final orientada a concretar la compra y motivar la decisión del cliente.</a:t>
            </a:r>
            <a:endParaRPr lang="es-MX" sz="1600" dirty="0"/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1529760C-E8AD-DAFC-DCF6-AC1D3F0F8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BE51C47-2CC4-125B-811D-19B41095C608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854D07E-ADE8-BCA1-5346-591B695C151F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96%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F4CA7036-08F7-DA2F-719C-E6E086FEF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864537"/>
              </p:ext>
            </p:extLst>
          </p:nvPr>
        </p:nvGraphicFramePr>
        <p:xfrm>
          <a:off x="350172" y="4416359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9" name="Imagen 18">
            <a:extLst>
              <a:ext uri="{FF2B5EF4-FFF2-40B4-BE49-F238E27FC236}">
                <a16:creationId xmlns:a16="http://schemas.microsoft.com/office/drawing/2014/main" id="{C5C65A3D-C2CC-69EE-B54F-D0FF8F0E6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834" y="1208169"/>
            <a:ext cx="5611102" cy="1845262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65025536-8B2C-4014-13C6-1E65D64B771F}"/>
              </a:ext>
            </a:extLst>
          </p:cNvPr>
          <p:cNvSpPr txBox="1"/>
          <p:nvPr/>
        </p:nvSpPr>
        <p:spPr>
          <a:xfrm>
            <a:off x="2860851" y="3387628"/>
            <a:ext cx="8949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5"/>
              </a:rPr>
              <a:t>https://drive.google.com/file/d/1mtQ_-Qi1LwGPX1ibgvjGJj_A_8wl6xAP/view?usp=sharing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50337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978A-D444-3F40-7551-F51BA533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33DBF28-D28F-A28C-E933-53606715D329}"/>
              </a:ext>
            </a:extLst>
          </p:cNvPr>
          <p:cNvSpPr/>
          <p:nvPr/>
        </p:nvSpPr>
        <p:spPr>
          <a:xfrm>
            <a:off x="-16795" y="-1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02DFC6C-3CE6-6BA3-6E86-33276B7A78C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1A41E931-A346-1F4E-21EA-085246D6B7DF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SUPERMERCADO MERCAMIO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</a:t>
            </a:r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Moderno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623B81A-8A17-AA44-4A66-168C25A88954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0A9DD0-76B8-C5FA-0194-C6F9BBAD8723}"/>
              </a:ext>
            </a:extLst>
          </p:cNvPr>
          <p:cNvSpPr txBox="1"/>
          <p:nvPr/>
        </p:nvSpPr>
        <p:spPr>
          <a:xfrm>
            <a:off x="3074104" y="4271749"/>
            <a:ext cx="8429048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sz="1600" dirty="0"/>
              <a:t>Se evidencia que el asesor tarda en realizar el abordaje inicial, siendo el cliente quien toma la iniciativa para iniciar la interacción. Adicionalmente, No ofrece purina </a:t>
            </a:r>
            <a:r>
              <a:rPr lang="es-ES" sz="1600" dirty="0" err="1"/>
              <a:t>one</a:t>
            </a:r>
            <a:r>
              <a:rPr lang="es-ES" sz="1600" dirty="0"/>
              <a:t> y no indaga sobre las necesidades de la mascota lo que le afecta en portafolio y manejo de objeciones. </a:t>
            </a: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E8789DD6-2E0C-C6DB-3C64-B79675115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9966C62-E72F-1BDE-2BA0-01B2D537C388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69%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4502521-10FB-513B-C36C-068D8C3F501B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98BF01E-6D3E-D89A-7A26-610C78F6E1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8487524"/>
              </p:ext>
            </p:extLst>
          </p:nvPr>
        </p:nvGraphicFramePr>
        <p:xfrm>
          <a:off x="350172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B9B000A4-876F-4A76-86C1-61D077280429}"/>
              </a:ext>
            </a:extLst>
          </p:cNvPr>
          <p:cNvSpPr txBox="1"/>
          <p:nvPr/>
        </p:nvSpPr>
        <p:spPr>
          <a:xfrm>
            <a:off x="3044190" y="3348419"/>
            <a:ext cx="61036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4"/>
              </a:rPr>
              <a:t>https://drive.google.com/file/d/1vuwYDKAii8zmzo8vfspUjb-k_CPuj5TB/view?usp=sharing</a:t>
            </a:r>
            <a:endParaRPr lang="es-CO" dirty="0"/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1B7E728-513E-FB7B-F82F-3F025095A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1103" y="1104609"/>
            <a:ext cx="5709793" cy="187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73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A60A-35D9-339A-315D-882EE695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E19E661-7DC5-D222-66DA-4753F45F7AC5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E458611-3CD7-8522-116A-026E2212D1B3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E7DF509-4B0A-3DB1-EC36-450802279467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ÉXITO COUNTRY -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Moderno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B50A248-B28F-3E45-B44E-6D5E71AE6AFC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AF9C6B-5018-F8B6-B1FE-59C311041CA4}"/>
              </a:ext>
            </a:extLst>
          </p:cNvPr>
          <p:cNvSpPr txBox="1"/>
          <p:nvPr/>
        </p:nvSpPr>
        <p:spPr>
          <a:xfrm>
            <a:off x="3138122" y="3307569"/>
            <a:ext cx="6762474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sz="1600" dirty="0"/>
              <a:t>El asesor no se encuentra en el punto porque estaba realizando curso de alturas para ingreso a Home center 15/04/2026.</a:t>
            </a: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FF260D32-16E7-A27A-DFFB-8491FCF4F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AF7ED0F-A0CD-77F4-7B6B-7765BAA2906F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77F6D99-15BC-47E2-DE52-1A83DB2BD6AD}"/>
              </a:ext>
            </a:extLst>
          </p:cNvPr>
          <p:cNvSpPr txBox="1"/>
          <p:nvPr/>
        </p:nvSpPr>
        <p:spPr>
          <a:xfrm>
            <a:off x="2955798" y="1411676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3"/>
              </a:rPr>
              <a:t>https://drive.google.com/file/d/1zYonei6e3I5nnq83Vi9wWmX11dEf04rV/view?usp=sharing</a:t>
            </a:r>
            <a:endParaRPr lang="es-CO" dirty="0"/>
          </a:p>
          <a:p>
            <a:endParaRPr lang="es-CO" dirty="0"/>
          </a:p>
          <a:p>
            <a:r>
              <a:rPr lang="es-CO" dirty="0">
                <a:hlinkClick r:id="rId4"/>
              </a:rPr>
              <a:t>https://drive.google.com/file/d/12jOx3Q5vUq51BgisGW47VSskqtLWwcKg/view?usp=sharing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45062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663B-29B2-1CE4-C5CB-216F3BD9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759C527-C024-82ED-24CF-377AD0AC7A2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FA012EC-E9F0-FD0F-9D0A-69FCEA07BB09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105E5F4-C9BD-E52B-94D7-FF8EEDEF3D17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MY TIENDA SANTA GEMA - MEDELLIN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Tradicional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57AA8A4-56AE-0019-3A10-D8DB16965DC5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09F0FF-6219-AFFA-121F-3B954168EDF6}"/>
              </a:ext>
            </a:extLst>
          </p:cNvPr>
          <p:cNvSpPr txBox="1"/>
          <p:nvPr/>
        </p:nvSpPr>
        <p:spPr>
          <a:xfrm>
            <a:off x="2877350" y="1551708"/>
            <a:ext cx="65278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https://drive.google.com/file/d/133j_UMT53ZQAtsaG3ZH6b_i0JLavnmVY/view?usp=sharing</a:t>
            </a:r>
            <a:endParaRPr lang="es-CO" u="sng" dirty="0"/>
          </a:p>
          <a:p>
            <a:endParaRPr lang="es-CO" u="sng" dirty="0"/>
          </a:p>
          <a:p>
            <a:r>
              <a:rPr lang="es-CO" u="sng" dirty="0">
                <a:hlinkClick r:id="rId3"/>
              </a:rPr>
              <a:t>https://drive.google.com/file/d/1zVzk7w6EHZkAZ5TZg8EwfU1NhJNrAER9/view?usp=sharing</a:t>
            </a:r>
            <a:endParaRPr lang="es-CO" u="sng" dirty="0"/>
          </a:p>
          <a:p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A352E9-1CAF-D6D3-801D-B89AFC0323DD}"/>
              </a:ext>
            </a:extLst>
          </p:cNvPr>
          <p:cNvSpPr txBox="1"/>
          <p:nvPr/>
        </p:nvSpPr>
        <p:spPr>
          <a:xfrm>
            <a:off x="2877350" y="3738457"/>
            <a:ext cx="836503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sz="1600" dirty="0"/>
              <a:t>Se realiza visita según cronograma el 24/04/2026, la asesora no se encuentra en el punto, se espera 50 minutos, se realiza segunda visita y no se encuentra a la asesora ya que la misma se encontraba revisando pedido y luego bajo a PDV.</a:t>
            </a: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B51308A7-C104-37D4-1668-19D5AE40C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C06A37C-177E-0338-9CF5-6DE73A1EECCB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382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3E83D-D652-6A1E-4CC6-39BC8A9D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05E48B7-CA95-2F8A-0772-33C094B0465B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8CEBA6E-8EF5-AC4D-8636-C96D2208D22C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1EEBEC7F-4A53-1E80-E16E-5B15E92F9559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SUPERMERCADO MERCAMAS - PEREIRA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Tradicional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D99A33B-C43B-0327-9D1A-7FAE1FE446CC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E22FAA-A89A-5583-AB0E-693AE8938EC2}"/>
              </a:ext>
            </a:extLst>
          </p:cNvPr>
          <p:cNvSpPr txBox="1"/>
          <p:nvPr/>
        </p:nvSpPr>
        <p:spPr>
          <a:xfrm>
            <a:off x="3037538" y="1635135"/>
            <a:ext cx="65278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https://drive.google.com/file/d/1dfd1kMhni77micBpyTCuz1dRWOtJXG6C/view?usp=sharing</a:t>
            </a:r>
            <a:endParaRPr lang="es-CO" u="sng" dirty="0"/>
          </a:p>
          <a:p>
            <a:endParaRPr lang="es-CO" u="sng" dirty="0"/>
          </a:p>
          <a:p>
            <a:r>
              <a:rPr lang="es-CO" u="sng" dirty="0">
                <a:hlinkClick r:id="rId3"/>
              </a:rPr>
              <a:t>https://drive.google.com/file/d/1iS4liFPzClW5On4BPbrOSwboYnzvLgVC/view?usp=sharing</a:t>
            </a:r>
            <a:endParaRPr lang="es-CO" u="sng" dirty="0"/>
          </a:p>
          <a:p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7BA5FD-39F4-8C8F-C66D-F306A3805F03}"/>
              </a:ext>
            </a:extLst>
          </p:cNvPr>
          <p:cNvSpPr txBox="1"/>
          <p:nvPr/>
        </p:nvSpPr>
        <p:spPr>
          <a:xfrm>
            <a:off x="3138122" y="3307569"/>
            <a:ext cx="773409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sz="1600" dirty="0"/>
              <a:t>Se realizó visita al PDV el día 23 de abril. Al llegar al punto de venta a las 8:59 a. m., no se encontró personal disponible para la atención. La novedad fue reportada a través del grupo correspondiente, donde se informó que la persona responsable del PDV se encontraba en período de vacaciones y que la gestión debía realizarse con quien estaba cubriendo la zona. No obstante, luego de aproximadamente 20 minutos, la persona presente no estaba en disposición de atender o realizar la venta.</a:t>
            </a:r>
            <a:endParaRPr lang="es-MX" sz="1600" dirty="0">
              <a:latin typeface="+mj-lt"/>
            </a:endParaRP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80914C96-4D1F-6905-8FC2-BD2FC6B57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B4CC6B4-BBD7-23A6-A3F1-3C7FFF5F6FEA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328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D363-22FB-0167-1AEC-42103661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CEC202C-0003-BB2D-42EE-0B4435FB8D1C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5D53E87-9F23-A22C-2547-0DF1F4F52E98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EAEC1A9-BC3E-83F3-7E36-EA16B624E7FE}"/>
              </a:ext>
            </a:extLst>
          </p:cNvPr>
          <p:cNvSpPr txBox="1"/>
          <p:nvPr/>
        </p:nvSpPr>
        <p:spPr>
          <a:xfrm>
            <a:off x="2877350" y="272904"/>
            <a:ext cx="614362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>
                <a:latin typeface="Franklin Gothic Demi"/>
              </a:rPr>
              <a:t>PLANES DE ACCIÓN</a:t>
            </a:r>
            <a:endParaRPr lang="es-MX" dirty="0">
              <a:latin typeface="Franklin Gothic Demi" panose="020B07030201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C6363B1-09DA-100B-8CBE-639B6623C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915" y="1239571"/>
            <a:ext cx="879790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Abordaje: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Se debe reforzar el abordaje inicial mediante capacitaciones prácticas y role </a:t>
            </a:r>
            <a:r>
              <a:rPr lang="es-ES" sz="1600" dirty="0" err="1"/>
              <a:t>play</a:t>
            </a:r>
            <a:r>
              <a:rPr lang="es-ES" sz="1600" dirty="0"/>
              <a:t>, donde se trabajen saludos, tiempos de reacción y toma de iniciativa. Implementar acompañamientos en punto de venta y retroalimentaciones en campo para asegurar que el asesor aborde de forma oportuna y proactiva.</a:t>
            </a:r>
          </a:p>
          <a:p>
            <a:r>
              <a:rPr lang="es-ES" sz="1600" b="1" dirty="0"/>
              <a:t>Labor de venta: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Se debe enfatizar el cierre de venta a través de entrenamientos enfocados en técnicas de cierre (frases clave, generación de urgencia y recomendación final). Apoyarse en guías o scripts de cierre y realizar seguimiento en campo para validar su aplicación.</a:t>
            </a:r>
          </a:p>
          <a:p>
            <a:r>
              <a:rPr lang="es-ES" sz="1600" b="1" dirty="0"/>
              <a:t>Portafolio y Manejo de Objeciones: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Se recomienda realizar capacitaciones de producto enfocadas en portafolio, beneficios e ingredientes para fortalecer el discurso más allá del precio. Complementar con talleres de manejo de objeciones, donde se practique la escucha activa y respuestas efectivas según las necesidades del cliente.</a:t>
            </a: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573C6342-79EA-66F6-3FE9-DED0F002C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402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A310A980BBAC44A75191F65BAE12E7" ma:contentTypeVersion="17" ma:contentTypeDescription="Crear nuevo documento." ma:contentTypeScope="" ma:versionID="1b66a577699fb63061267e374f5870ae">
  <xsd:schema xmlns:xsd="http://www.w3.org/2001/XMLSchema" xmlns:xs="http://www.w3.org/2001/XMLSchema" xmlns:p="http://schemas.microsoft.com/office/2006/metadata/properties" xmlns:ns3="e523bf45-09fb-4f9b-aa49-e403c0417b10" xmlns:ns4="726c8eaf-14c1-4e89-a6e9-59524033e4a7" targetNamespace="http://schemas.microsoft.com/office/2006/metadata/properties" ma:root="true" ma:fieldsID="1778c55661338f28ad7931875976b49f" ns3:_="" ns4:_="">
    <xsd:import namespace="e523bf45-09fb-4f9b-aa49-e403c0417b10"/>
    <xsd:import namespace="726c8eaf-14c1-4e89-a6e9-59524033e4a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3bf45-09fb-4f9b-aa49-e403c0417b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c8eaf-14c1-4e89-a6e9-59524033e4a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23bf45-09fb-4f9b-aa49-e403c0417b10" xsi:nil="true"/>
  </documentManagement>
</p:properties>
</file>

<file path=customXml/itemProps1.xml><?xml version="1.0" encoding="utf-8"?>
<ds:datastoreItem xmlns:ds="http://schemas.openxmlformats.org/officeDocument/2006/customXml" ds:itemID="{C04E4501-7E14-43A4-96E9-4CECCAB4F3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C701C1-7C78-499B-B1A4-7BF88100E1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23bf45-09fb-4f9b-aa49-e403c0417b10"/>
    <ds:schemaRef ds:uri="726c8eaf-14c1-4e89-a6e9-59524033e4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446356-CFDD-47F4-A1AC-D66587E12E15}">
  <ds:schemaRefs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e523bf45-09fb-4f9b-aa49-e403c0417b10"/>
    <ds:schemaRef ds:uri="http://purl.org/dc/elements/1.1/"/>
    <ds:schemaRef ds:uri="http://purl.org/dc/dcmitype/"/>
    <ds:schemaRef ds:uri="726c8eaf-14c1-4e89-a6e9-59524033e4a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6793</TotalTime>
  <Words>2108</Words>
  <Application>Microsoft Office PowerPoint</Application>
  <PresentationFormat>Panorámica</PresentationFormat>
  <Paragraphs>218</Paragraphs>
  <Slides>19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Franklin Gothic Demi</vt:lpstr>
      <vt:lpstr>ui-sans-serif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Angie Lorena Gomez Romero</dc:creator>
  <cp:lastModifiedBy>Camila Buitrago Buitrago</cp:lastModifiedBy>
  <cp:revision>36</cp:revision>
  <dcterms:created xsi:type="dcterms:W3CDTF">2024-07-23T15:31:20Z</dcterms:created>
  <dcterms:modified xsi:type="dcterms:W3CDTF">2026-05-11T23:32:55Z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4e5b13-2d98-4ce3-adad-008bcee42cb2_Enabled">
    <vt:lpwstr>true</vt:lpwstr>
  </property>
  <property fmtid="{D5CDD505-2E9C-101B-9397-08002B2CF9AE}" pid="3" name="MSIP_Label_b64e5b13-2d98-4ce3-adad-008bcee42cb2_SetDate">
    <vt:lpwstr>2025-02-18T12:54:11Z</vt:lpwstr>
  </property>
  <property fmtid="{D5CDD505-2E9C-101B-9397-08002B2CF9AE}" pid="4" name="MSIP_Label_b64e5b13-2d98-4ce3-adad-008bcee42cb2_Method">
    <vt:lpwstr>Standard</vt:lpwstr>
  </property>
  <property fmtid="{D5CDD505-2E9C-101B-9397-08002B2CF9AE}" pid="5" name="MSIP_Label_b64e5b13-2d98-4ce3-adad-008bcee42cb2_Name">
    <vt:lpwstr>Información Confidencial</vt:lpwstr>
  </property>
  <property fmtid="{D5CDD505-2E9C-101B-9397-08002B2CF9AE}" pid="6" name="MSIP_Label_b64e5b13-2d98-4ce3-adad-008bcee42cb2_SiteId">
    <vt:lpwstr>d2bc208e-4fff-4078-b5ac-f69a6a266ff3</vt:lpwstr>
  </property>
  <property fmtid="{D5CDD505-2E9C-101B-9397-08002B2CF9AE}" pid="7" name="MSIP_Label_b64e5b13-2d98-4ce3-adad-008bcee42cb2_ActionId">
    <vt:lpwstr>cc883d48-43a9-431b-b437-4e3ce90acde8</vt:lpwstr>
  </property>
  <property fmtid="{D5CDD505-2E9C-101B-9397-08002B2CF9AE}" pid="8" name="MSIP_Label_b64e5b13-2d98-4ce3-adad-008bcee42cb2_ContentBits">
    <vt:lpwstr>0</vt:lpwstr>
  </property>
  <property fmtid="{D5CDD505-2E9C-101B-9397-08002B2CF9AE}" pid="9" name="MSIP_Label_b64e5b13-2d98-4ce3-adad-008bcee42cb2_Tag">
    <vt:lpwstr>10, 3, 0, 2</vt:lpwstr>
  </property>
  <property fmtid="{D5CDD505-2E9C-101B-9397-08002B2CF9AE}" pid="10" name="ContentTypeId">
    <vt:lpwstr>0x0101009FA310A980BBAC44A75191F65BAE12E7</vt:lpwstr>
  </property>
</Properties>
</file>