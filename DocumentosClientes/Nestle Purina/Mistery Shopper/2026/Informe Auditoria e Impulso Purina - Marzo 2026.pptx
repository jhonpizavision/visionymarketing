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2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5"/>
  </p:notesMasterIdLst>
  <p:sldIdLst>
    <p:sldId id="332" r:id="rId5"/>
    <p:sldId id="333" r:id="rId6"/>
    <p:sldId id="334" r:id="rId7"/>
    <p:sldId id="354" r:id="rId8"/>
    <p:sldId id="379" r:id="rId9"/>
    <p:sldId id="415" r:id="rId10"/>
    <p:sldId id="389" r:id="rId11"/>
    <p:sldId id="391" r:id="rId12"/>
    <p:sldId id="331" r:id="rId13"/>
    <p:sldId id="276" r:id="rId14"/>
    <p:sldId id="257" r:id="rId15"/>
    <p:sldId id="378" r:id="rId16"/>
    <p:sldId id="398" r:id="rId17"/>
    <p:sldId id="438" r:id="rId18"/>
    <p:sldId id="439" r:id="rId19"/>
    <p:sldId id="419" r:id="rId20"/>
    <p:sldId id="440" r:id="rId21"/>
    <p:sldId id="441" r:id="rId22"/>
    <p:sldId id="425" r:id="rId23"/>
    <p:sldId id="330" r:id="rId24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forme Auditoria" id="{A25F183A-8BA2-49AA-B54A-A2BC4D92F211}">
          <p14:sldIdLst>
            <p14:sldId id="332"/>
            <p14:sldId id="333"/>
            <p14:sldId id="334"/>
            <p14:sldId id="354"/>
            <p14:sldId id="379"/>
            <p14:sldId id="415"/>
            <p14:sldId id="389"/>
            <p14:sldId id="391"/>
          </p14:sldIdLst>
        </p14:section>
        <p14:section name="Informe Impulso" id="{E8B82DF3-41FF-4FB9-AD16-3D52B042A577}">
          <p14:sldIdLst>
            <p14:sldId id="331"/>
            <p14:sldId id="276"/>
            <p14:sldId id="257"/>
            <p14:sldId id="378"/>
            <p14:sldId id="398"/>
            <p14:sldId id="438"/>
            <p14:sldId id="439"/>
            <p14:sldId id="419"/>
            <p14:sldId id="440"/>
            <p14:sldId id="441"/>
            <p14:sldId id="425"/>
            <p14:sldId id="33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1C24"/>
    <a:srgbClr val="AA050B"/>
    <a:srgbClr val="F7A720"/>
    <a:srgbClr val="6717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652E1F-4469-4F9A-9581-9D794A5E2AFE}" v="59" dt="2026-04-09T17:25:42.5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03" autoAdjust="0"/>
    <p:restoredTop sz="94660"/>
  </p:normalViewPr>
  <p:slideViewPr>
    <p:cSldViewPr snapToGrid="0">
      <p:cViewPr varScale="1">
        <p:scale>
          <a:sx n="70" d="100"/>
          <a:sy n="70" d="100"/>
        </p:scale>
        <p:origin x="4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go Raul Guerrero Anaya" userId="0ce4d9aa-8e9a-49aa-b0f2-d17a32a3775a" providerId="ADAL" clId="{DE868590-9F2C-4B03-9C62-B181C19ADC6C}"/>
    <pc:docChg chg="undo custSel addSld delSld modSld sldOrd modSection">
      <pc:chgData name="Diego Raul Guerrero Anaya" userId="0ce4d9aa-8e9a-49aa-b0f2-d17a32a3775a" providerId="ADAL" clId="{DE868590-9F2C-4B03-9C62-B181C19ADC6C}" dt="2026-04-09T17:27:00.315" v="5800" actId="1076"/>
      <pc:docMkLst>
        <pc:docMk/>
      </pc:docMkLst>
      <pc:sldChg chg="addSp delSp modSp mod">
        <pc:chgData name="Diego Raul Guerrero Anaya" userId="0ce4d9aa-8e9a-49aa-b0f2-d17a32a3775a" providerId="ADAL" clId="{DE868590-9F2C-4B03-9C62-B181C19ADC6C}" dt="2026-04-09T17:25:25.134" v="5780" actId="1076"/>
        <pc:sldMkLst>
          <pc:docMk/>
          <pc:sldMk cId="342973568" sldId="257"/>
        </pc:sldMkLst>
        <pc:spChg chg="del">
          <ac:chgData name="Diego Raul Guerrero Anaya" userId="0ce4d9aa-8e9a-49aa-b0f2-d17a32a3775a" providerId="ADAL" clId="{DE868590-9F2C-4B03-9C62-B181C19ADC6C}" dt="2026-04-09T16:14:33.293" v="4294" actId="478"/>
          <ac:spMkLst>
            <pc:docMk/>
            <pc:sldMk cId="342973568" sldId="257"/>
            <ac:spMk id="2" creationId="{3036DD4A-848D-2BA4-1DA0-5236E5D1A7D5}"/>
          </ac:spMkLst>
        </pc:spChg>
        <pc:spChg chg="mod">
          <ac:chgData name="Diego Raul Guerrero Anaya" userId="0ce4d9aa-8e9a-49aa-b0f2-d17a32a3775a" providerId="ADAL" clId="{DE868590-9F2C-4B03-9C62-B181C19ADC6C}" dt="2026-04-09T17:24:31.420" v="5771" actId="20577"/>
          <ac:spMkLst>
            <pc:docMk/>
            <pc:sldMk cId="342973568" sldId="257"/>
            <ac:spMk id="3" creationId="{5517A915-85AE-5FA2-8B73-8C6D4927CC78}"/>
          </ac:spMkLst>
        </pc:spChg>
        <pc:spChg chg="del">
          <ac:chgData name="Diego Raul Guerrero Anaya" userId="0ce4d9aa-8e9a-49aa-b0f2-d17a32a3775a" providerId="ADAL" clId="{DE868590-9F2C-4B03-9C62-B181C19ADC6C}" dt="2026-04-09T17:24:19.712" v="5766" actId="478"/>
          <ac:spMkLst>
            <pc:docMk/>
            <pc:sldMk cId="342973568" sldId="257"/>
            <ac:spMk id="6" creationId="{4B2B7956-0589-602B-6775-2258858EA593}"/>
          </ac:spMkLst>
        </pc:spChg>
        <pc:spChg chg="add mod">
          <ac:chgData name="Diego Raul Guerrero Anaya" userId="0ce4d9aa-8e9a-49aa-b0f2-d17a32a3775a" providerId="ADAL" clId="{DE868590-9F2C-4B03-9C62-B181C19ADC6C}" dt="2026-04-09T16:14:33.989" v="4295"/>
          <ac:spMkLst>
            <pc:docMk/>
            <pc:sldMk cId="342973568" sldId="257"/>
            <ac:spMk id="7" creationId="{514FA1C8-16CE-F1F1-0F72-53231C1F0B27}"/>
          </ac:spMkLst>
        </pc:spChg>
        <pc:spChg chg="del">
          <ac:chgData name="Diego Raul Guerrero Anaya" userId="0ce4d9aa-8e9a-49aa-b0f2-d17a32a3775a" providerId="ADAL" clId="{DE868590-9F2C-4B03-9C62-B181C19ADC6C}" dt="2026-04-09T17:24:19.712" v="5766" actId="478"/>
          <ac:spMkLst>
            <pc:docMk/>
            <pc:sldMk cId="342973568" sldId="257"/>
            <ac:spMk id="10" creationId="{966C0D91-F28F-3EC2-6FBF-1C7EC6A7F096}"/>
          </ac:spMkLst>
        </pc:spChg>
        <pc:spChg chg="add mod">
          <ac:chgData name="Diego Raul Guerrero Anaya" userId="0ce4d9aa-8e9a-49aa-b0f2-d17a32a3775a" providerId="ADAL" clId="{DE868590-9F2C-4B03-9C62-B181C19ADC6C}" dt="2026-04-09T17:24:25.454" v="5767"/>
          <ac:spMkLst>
            <pc:docMk/>
            <pc:sldMk cId="342973568" sldId="257"/>
            <ac:spMk id="12" creationId="{3DA35160-AF92-9354-CBDF-6C603BE8F671}"/>
          </ac:spMkLst>
        </pc:spChg>
        <pc:spChg chg="del">
          <ac:chgData name="Diego Raul Guerrero Anaya" userId="0ce4d9aa-8e9a-49aa-b0f2-d17a32a3775a" providerId="ADAL" clId="{DE868590-9F2C-4B03-9C62-B181C19ADC6C}" dt="2026-04-09T17:24:19.712" v="5766" actId="478"/>
          <ac:spMkLst>
            <pc:docMk/>
            <pc:sldMk cId="342973568" sldId="257"/>
            <ac:spMk id="14" creationId="{6F934006-4EB8-CAFF-1CFC-058B5E046AF8}"/>
          </ac:spMkLst>
        </pc:spChg>
        <pc:spChg chg="del">
          <ac:chgData name="Diego Raul Guerrero Anaya" userId="0ce4d9aa-8e9a-49aa-b0f2-d17a32a3775a" providerId="ADAL" clId="{DE868590-9F2C-4B03-9C62-B181C19ADC6C}" dt="2026-04-09T17:24:19.712" v="5766" actId="478"/>
          <ac:spMkLst>
            <pc:docMk/>
            <pc:sldMk cId="342973568" sldId="257"/>
            <ac:spMk id="16" creationId="{34411EE4-C6A2-7615-C04C-72AB92201270}"/>
          </ac:spMkLst>
        </pc:spChg>
        <pc:spChg chg="del">
          <ac:chgData name="Diego Raul Guerrero Anaya" userId="0ce4d9aa-8e9a-49aa-b0f2-d17a32a3775a" providerId="ADAL" clId="{DE868590-9F2C-4B03-9C62-B181C19ADC6C}" dt="2026-04-09T17:24:19.712" v="5766" actId="478"/>
          <ac:spMkLst>
            <pc:docMk/>
            <pc:sldMk cId="342973568" sldId="257"/>
            <ac:spMk id="18" creationId="{1481967B-5F52-7613-7E7C-6B837812EADF}"/>
          </ac:spMkLst>
        </pc:spChg>
        <pc:spChg chg="add mod">
          <ac:chgData name="Diego Raul Guerrero Anaya" userId="0ce4d9aa-8e9a-49aa-b0f2-d17a32a3775a" providerId="ADAL" clId="{DE868590-9F2C-4B03-9C62-B181C19ADC6C}" dt="2026-04-09T17:24:25.454" v="5767"/>
          <ac:spMkLst>
            <pc:docMk/>
            <pc:sldMk cId="342973568" sldId="257"/>
            <ac:spMk id="23" creationId="{BA37FB89-16AD-28F3-5348-58A8F92143CD}"/>
          </ac:spMkLst>
        </pc:spChg>
        <pc:spChg chg="add mod">
          <ac:chgData name="Diego Raul Guerrero Anaya" userId="0ce4d9aa-8e9a-49aa-b0f2-d17a32a3775a" providerId="ADAL" clId="{DE868590-9F2C-4B03-9C62-B181C19ADC6C}" dt="2026-04-09T17:24:25.454" v="5767"/>
          <ac:spMkLst>
            <pc:docMk/>
            <pc:sldMk cId="342973568" sldId="257"/>
            <ac:spMk id="25" creationId="{FFBA5F60-5C96-260B-5E55-636D9A7F21F9}"/>
          </ac:spMkLst>
        </pc:spChg>
        <pc:picChg chg="del">
          <ac:chgData name="Diego Raul Guerrero Anaya" userId="0ce4d9aa-8e9a-49aa-b0f2-d17a32a3775a" providerId="ADAL" clId="{DE868590-9F2C-4B03-9C62-B181C19ADC6C}" dt="2026-04-09T17:24:19.712" v="5766" actId="478"/>
          <ac:picMkLst>
            <pc:docMk/>
            <pc:sldMk cId="342973568" sldId="257"/>
            <ac:picMk id="5" creationId="{82BC8DB7-8843-AABF-3D82-2C9BDAE212A0}"/>
          </ac:picMkLst>
        </pc:picChg>
        <pc:picChg chg="del">
          <ac:chgData name="Diego Raul Guerrero Anaya" userId="0ce4d9aa-8e9a-49aa-b0f2-d17a32a3775a" providerId="ADAL" clId="{DE868590-9F2C-4B03-9C62-B181C19ADC6C}" dt="2026-04-09T17:24:19.712" v="5766" actId="478"/>
          <ac:picMkLst>
            <pc:docMk/>
            <pc:sldMk cId="342973568" sldId="257"/>
            <ac:picMk id="9" creationId="{7BB4E960-4438-68F0-7FA1-608F001F86C0}"/>
          </ac:picMkLst>
        </pc:picChg>
        <pc:picChg chg="add mod">
          <ac:chgData name="Diego Raul Guerrero Anaya" userId="0ce4d9aa-8e9a-49aa-b0f2-d17a32a3775a" providerId="ADAL" clId="{DE868590-9F2C-4B03-9C62-B181C19ADC6C}" dt="2026-04-09T17:24:25.454" v="5767"/>
          <ac:picMkLst>
            <pc:docMk/>
            <pc:sldMk cId="342973568" sldId="257"/>
            <ac:picMk id="11" creationId="{7B2F1295-C3EC-2E92-15E0-706EACA2C06F}"/>
          </ac:picMkLst>
        </pc:picChg>
        <pc:picChg chg="del">
          <ac:chgData name="Diego Raul Guerrero Anaya" userId="0ce4d9aa-8e9a-49aa-b0f2-d17a32a3775a" providerId="ADAL" clId="{DE868590-9F2C-4B03-9C62-B181C19ADC6C}" dt="2026-04-09T17:24:19.712" v="5766" actId="478"/>
          <ac:picMkLst>
            <pc:docMk/>
            <pc:sldMk cId="342973568" sldId="257"/>
            <ac:picMk id="13" creationId="{331ACE32-5394-EF38-1D77-CDB0D5EE192B}"/>
          </ac:picMkLst>
        </pc:picChg>
        <pc:picChg chg="del">
          <ac:chgData name="Diego Raul Guerrero Anaya" userId="0ce4d9aa-8e9a-49aa-b0f2-d17a32a3775a" providerId="ADAL" clId="{DE868590-9F2C-4B03-9C62-B181C19ADC6C}" dt="2026-04-09T17:24:19.712" v="5766" actId="478"/>
          <ac:picMkLst>
            <pc:docMk/>
            <pc:sldMk cId="342973568" sldId="257"/>
            <ac:picMk id="15" creationId="{D93E8D25-B8D3-3CB3-C017-5CAACB59AC62}"/>
          </ac:picMkLst>
        </pc:picChg>
        <pc:picChg chg="del">
          <ac:chgData name="Diego Raul Guerrero Anaya" userId="0ce4d9aa-8e9a-49aa-b0f2-d17a32a3775a" providerId="ADAL" clId="{DE868590-9F2C-4B03-9C62-B181C19ADC6C}" dt="2026-04-09T17:24:19.712" v="5766" actId="478"/>
          <ac:picMkLst>
            <pc:docMk/>
            <pc:sldMk cId="342973568" sldId="257"/>
            <ac:picMk id="17" creationId="{E72FE12F-3933-237E-89AB-904E2E035474}"/>
          </ac:picMkLst>
        </pc:picChg>
        <pc:picChg chg="del">
          <ac:chgData name="Diego Raul Guerrero Anaya" userId="0ce4d9aa-8e9a-49aa-b0f2-d17a32a3775a" providerId="ADAL" clId="{DE868590-9F2C-4B03-9C62-B181C19ADC6C}" dt="2026-04-09T17:25:16.558" v="5778" actId="478"/>
          <ac:picMkLst>
            <pc:docMk/>
            <pc:sldMk cId="342973568" sldId="257"/>
            <ac:picMk id="19" creationId="{A04F67BA-77A5-13AE-EAB7-0E943BC0F2E9}"/>
          </ac:picMkLst>
        </pc:picChg>
        <pc:picChg chg="add mod">
          <ac:chgData name="Diego Raul Guerrero Anaya" userId="0ce4d9aa-8e9a-49aa-b0f2-d17a32a3775a" providerId="ADAL" clId="{DE868590-9F2C-4B03-9C62-B181C19ADC6C}" dt="2026-04-09T17:24:25.454" v="5767"/>
          <ac:picMkLst>
            <pc:docMk/>
            <pc:sldMk cId="342973568" sldId="257"/>
            <ac:picMk id="22" creationId="{21669286-61E7-5703-1C1A-367F06F299E6}"/>
          </ac:picMkLst>
        </pc:picChg>
        <pc:picChg chg="add mod">
          <ac:chgData name="Diego Raul Guerrero Anaya" userId="0ce4d9aa-8e9a-49aa-b0f2-d17a32a3775a" providerId="ADAL" clId="{DE868590-9F2C-4B03-9C62-B181C19ADC6C}" dt="2026-04-09T17:24:25.454" v="5767"/>
          <ac:picMkLst>
            <pc:docMk/>
            <pc:sldMk cId="342973568" sldId="257"/>
            <ac:picMk id="24" creationId="{72DA5227-58EC-8503-67BA-7603D4653082}"/>
          </ac:picMkLst>
        </pc:picChg>
        <pc:picChg chg="add mod">
          <ac:chgData name="Diego Raul Guerrero Anaya" userId="0ce4d9aa-8e9a-49aa-b0f2-d17a32a3775a" providerId="ADAL" clId="{DE868590-9F2C-4B03-9C62-B181C19ADC6C}" dt="2026-04-09T17:25:25.134" v="5780" actId="1076"/>
          <ac:picMkLst>
            <pc:docMk/>
            <pc:sldMk cId="342973568" sldId="257"/>
            <ac:picMk id="27" creationId="{8AEF64B4-A46C-46B2-ADBA-E7E744BC4A2E}"/>
          </ac:picMkLst>
        </pc:picChg>
      </pc:sldChg>
      <pc:sldChg chg="delSp modSp mod">
        <pc:chgData name="Diego Raul Guerrero Anaya" userId="0ce4d9aa-8e9a-49aa-b0f2-d17a32a3775a" providerId="ADAL" clId="{DE868590-9F2C-4B03-9C62-B181C19ADC6C}" dt="2026-04-09T17:24:15.705" v="5765" actId="1076"/>
        <pc:sldMkLst>
          <pc:docMk/>
          <pc:sldMk cId="1408814012" sldId="276"/>
        </pc:sldMkLst>
        <pc:spChg chg="mod">
          <ac:chgData name="Diego Raul Guerrero Anaya" userId="0ce4d9aa-8e9a-49aa-b0f2-d17a32a3775a" providerId="ADAL" clId="{DE868590-9F2C-4B03-9C62-B181C19ADC6C}" dt="2026-04-09T17:24:15.705" v="5765" actId="1076"/>
          <ac:spMkLst>
            <pc:docMk/>
            <pc:sldMk cId="1408814012" sldId="276"/>
            <ac:spMk id="3" creationId="{9D2E08F5-B510-FE06-B41E-4FB7DF273523}"/>
          </ac:spMkLst>
        </pc:spChg>
        <pc:spChg chg="mod">
          <ac:chgData name="Diego Raul Guerrero Anaya" userId="0ce4d9aa-8e9a-49aa-b0f2-d17a32a3775a" providerId="ADAL" clId="{DE868590-9F2C-4B03-9C62-B181C19ADC6C}" dt="2026-04-09T17:24:10.196" v="5764" actId="1076"/>
          <ac:spMkLst>
            <pc:docMk/>
            <pc:sldMk cId="1408814012" sldId="276"/>
            <ac:spMk id="8" creationId="{F155CB5D-BA0C-CAF7-2F0F-4394F9AD5844}"/>
          </ac:spMkLst>
        </pc:spChg>
        <pc:spChg chg="mod">
          <ac:chgData name="Diego Raul Guerrero Anaya" userId="0ce4d9aa-8e9a-49aa-b0f2-d17a32a3775a" providerId="ADAL" clId="{DE868590-9F2C-4B03-9C62-B181C19ADC6C}" dt="2026-04-09T17:24:15.705" v="5765" actId="1076"/>
          <ac:spMkLst>
            <pc:docMk/>
            <pc:sldMk cId="1408814012" sldId="276"/>
            <ac:spMk id="9" creationId="{EE239DFB-2386-4AB7-F74B-4DD809211AF4}"/>
          </ac:spMkLst>
        </pc:spChg>
        <pc:spChg chg="mod">
          <ac:chgData name="Diego Raul Guerrero Anaya" userId="0ce4d9aa-8e9a-49aa-b0f2-d17a32a3775a" providerId="ADAL" clId="{DE868590-9F2C-4B03-9C62-B181C19ADC6C}" dt="2026-04-09T17:24:15.705" v="5765" actId="1076"/>
          <ac:spMkLst>
            <pc:docMk/>
            <pc:sldMk cId="1408814012" sldId="276"/>
            <ac:spMk id="12" creationId="{2831277D-D2C9-EB04-036B-06276EE82E92}"/>
          </ac:spMkLst>
        </pc:spChg>
        <pc:spChg chg="del">
          <ac:chgData name="Diego Raul Guerrero Anaya" userId="0ce4d9aa-8e9a-49aa-b0f2-d17a32a3775a" providerId="ADAL" clId="{DE868590-9F2C-4B03-9C62-B181C19ADC6C}" dt="2026-04-09T17:23:41.366" v="5734" actId="478"/>
          <ac:spMkLst>
            <pc:docMk/>
            <pc:sldMk cId="1408814012" sldId="276"/>
            <ac:spMk id="24" creationId="{1C07066C-8BEA-A9F3-8C31-F3D84CC09AB4}"/>
          </ac:spMkLst>
        </pc:spChg>
        <pc:spChg chg="mod">
          <ac:chgData name="Diego Raul Guerrero Anaya" userId="0ce4d9aa-8e9a-49aa-b0f2-d17a32a3775a" providerId="ADAL" clId="{DE868590-9F2C-4B03-9C62-B181C19ADC6C}" dt="2026-04-09T16:14:27.456" v="4293" actId="20577"/>
          <ac:spMkLst>
            <pc:docMk/>
            <pc:sldMk cId="1408814012" sldId="276"/>
            <ac:spMk id="26" creationId="{1D4B4EC2-2B82-9176-5626-2B64202C2BEA}"/>
          </ac:spMkLst>
        </pc:spChg>
        <pc:spChg chg="del">
          <ac:chgData name="Diego Raul Guerrero Anaya" userId="0ce4d9aa-8e9a-49aa-b0f2-d17a32a3775a" providerId="ADAL" clId="{DE868590-9F2C-4B03-9C62-B181C19ADC6C}" dt="2026-04-09T17:23:41.366" v="5734" actId="478"/>
          <ac:spMkLst>
            <pc:docMk/>
            <pc:sldMk cId="1408814012" sldId="276"/>
            <ac:spMk id="29" creationId="{A6638B4E-B52D-2185-E12A-18B4B73CAF5D}"/>
          </ac:spMkLst>
        </pc:spChg>
        <pc:picChg chg="mod">
          <ac:chgData name="Diego Raul Guerrero Anaya" userId="0ce4d9aa-8e9a-49aa-b0f2-d17a32a3775a" providerId="ADAL" clId="{DE868590-9F2C-4B03-9C62-B181C19ADC6C}" dt="2026-04-09T17:24:15.705" v="5765" actId="1076"/>
          <ac:picMkLst>
            <pc:docMk/>
            <pc:sldMk cId="1408814012" sldId="276"/>
            <ac:picMk id="2" creationId="{81FE9502-6EA2-6ECC-1050-E1D15CE3862F}"/>
          </ac:picMkLst>
        </pc:picChg>
        <pc:picChg chg="mod">
          <ac:chgData name="Diego Raul Guerrero Anaya" userId="0ce4d9aa-8e9a-49aa-b0f2-d17a32a3775a" providerId="ADAL" clId="{DE868590-9F2C-4B03-9C62-B181C19ADC6C}" dt="2026-04-09T17:24:15.705" v="5765" actId="1076"/>
          <ac:picMkLst>
            <pc:docMk/>
            <pc:sldMk cId="1408814012" sldId="276"/>
            <ac:picMk id="5" creationId="{C20E2930-599A-7419-C11D-C0E4A40A6375}"/>
          </ac:picMkLst>
        </pc:picChg>
        <pc:picChg chg="mod">
          <ac:chgData name="Diego Raul Guerrero Anaya" userId="0ce4d9aa-8e9a-49aa-b0f2-d17a32a3775a" providerId="ADAL" clId="{DE868590-9F2C-4B03-9C62-B181C19ADC6C}" dt="2026-04-09T17:24:15.705" v="5765" actId="1076"/>
          <ac:picMkLst>
            <pc:docMk/>
            <pc:sldMk cId="1408814012" sldId="276"/>
            <ac:picMk id="11" creationId="{2D140C20-01C3-7105-AB68-98051006E0EC}"/>
          </ac:picMkLst>
        </pc:picChg>
        <pc:picChg chg="del">
          <ac:chgData name="Diego Raul Guerrero Anaya" userId="0ce4d9aa-8e9a-49aa-b0f2-d17a32a3775a" providerId="ADAL" clId="{DE868590-9F2C-4B03-9C62-B181C19ADC6C}" dt="2026-04-09T17:23:41.366" v="5734" actId="478"/>
          <ac:picMkLst>
            <pc:docMk/>
            <pc:sldMk cId="1408814012" sldId="276"/>
            <ac:picMk id="23" creationId="{D53C147F-A8BB-D2BD-2985-DAC3BE773D83}"/>
          </ac:picMkLst>
        </pc:picChg>
        <pc:picChg chg="del">
          <ac:chgData name="Diego Raul Guerrero Anaya" userId="0ce4d9aa-8e9a-49aa-b0f2-d17a32a3775a" providerId="ADAL" clId="{DE868590-9F2C-4B03-9C62-B181C19ADC6C}" dt="2026-04-09T17:23:41.366" v="5734" actId="478"/>
          <ac:picMkLst>
            <pc:docMk/>
            <pc:sldMk cId="1408814012" sldId="276"/>
            <ac:picMk id="28" creationId="{329F6434-BA0F-2B3B-586C-B0727F92309E}"/>
          </ac:picMkLst>
        </pc:picChg>
      </pc:sldChg>
      <pc:sldChg chg="modSp mod">
        <pc:chgData name="Diego Raul Guerrero Anaya" userId="0ce4d9aa-8e9a-49aa-b0f2-d17a32a3775a" providerId="ADAL" clId="{DE868590-9F2C-4B03-9C62-B181C19ADC6C}" dt="2026-04-09T16:14:22.964" v="4288" actId="20577"/>
        <pc:sldMkLst>
          <pc:docMk/>
          <pc:sldMk cId="1254772405" sldId="331"/>
        </pc:sldMkLst>
        <pc:spChg chg="mod">
          <ac:chgData name="Diego Raul Guerrero Anaya" userId="0ce4d9aa-8e9a-49aa-b0f2-d17a32a3775a" providerId="ADAL" clId="{DE868590-9F2C-4B03-9C62-B181C19ADC6C}" dt="2026-04-09T16:14:22.964" v="4288" actId="20577"/>
          <ac:spMkLst>
            <pc:docMk/>
            <pc:sldMk cId="1254772405" sldId="331"/>
            <ac:spMk id="16" creationId="{CAD1F5A1-A45B-7474-6EF8-7CEEC5771C78}"/>
          </ac:spMkLst>
        </pc:spChg>
      </pc:sldChg>
      <pc:sldChg chg="modSp mod">
        <pc:chgData name="Diego Raul Guerrero Anaya" userId="0ce4d9aa-8e9a-49aa-b0f2-d17a32a3775a" providerId="ADAL" clId="{DE868590-9F2C-4B03-9C62-B181C19ADC6C}" dt="2026-04-09T16:13:41.921" v="4268" actId="20577"/>
        <pc:sldMkLst>
          <pc:docMk/>
          <pc:sldMk cId="3626027867" sldId="332"/>
        </pc:sldMkLst>
        <pc:spChg chg="mod">
          <ac:chgData name="Diego Raul Guerrero Anaya" userId="0ce4d9aa-8e9a-49aa-b0f2-d17a32a3775a" providerId="ADAL" clId="{DE868590-9F2C-4B03-9C62-B181C19ADC6C}" dt="2026-04-09T16:13:41.921" v="4268" actId="20577"/>
          <ac:spMkLst>
            <pc:docMk/>
            <pc:sldMk cId="3626027867" sldId="332"/>
            <ac:spMk id="16" creationId="{7B31CB7F-F65F-251B-F642-C7D40861EB8B}"/>
          </ac:spMkLst>
        </pc:spChg>
      </pc:sldChg>
      <pc:sldChg chg="modSp mod">
        <pc:chgData name="Diego Raul Guerrero Anaya" userId="0ce4d9aa-8e9a-49aa-b0f2-d17a32a3775a" providerId="ADAL" clId="{DE868590-9F2C-4B03-9C62-B181C19ADC6C}" dt="2026-04-09T16:35:14.822" v="4716" actId="20577"/>
        <pc:sldMkLst>
          <pc:docMk/>
          <pc:sldMk cId="1081019199" sldId="333"/>
        </pc:sldMkLst>
        <pc:spChg chg="mod">
          <ac:chgData name="Diego Raul Guerrero Anaya" userId="0ce4d9aa-8e9a-49aa-b0f2-d17a32a3775a" providerId="ADAL" clId="{DE868590-9F2C-4B03-9C62-B181C19ADC6C}" dt="2026-04-09T16:34:33.110" v="4712" actId="20577"/>
          <ac:spMkLst>
            <pc:docMk/>
            <pc:sldMk cId="1081019199" sldId="333"/>
            <ac:spMk id="15" creationId="{155A1899-F51E-9451-B8A7-0A68A2BA8466}"/>
          </ac:spMkLst>
        </pc:spChg>
        <pc:spChg chg="mod">
          <ac:chgData name="Diego Raul Guerrero Anaya" userId="0ce4d9aa-8e9a-49aa-b0f2-d17a32a3775a" providerId="ADAL" clId="{DE868590-9F2C-4B03-9C62-B181C19ADC6C}" dt="2026-04-09T16:35:09.843" v="4714" actId="20577"/>
          <ac:spMkLst>
            <pc:docMk/>
            <pc:sldMk cId="1081019199" sldId="333"/>
            <ac:spMk id="16" creationId="{BCBAF28B-4381-CD77-9109-915F46BB08BF}"/>
          </ac:spMkLst>
        </pc:spChg>
        <pc:spChg chg="mod">
          <ac:chgData name="Diego Raul Guerrero Anaya" userId="0ce4d9aa-8e9a-49aa-b0f2-d17a32a3775a" providerId="ADAL" clId="{DE868590-9F2C-4B03-9C62-B181C19ADC6C}" dt="2026-04-09T16:35:14.822" v="4716" actId="20577"/>
          <ac:spMkLst>
            <pc:docMk/>
            <pc:sldMk cId="1081019199" sldId="333"/>
            <ac:spMk id="25" creationId="{897E9EAB-B351-D02D-23DD-CF9BBD6E16A7}"/>
          </ac:spMkLst>
        </pc:spChg>
        <pc:spChg chg="mod">
          <ac:chgData name="Diego Raul Guerrero Anaya" userId="0ce4d9aa-8e9a-49aa-b0f2-d17a32a3775a" providerId="ADAL" clId="{DE868590-9F2C-4B03-9C62-B181C19ADC6C}" dt="2026-04-09T16:13:46.591" v="4273" actId="20577"/>
          <ac:spMkLst>
            <pc:docMk/>
            <pc:sldMk cId="1081019199" sldId="333"/>
            <ac:spMk id="26" creationId="{1D4B4EC2-2B82-9176-5626-2B64202C2BEA}"/>
          </ac:spMkLst>
        </pc:spChg>
      </pc:sldChg>
      <pc:sldChg chg="addSp delSp modSp mod">
        <pc:chgData name="Diego Raul Guerrero Anaya" userId="0ce4d9aa-8e9a-49aa-b0f2-d17a32a3775a" providerId="ADAL" clId="{DE868590-9F2C-4B03-9C62-B181C19ADC6C}" dt="2026-04-09T16:38:40.618" v="4751"/>
        <pc:sldMkLst>
          <pc:docMk/>
          <pc:sldMk cId="3879780745" sldId="334"/>
        </pc:sldMkLst>
        <pc:spChg chg="del">
          <ac:chgData name="Diego Raul Guerrero Anaya" userId="0ce4d9aa-8e9a-49aa-b0f2-d17a32a3775a" providerId="ADAL" clId="{DE868590-9F2C-4B03-9C62-B181C19ADC6C}" dt="2026-04-09T16:13:54.554" v="4274" actId="478"/>
          <ac:spMkLst>
            <pc:docMk/>
            <pc:sldMk cId="3879780745" sldId="334"/>
            <ac:spMk id="2" creationId="{21BCDC23-9C1F-D083-1EFB-3E7BE1017AEE}"/>
          </ac:spMkLst>
        </pc:spChg>
        <pc:spChg chg="mod">
          <ac:chgData name="Diego Raul Guerrero Anaya" userId="0ce4d9aa-8e9a-49aa-b0f2-d17a32a3775a" providerId="ADAL" clId="{DE868590-9F2C-4B03-9C62-B181C19ADC6C}" dt="2026-04-09T16:35:51.071" v="4727" actId="20577"/>
          <ac:spMkLst>
            <pc:docMk/>
            <pc:sldMk cId="3879780745" sldId="334"/>
            <ac:spMk id="3" creationId="{5517A915-85AE-5FA2-8B73-8C6D4927CC78}"/>
          </ac:spMkLst>
        </pc:spChg>
        <pc:spChg chg="del">
          <ac:chgData name="Diego Raul Guerrero Anaya" userId="0ce4d9aa-8e9a-49aa-b0f2-d17a32a3775a" providerId="ADAL" clId="{DE868590-9F2C-4B03-9C62-B181C19ADC6C}" dt="2026-04-09T16:38:35.505" v="4750" actId="478"/>
          <ac:spMkLst>
            <pc:docMk/>
            <pc:sldMk cId="3879780745" sldId="334"/>
            <ac:spMk id="6" creationId="{70CF9432-EC05-FD9D-231D-C50FF2C98A62}"/>
          </ac:spMkLst>
        </pc:spChg>
        <pc:spChg chg="del">
          <ac:chgData name="Diego Raul Guerrero Anaya" userId="0ce4d9aa-8e9a-49aa-b0f2-d17a32a3775a" providerId="ADAL" clId="{DE868590-9F2C-4B03-9C62-B181C19ADC6C}" dt="2026-04-09T16:38:35.505" v="4750" actId="478"/>
          <ac:spMkLst>
            <pc:docMk/>
            <pc:sldMk cId="3879780745" sldId="334"/>
            <ac:spMk id="7" creationId="{0E19EFBD-61A8-3A3E-9641-2DBAD2DC6A8D}"/>
          </ac:spMkLst>
        </pc:spChg>
        <pc:spChg chg="add mod">
          <ac:chgData name="Diego Raul Guerrero Anaya" userId="0ce4d9aa-8e9a-49aa-b0f2-d17a32a3775a" providerId="ADAL" clId="{DE868590-9F2C-4B03-9C62-B181C19ADC6C}" dt="2026-04-09T16:13:54.919" v="4275"/>
          <ac:spMkLst>
            <pc:docMk/>
            <pc:sldMk cId="3879780745" sldId="334"/>
            <ac:spMk id="11" creationId="{8BA27AD2-FF10-D704-B2E0-9BCAC1184AF8}"/>
          </ac:spMkLst>
        </pc:spChg>
        <pc:spChg chg="add mod">
          <ac:chgData name="Diego Raul Guerrero Anaya" userId="0ce4d9aa-8e9a-49aa-b0f2-d17a32a3775a" providerId="ADAL" clId="{DE868590-9F2C-4B03-9C62-B181C19ADC6C}" dt="2026-04-09T16:38:40.618" v="4751"/>
          <ac:spMkLst>
            <pc:docMk/>
            <pc:sldMk cId="3879780745" sldId="334"/>
            <ac:spMk id="23" creationId="{1C7F55D6-A264-B727-E600-FAE8E859ADEB}"/>
          </ac:spMkLst>
        </pc:spChg>
        <pc:spChg chg="add mod">
          <ac:chgData name="Diego Raul Guerrero Anaya" userId="0ce4d9aa-8e9a-49aa-b0f2-d17a32a3775a" providerId="ADAL" clId="{DE868590-9F2C-4B03-9C62-B181C19ADC6C}" dt="2026-04-09T16:38:40.618" v="4751"/>
          <ac:spMkLst>
            <pc:docMk/>
            <pc:sldMk cId="3879780745" sldId="334"/>
            <ac:spMk id="24" creationId="{4754FD07-B477-EFF9-2083-7A754F88E7D4}"/>
          </ac:spMkLst>
        </pc:spChg>
        <pc:spChg chg="del">
          <ac:chgData name="Diego Raul Guerrero Anaya" userId="0ce4d9aa-8e9a-49aa-b0f2-d17a32a3775a" providerId="ADAL" clId="{DE868590-9F2C-4B03-9C62-B181C19ADC6C}" dt="2026-04-09T16:38:35.505" v="4750" actId="478"/>
          <ac:spMkLst>
            <pc:docMk/>
            <pc:sldMk cId="3879780745" sldId="334"/>
            <ac:spMk id="26" creationId="{092EF00A-F5CB-E2F4-D4D9-A06E95E1C851}"/>
          </ac:spMkLst>
        </pc:spChg>
        <pc:spChg chg="add mod">
          <ac:chgData name="Diego Raul Guerrero Anaya" userId="0ce4d9aa-8e9a-49aa-b0f2-d17a32a3775a" providerId="ADAL" clId="{DE868590-9F2C-4B03-9C62-B181C19ADC6C}" dt="2026-04-09T16:38:40.618" v="4751"/>
          <ac:spMkLst>
            <pc:docMk/>
            <pc:sldMk cId="3879780745" sldId="334"/>
            <ac:spMk id="29" creationId="{7E2870BA-A285-9D5B-9F6B-50D42D2AE4E9}"/>
          </ac:spMkLst>
        </pc:spChg>
        <pc:picChg chg="del">
          <ac:chgData name="Diego Raul Guerrero Anaya" userId="0ce4d9aa-8e9a-49aa-b0f2-d17a32a3775a" providerId="ADAL" clId="{DE868590-9F2C-4B03-9C62-B181C19ADC6C}" dt="2026-04-09T16:38:35.505" v="4750" actId="478"/>
          <ac:picMkLst>
            <pc:docMk/>
            <pc:sldMk cId="3879780745" sldId="334"/>
            <ac:picMk id="5" creationId="{AB7B0DE1-4713-AF0F-4BEC-BC0FC9F8F29D}"/>
          </ac:picMkLst>
        </pc:picChg>
        <pc:picChg chg="del">
          <ac:chgData name="Diego Raul Guerrero Anaya" userId="0ce4d9aa-8e9a-49aa-b0f2-d17a32a3775a" providerId="ADAL" clId="{DE868590-9F2C-4B03-9C62-B181C19ADC6C}" dt="2026-04-09T16:38:35.505" v="4750" actId="478"/>
          <ac:picMkLst>
            <pc:docMk/>
            <pc:sldMk cId="3879780745" sldId="334"/>
            <ac:picMk id="9" creationId="{80F6C026-B541-F0D6-E09A-57A348669458}"/>
          </ac:picMkLst>
        </pc:picChg>
        <pc:picChg chg="del">
          <ac:chgData name="Diego Raul Guerrero Anaya" userId="0ce4d9aa-8e9a-49aa-b0f2-d17a32a3775a" providerId="ADAL" clId="{DE868590-9F2C-4B03-9C62-B181C19ADC6C}" dt="2026-04-09T16:38:35.505" v="4750" actId="478"/>
          <ac:picMkLst>
            <pc:docMk/>
            <pc:sldMk cId="3879780745" sldId="334"/>
            <ac:picMk id="10" creationId="{B205E347-EA21-0C66-E37A-508AC08E42C0}"/>
          </ac:picMkLst>
        </pc:picChg>
        <pc:picChg chg="add mod">
          <ac:chgData name="Diego Raul Guerrero Anaya" userId="0ce4d9aa-8e9a-49aa-b0f2-d17a32a3775a" providerId="ADAL" clId="{DE868590-9F2C-4B03-9C62-B181C19ADC6C}" dt="2026-04-09T16:36:51.204" v="4735" actId="1076"/>
          <ac:picMkLst>
            <pc:docMk/>
            <pc:sldMk cId="3879780745" sldId="334"/>
            <ac:picMk id="13" creationId="{C75CCADA-3CCD-A04E-34BF-BC2AFE033D63}"/>
          </ac:picMkLst>
        </pc:picChg>
        <pc:picChg chg="add del mod">
          <ac:chgData name="Diego Raul Guerrero Anaya" userId="0ce4d9aa-8e9a-49aa-b0f2-d17a32a3775a" providerId="ADAL" clId="{DE868590-9F2C-4B03-9C62-B181C19ADC6C}" dt="2026-04-09T16:37:21.306" v="4738" actId="478"/>
          <ac:picMkLst>
            <pc:docMk/>
            <pc:sldMk cId="3879780745" sldId="334"/>
            <ac:picMk id="15" creationId="{FC404F92-5A00-FBAE-02CD-2B08D5E0B20C}"/>
          </ac:picMkLst>
        </pc:picChg>
        <pc:picChg chg="add del mod">
          <ac:chgData name="Diego Raul Guerrero Anaya" userId="0ce4d9aa-8e9a-49aa-b0f2-d17a32a3775a" providerId="ADAL" clId="{DE868590-9F2C-4B03-9C62-B181C19ADC6C}" dt="2026-04-09T16:37:58.473" v="4742" actId="478"/>
          <ac:picMkLst>
            <pc:docMk/>
            <pc:sldMk cId="3879780745" sldId="334"/>
            <ac:picMk id="17" creationId="{3CFEE83D-E49F-9DAE-234D-44342D0716FF}"/>
          </ac:picMkLst>
        </pc:picChg>
        <pc:picChg chg="add mod">
          <ac:chgData name="Diego Raul Guerrero Anaya" userId="0ce4d9aa-8e9a-49aa-b0f2-d17a32a3775a" providerId="ADAL" clId="{DE868590-9F2C-4B03-9C62-B181C19ADC6C}" dt="2026-04-09T16:38:28.908" v="4749" actId="1076"/>
          <ac:picMkLst>
            <pc:docMk/>
            <pc:sldMk cId="3879780745" sldId="334"/>
            <ac:picMk id="19" creationId="{B63375AE-DA82-25A0-D674-6E01E7E3C3B6}"/>
          </ac:picMkLst>
        </pc:picChg>
        <pc:picChg chg="add mod">
          <ac:chgData name="Diego Raul Guerrero Anaya" userId="0ce4d9aa-8e9a-49aa-b0f2-d17a32a3775a" providerId="ADAL" clId="{DE868590-9F2C-4B03-9C62-B181C19ADC6C}" dt="2026-04-09T16:38:40.618" v="4751"/>
          <ac:picMkLst>
            <pc:docMk/>
            <pc:sldMk cId="3879780745" sldId="334"/>
            <ac:picMk id="22" creationId="{DB50671F-D68C-70ED-E4CE-F39D1F22282D}"/>
          </ac:picMkLst>
        </pc:picChg>
        <pc:picChg chg="add mod">
          <ac:chgData name="Diego Raul Guerrero Anaya" userId="0ce4d9aa-8e9a-49aa-b0f2-d17a32a3775a" providerId="ADAL" clId="{DE868590-9F2C-4B03-9C62-B181C19ADC6C}" dt="2026-04-09T16:38:40.618" v="4751"/>
          <ac:picMkLst>
            <pc:docMk/>
            <pc:sldMk cId="3879780745" sldId="334"/>
            <ac:picMk id="25" creationId="{E2261168-6CA0-29A5-4239-B697211CEA95}"/>
          </ac:picMkLst>
        </pc:picChg>
        <pc:picChg chg="add mod">
          <ac:chgData name="Diego Raul Guerrero Anaya" userId="0ce4d9aa-8e9a-49aa-b0f2-d17a32a3775a" providerId="ADAL" clId="{DE868590-9F2C-4B03-9C62-B181C19ADC6C}" dt="2026-04-09T16:38:40.618" v="4751"/>
          <ac:picMkLst>
            <pc:docMk/>
            <pc:sldMk cId="3879780745" sldId="334"/>
            <ac:picMk id="27" creationId="{3FA7D9D6-B13F-4821-03D4-EB922814E095}"/>
          </ac:picMkLst>
        </pc:picChg>
        <pc:picChg chg="del">
          <ac:chgData name="Diego Raul Guerrero Anaya" userId="0ce4d9aa-8e9a-49aa-b0f2-d17a32a3775a" providerId="ADAL" clId="{DE868590-9F2C-4B03-9C62-B181C19ADC6C}" dt="2026-04-09T16:36:28.820" v="4731" actId="478"/>
          <ac:picMkLst>
            <pc:docMk/>
            <pc:sldMk cId="3879780745" sldId="334"/>
            <ac:picMk id="28" creationId="{BB66AD37-7335-BF80-78AB-0FCEE2A4F440}"/>
          </ac:picMkLst>
        </pc:picChg>
        <pc:picChg chg="del">
          <ac:chgData name="Diego Raul Guerrero Anaya" userId="0ce4d9aa-8e9a-49aa-b0f2-d17a32a3775a" providerId="ADAL" clId="{DE868590-9F2C-4B03-9C62-B181C19ADC6C}" dt="2026-04-09T16:38:17.482" v="4746" actId="478"/>
          <ac:picMkLst>
            <pc:docMk/>
            <pc:sldMk cId="3879780745" sldId="334"/>
            <ac:picMk id="30" creationId="{214D18BC-5730-E0DD-055D-B3C0EC58AC64}"/>
          </ac:picMkLst>
        </pc:picChg>
      </pc:sldChg>
      <pc:sldChg chg="addSp delSp modSp mod">
        <pc:chgData name="Diego Raul Guerrero Anaya" userId="0ce4d9aa-8e9a-49aa-b0f2-d17a32a3775a" providerId="ADAL" clId="{DE868590-9F2C-4B03-9C62-B181C19ADC6C}" dt="2026-04-09T16:41:14.261" v="4786" actId="1076"/>
        <pc:sldMkLst>
          <pc:docMk/>
          <pc:sldMk cId="3244617191" sldId="354"/>
        </pc:sldMkLst>
        <pc:spChg chg="add mod">
          <ac:chgData name="Diego Raul Guerrero Anaya" userId="0ce4d9aa-8e9a-49aa-b0f2-d17a32a3775a" providerId="ADAL" clId="{DE868590-9F2C-4B03-9C62-B181C19ADC6C}" dt="2026-04-09T16:13:59.218" v="4277"/>
          <ac:spMkLst>
            <pc:docMk/>
            <pc:sldMk cId="3244617191" sldId="354"/>
            <ac:spMk id="5" creationId="{1E032C3B-4E27-5EDA-B970-864172FE95F9}"/>
          </ac:spMkLst>
        </pc:spChg>
        <pc:spChg chg="add mod">
          <ac:chgData name="Diego Raul Guerrero Anaya" userId="0ce4d9aa-8e9a-49aa-b0f2-d17a32a3775a" providerId="ADAL" clId="{DE868590-9F2C-4B03-9C62-B181C19ADC6C}" dt="2026-04-09T16:41:14.261" v="4786" actId="1076"/>
          <ac:spMkLst>
            <pc:docMk/>
            <pc:sldMk cId="3244617191" sldId="354"/>
            <ac:spMk id="6" creationId="{1B33E685-CB0A-3924-CB71-EF4AB275B73D}"/>
          </ac:spMkLst>
        </pc:spChg>
        <pc:spChg chg="add del">
          <ac:chgData name="Diego Raul Guerrero Anaya" userId="0ce4d9aa-8e9a-49aa-b0f2-d17a32a3775a" providerId="ADAL" clId="{DE868590-9F2C-4B03-9C62-B181C19ADC6C}" dt="2026-04-09T16:39:16.232" v="4765" actId="478"/>
          <ac:spMkLst>
            <pc:docMk/>
            <pc:sldMk cId="3244617191" sldId="354"/>
            <ac:spMk id="8" creationId="{8BDE0322-30DB-9007-ED46-C39CBD8D1A59}"/>
          </ac:spMkLst>
        </pc:spChg>
        <pc:spChg chg="add del mod">
          <ac:chgData name="Diego Raul Guerrero Anaya" userId="0ce4d9aa-8e9a-49aa-b0f2-d17a32a3775a" providerId="ADAL" clId="{DE868590-9F2C-4B03-9C62-B181C19ADC6C}" dt="2026-04-09T16:14:06.285" v="4283" actId="20577"/>
          <ac:spMkLst>
            <pc:docMk/>
            <pc:sldMk cId="3244617191" sldId="354"/>
            <ac:spMk id="12" creationId="{A56C0D7C-16C6-2D3B-B087-A36CC226F911}"/>
          </ac:spMkLst>
        </pc:spChg>
        <pc:spChg chg="mod">
          <ac:chgData name="Diego Raul Guerrero Anaya" userId="0ce4d9aa-8e9a-49aa-b0f2-d17a32a3775a" providerId="ADAL" clId="{DE868590-9F2C-4B03-9C62-B181C19ADC6C}" dt="2026-04-09T16:39:43.467" v="4774" actId="20577"/>
          <ac:spMkLst>
            <pc:docMk/>
            <pc:sldMk cId="3244617191" sldId="354"/>
            <ac:spMk id="19" creationId="{DC45A2B3-CBE7-6AF2-715B-B91866D1BE66}"/>
          </ac:spMkLst>
        </pc:spChg>
        <pc:spChg chg="mod">
          <ac:chgData name="Diego Raul Guerrero Anaya" userId="0ce4d9aa-8e9a-49aa-b0f2-d17a32a3775a" providerId="ADAL" clId="{DE868590-9F2C-4B03-9C62-B181C19ADC6C}" dt="2026-04-09T16:39:38.523" v="4769" actId="1076"/>
          <ac:spMkLst>
            <pc:docMk/>
            <pc:sldMk cId="3244617191" sldId="354"/>
            <ac:spMk id="25" creationId="{5B10581B-A391-A69F-6AB3-6C65FF4B10A9}"/>
          </ac:spMkLst>
        </pc:spChg>
        <pc:spChg chg="del">
          <ac:chgData name="Diego Raul Guerrero Anaya" userId="0ce4d9aa-8e9a-49aa-b0f2-d17a32a3775a" providerId="ADAL" clId="{DE868590-9F2C-4B03-9C62-B181C19ADC6C}" dt="2026-04-09T16:39:01.340" v="4752" actId="478"/>
          <ac:spMkLst>
            <pc:docMk/>
            <pc:sldMk cId="3244617191" sldId="354"/>
            <ac:spMk id="26" creationId="{551A0DCE-413B-A4F9-A773-E7729E82350A}"/>
          </ac:spMkLst>
        </pc:spChg>
        <pc:spChg chg="del">
          <ac:chgData name="Diego Raul Guerrero Anaya" userId="0ce4d9aa-8e9a-49aa-b0f2-d17a32a3775a" providerId="ADAL" clId="{DE868590-9F2C-4B03-9C62-B181C19ADC6C}" dt="2026-04-09T16:40:56.530" v="4784" actId="478"/>
          <ac:spMkLst>
            <pc:docMk/>
            <pc:sldMk cId="3244617191" sldId="354"/>
            <ac:spMk id="29" creationId="{7CF8D2E1-1556-C801-9A4E-C3B7E8B3951B}"/>
          </ac:spMkLst>
        </pc:spChg>
        <pc:spChg chg="mod">
          <ac:chgData name="Diego Raul Guerrero Anaya" userId="0ce4d9aa-8e9a-49aa-b0f2-d17a32a3775a" providerId="ADAL" clId="{DE868590-9F2C-4B03-9C62-B181C19ADC6C}" dt="2026-04-09T16:39:38.523" v="4769" actId="1076"/>
          <ac:spMkLst>
            <pc:docMk/>
            <pc:sldMk cId="3244617191" sldId="354"/>
            <ac:spMk id="30" creationId="{6A43560B-C86C-F1C7-2A9F-C8C8BEC01C02}"/>
          </ac:spMkLst>
        </pc:spChg>
        <pc:spChg chg="del">
          <ac:chgData name="Diego Raul Guerrero Anaya" userId="0ce4d9aa-8e9a-49aa-b0f2-d17a32a3775a" providerId="ADAL" clId="{DE868590-9F2C-4B03-9C62-B181C19ADC6C}" dt="2026-04-09T16:39:18.437" v="4766" actId="478"/>
          <ac:spMkLst>
            <pc:docMk/>
            <pc:sldMk cId="3244617191" sldId="354"/>
            <ac:spMk id="31" creationId="{A9D9D877-17BF-C4B1-DBE2-2D740DCE891B}"/>
          </ac:spMkLst>
        </pc:spChg>
        <pc:spChg chg="mod">
          <ac:chgData name="Diego Raul Guerrero Anaya" userId="0ce4d9aa-8e9a-49aa-b0f2-d17a32a3775a" providerId="ADAL" clId="{DE868590-9F2C-4B03-9C62-B181C19ADC6C}" dt="2026-04-09T16:41:07.943" v="4785" actId="1076"/>
          <ac:spMkLst>
            <pc:docMk/>
            <pc:sldMk cId="3244617191" sldId="354"/>
            <ac:spMk id="34" creationId="{F7E81395-129E-34AB-56A2-C2BF691746BB}"/>
          </ac:spMkLst>
        </pc:spChg>
        <pc:graphicFrameChg chg="add mod">
          <ac:chgData name="Diego Raul Guerrero Anaya" userId="0ce4d9aa-8e9a-49aa-b0f2-d17a32a3775a" providerId="ADAL" clId="{DE868590-9F2C-4B03-9C62-B181C19ADC6C}" dt="2026-04-09T16:41:14.261" v="4786" actId="1076"/>
          <ac:graphicFrameMkLst>
            <pc:docMk/>
            <pc:sldMk cId="3244617191" sldId="354"/>
            <ac:graphicFrameMk id="7" creationId="{8E940711-7320-EC9B-E285-9B038A984E0A}"/>
          </ac:graphicFrameMkLst>
        </pc:graphicFrameChg>
        <pc:graphicFrameChg chg="del">
          <ac:chgData name="Diego Raul Guerrero Anaya" userId="0ce4d9aa-8e9a-49aa-b0f2-d17a32a3775a" providerId="ADAL" clId="{DE868590-9F2C-4B03-9C62-B181C19ADC6C}" dt="2026-04-09T16:39:10.189" v="4763" actId="478"/>
          <ac:graphicFrameMkLst>
            <pc:docMk/>
            <pc:sldMk cId="3244617191" sldId="354"/>
            <ac:graphicFrameMk id="21" creationId="{D999FE1A-6116-4188-4598-09A426373573}"/>
          </ac:graphicFrameMkLst>
        </pc:graphicFrameChg>
        <pc:picChg chg="del">
          <ac:chgData name="Diego Raul Guerrero Anaya" userId="0ce4d9aa-8e9a-49aa-b0f2-d17a32a3775a" providerId="ADAL" clId="{DE868590-9F2C-4B03-9C62-B181C19ADC6C}" dt="2026-04-09T16:40:23.671" v="4778" actId="478"/>
          <ac:picMkLst>
            <pc:docMk/>
            <pc:sldMk cId="3244617191" sldId="354"/>
            <ac:picMk id="2" creationId="{00AB9047-543A-F798-5FA3-9406CF7319B4}"/>
          </ac:picMkLst>
        </pc:picChg>
        <pc:picChg chg="del">
          <ac:chgData name="Diego Raul Guerrero Anaya" userId="0ce4d9aa-8e9a-49aa-b0f2-d17a32a3775a" providerId="ADAL" clId="{DE868590-9F2C-4B03-9C62-B181C19ADC6C}" dt="2026-04-09T16:40:47.998" v="4782" actId="478"/>
          <ac:picMkLst>
            <pc:docMk/>
            <pc:sldMk cId="3244617191" sldId="354"/>
            <ac:picMk id="3" creationId="{C35B49BD-026A-5168-85CF-B0DC43F38437}"/>
          </ac:picMkLst>
        </pc:picChg>
        <pc:picChg chg="add mod">
          <ac:chgData name="Diego Raul Guerrero Anaya" userId="0ce4d9aa-8e9a-49aa-b0f2-d17a32a3775a" providerId="ADAL" clId="{DE868590-9F2C-4B03-9C62-B181C19ADC6C}" dt="2026-04-09T16:40:28.361" v="4779" actId="1076"/>
          <ac:picMkLst>
            <pc:docMk/>
            <pc:sldMk cId="3244617191" sldId="354"/>
            <ac:picMk id="13" creationId="{FB52C08A-0826-4E72-E2FD-EEB5DC645648}"/>
          </ac:picMkLst>
        </pc:picChg>
        <pc:picChg chg="add mod">
          <ac:chgData name="Diego Raul Guerrero Anaya" userId="0ce4d9aa-8e9a-49aa-b0f2-d17a32a3775a" providerId="ADAL" clId="{DE868590-9F2C-4B03-9C62-B181C19ADC6C}" dt="2026-04-09T16:40:53.192" v="4783" actId="1076"/>
          <ac:picMkLst>
            <pc:docMk/>
            <pc:sldMk cId="3244617191" sldId="354"/>
            <ac:picMk id="15" creationId="{BAC8FEDE-7BEF-CCBC-8553-4A3B4F843DCA}"/>
          </ac:picMkLst>
        </pc:picChg>
        <pc:picChg chg="mod">
          <ac:chgData name="Diego Raul Guerrero Anaya" userId="0ce4d9aa-8e9a-49aa-b0f2-d17a32a3775a" providerId="ADAL" clId="{DE868590-9F2C-4B03-9C62-B181C19ADC6C}" dt="2026-04-09T16:39:38.523" v="4769" actId="1076"/>
          <ac:picMkLst>
            <pc:docMk/>
            <pc:sldMk cId="3244617191" sldId="354"/>
            <ac:picMk id="23" creationId="{2C3FC970-57AB-4FD0-65DF-59A134742285}"/>
          </ac:picMkLst>
        </pc:picChg>
        <pc:picChg chg="del">
          <ac:chgData name="Diego Raul Guerrero Anaya" userId="0ce4d9aa-8e9a-49aa-b0f2-d17a32a3775a" providerId="ADAL" clId="{DE868590-9F2C-4B03-9C62-B181C19ADC6C}" dt="2026-04-09T16:39:01.340" v="4752" actId="478"/>
          <ac:picMkLst>
            <pc:docMk/>
            <pc:sldMk cId="3244617191" sldId="354"/>
            <ac:picMk id="27" creationId="{4F54984D-0544-975B-2BBF-613E956DCF71}"/>
          </ac:picMkLst>
        </pc:picChg>
        <pc:picChg chg="mod">
          <ac:chgData name="Diego Raul Guerrero Anaya" userId="0ce4d9aa-8e9a-49aa-b0f2-d17a32a3775a" providerId="ADAL" clId="{DE868590-9F2C-4B03-9C62-B181C19ADC6C}" dt="2026-04-09T16:39:38.523" v="4769" actId="1076"/>
          <ac:picMkLst>
            <pc:docMk/>
            <pc:sldMk cId="3244617191" sldId="354"/>
            <ac:picMk id="28" creationId="{8C50A4FE-0CF4-4D0A-FF80-1478B67A80C6}"/>
          </ac:picMkLst>
        </pc:picChg>
      </pc:sldChg>
      <pc:sldChg chg="addSp delSp modSp mod">
        <pc:chgData name="Diego Raul Guerrero Anaya" userId="0ce4d9aa-8e9a-49aa-b0f2-d17a32a3775a" providerId="ADAL" clId="{DE868590-9F2C-4B03-9C62-B181C19ADC6C}" dt="2026-04-09T17:27:00.315" v="5800" actId="1076"/>
        <pc:sldMkLst>
          <pc:docMk/>
          <pc:sldMk cId="3135349836" sldId="378"/>
        </pc:sldMkLst>
        <pc:spChg chg="del">
          <ac:chgData name="Diego Raul Guerrero Anaya" userId="0ce4d9aa-8e9a-49aa-b0f2-d17a32a3775a" providerId="ADAL" clId="{DE868590-9F2C-4B03-9C62-B181C19ADC6C}" dt="2026-04-09T17:25:37.377" v="5781" actId="478"/>
          <ac:spMkLst>
            <pc:docMk/>
            <pc:sldMk cId="3135349836" sldId="378"/>
            <ac:spMk id="5" creationId="{5B68A462-BE41-31A8-69FF-D6173D3A9E61}"/>
          </ac:spMkLst>
        </pc:spChg>
        <pc:spChg chg="add mod">
          <ac:chgData name="Diego Raul Guerrero Anaya" userId="0ce4d9aa-8e9a-49aa-b0f2-d17a32a3775a" providerId="ADAL" clId="{DE868590-9F2C-4B03-9C62-B181C19ADC6C}" dt="2026-04-09T17:25:42.523" v="5782"/>
          <ac:spMkLst>
            <pc:docMk/>
            <pc:sldMk cId="3135349836" sldId="378"/>
            <ac:spMk id="7" creationId="{D4F09B62-8B65-16B4-BBE2-F317CE48CCC8}"/>
          </ac:spMkLst>
        </pc:spChg>
        <pc:spChg chg="mod">
          <ac:chgData name="Diego Raul Guerrero Anaya" userId="0ce4d9aa-8e9a-49aa-b0f2-d17a32a3775a" providerId="ADAL" clId="{DE868590-9F2C-4B03-9C62-B181C19ADC6C}" dt="2026-04-09T16:14:39.086" v="4300" actId="20577"/>
          <ac:spMkLst>
            <pc:docMk/>
            <pc:sldMk cId="3135349836" sldId="378"/>
            <ac:spMk id="12" creationId="{CA99E943-61C2-001F-2E86-6BB504A8BCA5}"/>
          </ac:spMkLst>
        </pc:spChg>
        <pc:spChg chg="del">
          <ac:chgData name="Diego Raul Guerrero Anaya" userId="0ce4d9aa-8e9a-49aa-b0f2-d17a32a3775a" providerId="ADAL" clId="{DE868590-9F2C-4B03-9C62-B181C19ADC6C}" dt="2026-04-09T17:25:37.377" v="5781" actId="478"/>
          <ac:spMkLst>
            <pc:docMk/>
            <pc:sldMk cId="3135349836" sldId="378"/>
            <ac:spMk id="13" creationId="{54795BA1-49BB-0171-9D95-F942997D9C2A}"/>
          </ac:spMkLst>
        </pc:spChg>
        <pc:spChg chg="del">
          <ac:chgData name="Diego Raul Guerrero Anaya" userId="0ce4d9aa-8e9a-49aa-b0f2-d17a32a3775a" providerId="ADAL" clId="{DE868590-9F2C-4B03-9C62-B181C19ADC6C}" dt="2026-04-09T17:25:37.377" v="5781" actId="478"/>
          <ac:spMkLst>
            <pc:docMk/>
            <pc:sldMk cId="3135349836" sldId="378"/>
            <ac:spMk id="15" creationId="{909DFE53-A330-5FD4-90DF-4AD23706C566}"/>
          </ac:spMkLst>
        </pc:spChg>
        <pc:spChg chg="add mod">
          <ac:chgData name="Diego Raul Guerrero Anaya" userId="0ce4d9aa-8e9a-49aa-b0f2-d17a32a3775a" providerId="ADAL" clId="{DE868590-9F2C-4B03-9C62-B181C19ADC6C}" dt="2026-04-09T17:25:42.523" v="5782"/>
          <ac:spMkLst>
            <pc:docMk/>
            <pc:sldMk cId="3135349836" sldId="378"/>
            <ac:spMk id="17" creationId="{E56A2043-685C-810D-C734-76611A2836A8}"/>
          </ac:spMkLst>
        </pc:spChg>
        <pc:spChg chg="mod">
          <ac:chgData name="Diego Raul Guerrero Anaya" userId="0ce4d9aa-8e9a-49aa-b0f2-d17a32a3775a" providerId="ADAL" clId="{DE868590-9F2C-4B03-9C62-B181C19ADC6C}" dt="2026-04-09T17:25:50.656" v="5784" actId="20577"/>
          <ac:spMkLst>
            <pc:docMk/>
            <pc:sldMk cId="3135349836" sldId="378"/>
            <ac:spMk id="19" creationId="{AAF4DEE6-769C-B912-0714-4AF45BCDF5A3}"/>
          </ac:spMkLst>
        </pc:spChg>
        <pc:spChg chg="add mod">
          <ac:chgData name="Diego Raul Guerrero Anaya" userId="0ce4d9aa-8e9a-49aa-b0f2-d17a32a3775a" providerId="ADAL" clId="{DE868590-9F2C-4B03-9C62-B181C19ADC6C}" dt="2026-04-09T17:25:42.523" v="5782"/>
          <ac:spMkLst>
            <pc:docMk/>
            <pc:sldMk cId="3135349836" sldId="378"/>
            <ac:spMk id="22" creationId="{3C927B4E-FE16-1F09-5868-6943A8CD700D}"/>
          </ac:spMkLst>
        </pc:spChg>
        <pc:spChg chg="mod">
          <ac:chgData name="Diego Raul Guerrero Anaya" userId="0ce4d9aa-8e9a-49aa-b0f2-d17a32a3775a" providerId="ADAL" clId="{DE868590-9F2C-4B03-9C62-B181C19ADC6C}" dt="2026-04-09T17:25:55.326" v="5787" actId="20577"/>
          <ac:spMkLst>
            <pc:docMk/>
            <pc:sldMk cId="3135349836" sldId="378"/>
            <ac:spMk id="31" creationId="{29C5ECE4-EA9C-AB55-6217-E09024B4BBC3}"/>
          </ac:spMkLst>
        </pc:spChg>
        <pc:spChg chg="del">
          <ac:chgData name="Diego Raul Guerrero Anaya" userId="0ce4d9aa-8e9a-49aa-b0f2-d17a32a3775a" providerId="ADAL" clId="{DE868590-9F2C-4B03-9C62-B181C19ADC6C}" dt="2026-04-09T17:25:37.377" v="5781" actId="478"/>
          <ac:spMkLst>
            <pc:docMk/>
            <pc:sldMk cId="3135349836" sldId="378"/>
            <ac:spMk id="33" creationId="{AFECAEE7-967D-5965-21F7-A23A2BE42051}"/>
          </ac:spMkLst>
        </pc:spChg>
        <pc:graphicFrameChg chg="mod">
          <ac:chgData name="Diego Raul Guerrero Anaya" userId="0ce4d9aa-8e9a-49aa-b0f2-d17a32a3775a" providerId="ADAL" clId="{DE868590-9F2C-4B03-9C62-B181C19ADC6C}" dt="2026-04-09T17:26:08.255" v="5792" actId="1076"/>
          <ac:graphicFrameMkLst>
            <pc:docMk/>
            <pc:sldMk cId="3135349836" sldId="378"/>
            <ac:graphicFrameMk id="21" creationId="{9953217C-18DA-CBB4-48A3-E9B18F19458C}"/>
          </ac:graphicFrameMkLst>
        </pc:graphicFrameChg>
        <pc:picChg chg="add mod">
          <ac:chgData name="Diego Raul Guerrero Anaya" userId="0ce4d9aa-8e9a-49aa-b0f2-d17a32a3775a" providerId="ADAL" clId="{DE868590-9F2C-4B03-9C62-B181C19ADC6C}" dt="2026-04-09T17:25:42.523" v="5782"/>
          <ac:picMkLst>
            <pc:docMk/>
            <pc:sldMk cId="3135349836" sldId="378"/>
            <ac:picMk id="2" creationId="{46E1F25A-75E5-022A-BF3E-7F1E7C0EF865}"/>
          </ac:picMkLst>
        </pc:picChg>
        <pc:picChg chg="del">
          <ac:chgData name="Diego Raul Guerrero Anaya" userId="0ce4d9aa-8e9a-49aa-b0f2-d17a32a3775a" providerId="ADAL" clId="{DE868590-9F2C-4B03-9C62-B181C19ADC6C}" dt="2026-04-09T17:25:37.377" v="5781" actId="478"/>
          <ac:picMkLst>
            <pc:docMk/>
            <pc:sldMk cId="3135349836" sldId="378"/>
            <ac:picMk id="3" creationId="{98F474C2-0FBE-B9EF-7020-4B6E4CB10BE4}"/>
          </ac:picMkLst>
        </pc:picChg>
        <pc:picChg chg="del">
          <ac:chgData name="Diego Raul Guerrero Anaya" userId="0ce4d9aa-8e9a-49aa-b0f2-d17a32a3775a" providerId="ADAL" clId="{DE868590-9F2C-4B03-9C62-B181C19ADC6C}" dt="2026-04-09T17:25:37.377" v="5781" actId="478"/>
          <ac:picMkLst>
            <pc:docMk/>
            <pc:sldMk cId="3135349836" sldId="378"/>
            <ac:picMk id="6" creationId="{A64803BB-9162-77DC-4670-75352309EE32}"/>
          </ac:picMkLst>
        </pc:picChg>
        <pc:picChg chg="del">
          <ac:chgData name="Diego Raul Guerrero Anaya" userId="0ce4d9aa-8e9a-49aa-b0f2-d17a32a3775a" providerId="ADAL" clId="{DE868590-9F2C-4B03-9C62-B181C19ADC6C}" dt="2026-04-09T17:26:35.201" v="5795" actId="478"/>
          <ac:picMkLst>
            <pc:docMk/>
            <pc:sldMk cId="3135349836" sldId="378"/>
            <ac:picMk id="11" creationId="{9557A109-28ED-1AFE-6D47-360E3DCC5F98}"/>
          </ac:picMkLst>
        </pc:picChg>
        <pc:picChg chg="del">
          <ac:chgData name="Diego Raul Guerrero Anaya" userId="0ce4d9aa-8e9a-49aa-b0f2-d17a32a3775a" providerId="ADAL" clId="{DE868590-9F2C-4B03-9C62-B181C19ADC6C}" dt="2026-04-09T17:25:37.377" v="5781" actId="478"/>
          <ac:picMkLst>
            <pc:docMk/>
            <pc:sldMk cId="3135349836" sldId="378"/>
            <ac:picMk id="14" creationId="{BF613827-8FDC-2F7C-E0CC-952EB2120BFC}"/>
          </ac:picMkLst>
        </pc:picChg>
        <pc:picChg chg="add mod">
          <ac:chgData name="Diego Raul Guerrero Anaya" userId="0ce4d9aa-8e9a-49aa-b0f2-d17a32a3775a" providerId="ADAL" clId="{DE868590-9F2C-4B03-9C62-B181C19ADC6C}" dt="2026-04-09T17:25:42.523" v="5782"/>
          <ac:picMkLst>
            <pc:docMk/>
            <pc:sldMk cId="3135349836" sldId="378"/>
            <ac:picMk id="16" creationId="{84134B20-67D8-A5BA-0028-8A03A349608B}"/>
          </ac:picMkLst>
        </pc:picChg>
        <pc:picChg chg="del">
          <ac:chgData name="Diego Raul Guerrero Anaya" userId="0ce4d9aa-8e9a-49aa-b0f2-d17a32a3775a" providerId="ADAL" clId="{DE868590-9F2C-4B03-9C62-B181C19ADC6C}" dt="2026-04-09T17:26:55.088" v="5799" actId="478"/>
          <ac:picMkLst>
            <pc:docMk/>
            <pc:sldMk cId="3135349836" sldId="378"/>
            <ac:picMk id="18" creationId="{BFD7AB39-0D59-3368-AE1A-F3716BB7C832}"/>
          </ac:picMkLst>
        </pc:picChg>
        <pc:picChg chg="add mod">
          <ac:chgData name="Diego Raul Guerrero Anaya" userId="0ce4d9aa-8e9a-49aa-b0f2-d17a32a3775a" providerId="ADAL" clId="{DE868590-9F2C-4B03-9C62-B181C19ADC6C}" dt="2026-04-09T17:25:42.523" v="5782"/>
          <ac:picMkLst>
            <pc:docMk/>
            <pc:sldMk cId="3135349836" sldId="378"/>
            <ac:picMk id="20" creationId="{49675203-3D4C-51D4-0B9C-EECC0EF882D4}"/>
          </ac:picMkLst>
        </pc:picChg>
        <pc:picChg chg="add mod">
          <ac:chgData name="Diego Raul Guerrero Anaya" userId="0ce4d9aa-8e9a-49aa-b0f2-d17a32a3775a" providerId="ADAL" clId="{DE868590-9F2C-4B03-9C62-B181C19ADC6C}" dt="2026-04-09T17:26:41.643" v="5796" actId="1076"/>
          <ac:picMkLst>
            <pc:docMk/>
            <pc:sldMk cId="3135349836" sldId="378"/>
            <ac:picMk id="24" creationId="{B559AF58-44CF-2554-60DE-13DA2A6CAE26}"/>
          </ac:picMkLst>
        </pc:picChg>
        <pc:picChg chg="add mod">
          <ac:chgData name="Diego Raul Guerrero Anaya" userId="0ce4d9aa-8e9a-49aa-b0f2-d17a32a3775a" providerId="ADAL" clId="{DE868590-9F2C-4B03-9C62-B181C19ADC6C}" dt="2026-04-09T17:27:00.315" v="5800" actId="1076"/>
          <ac:picMkLst>
            <pc:docMk/>
            <pc:sldMk cId="3135349836" sldId="378"/>
            <ac:picMk id="26" creationId="{1178CFE6-10C4-8C40-9E95-E1B24B66EFCA}"/>
          </ac:picMkLst>
        </pc:picChg>
        <pc:picChg chg="del">
          <ac:chgData name="Diego Raul Guerrero Anaya" userId="0ce4d9aa-8e9a-49aa-b0f2-d17a32a3775a" providerId="ADAL" clId="{DE868590-9F2C-4B03-9C62-B181C19ADC6C}" dt="2026-04-09T17:25:37.377" v="5781" actId="478"/>
          <ac:picMkLst>
            <pc:docMk/>
            <pc:sldMk cId="3135349836" sldId="378"/>
            <ac:picMk id="32" creationId="{4F1C8090-BA06-D129-15E3-8F80784136DA}"/>
          </ac:picMkLst>
        </pc:picChg>
      </pc:sldChg>
      <pc:sldChg chg="modSp mod">
        <pc:chgData name="Diego Raul Guerrero Anaya" userId="0ce4d9aa-8e9a-49aa-b0f2-d17a32a3775a" providerId="ADAL" clId="{DE868590-9F2C-4B03-9C62-B181C19ADC6C}" dt="2026-04-09T16:41:34.232" v="4791" actId="1076"/>
        <pc:sldMkLst>
          <pc:docMk/>
          <pc:sldMk cId="3231623758" sldId="379"/>
        </pc:sldMkLst>
        <pc:spChg chg="mod">
          <ac:chgData name="Diego Raul Guerrero Anaya" userId="0ce4d9aa-8e9a-49aa-b0f2-d17a32a3775a" providerId="ADAL" clId="{DE868590-9F2C-4B03-9C62-B181C19ADC6C}" dt="2026-04-09T16:41:20.172" v="4788" actId="20577"/>
          <ac:spMkLst>
            <pc:docMk/>
            <pc:sldMk cId="3231623758" sldId="379"/>
            <ac:spMk id="3" creationId="{EC78A946-812D-AACC-F9D6-6E0EB8E2D2AA}"/>
          </ac:spMkLst>
        </pc:spChg>
        <pc:spChg chg="mod">
          <ac:chgData name="Diego Raul Guerrero Anaya" userId="0ce4d9aa-8e9a-49aa-b0f2-d17a32a3775a" providerId="ADAL" clId="{DE868590-9F2C-4B03-9C62-B181C19ADC6C}" dt="2026-04-09T16:41:34.232" v="4791" actId="1076"/>
          <ac:spMkLst>
            <pc:docMk/>
            <pc:sldMk cId="3231623758" sldId="379"/>
            <ac:spMk id="18" creationId="{FB1B2FE3-5A21-7072-5A93-D55ED8223954}"/>
          </ac:spMkLst>
        </pc:spChg>
        <pc:spChg chg="mod">
          <ac:chgData name="Diego Raul Guerrero Anaya" userId="0ce4d9aa-8e9a-49aa-b0f2-d17a32a3775a" providerId="ADAL" clId="{DE868590-9F2C-4B03-9C62-B181C19ADC6C}" dt="2026-04-09T16:25:17.930" v="4459" actId="20577"/>
          <ac:spMkLst>
            <pc:docMk/>
            <pc:sldMk cId="3231623758" sldId="379"/>
            <ac:spMk id="30" creationId="{66A5E136-7154-3260-1737-F7AE658A220B}"/>
          </ac:spMkLst>
        </pc:spChg>
      </pc:sldChg>
      <pc:sldChg chg="modSp mod">
        <pc:chgData name="Diego Raul Guerrero Anaya" userId="0ce4d9aa-8e9a-49aa-b0f2-d17a32a3775a" providerId="ADAL" clId="{DE868590-9F2C-4B03-9C62-B181C19ADC6C}" dt="2026-04-09T16:41:55.604" v="4794" actId="1076"/>
        <pc:sldMkLst>
          <pc:docMk/>
          <pc:sldMk cId="4030159341" sldId="389"/>
        </pc:sldMkLst>
        <pc:spChg chg="mod">
          <ac:chgData name="Diego Raul Guerrero Anaya" userId="0ce4d9aa-8e9a-49aa-b0f2-d17a32a3775a" providerId="ADAL" clId="{DE868590-9F2C-4B03-9C62-B181C19ADC6C}" dt="2026-04-09T16:35:35.294" v="4722" actId="20577"/>
          <ac:spMkLst>
            <pc:docMk/>
            <pc:sldMk cId="4030159341" sldId="389"/>
            <ac:spMk id="3" creationId="{90CC7BA8-462E-3CE8-E3A4-EA533E1CD942}"/>
          </ac:spMkLst>
        </pc:spChg>
        <pc:spChg chg="mod">
          <ac:chgData name="Diego Raul Guerrero Anaya" userId="0ce4d9aa-8e9a-49aa-b0f2-d17a32a3775a" providerId="ADAL" clId="{DE868590-9F2C-4B03-9C62-B181C19ADC6C}" dt="2026-04-09T16:29:17.922" v="4602"/>
          <ac:spMkLst>
            <pc:docMk/>
            <pc:sldMk cId="4030159341" sldId="389"/>
            <ac:spMk id="5" creationId="{F222933C-BA12-E063-5BCF-E0BE2956583D}"/>
          </ac:spMkLst>
        </pc:spChg>
        <pc:spChg chg="mod">
          <ac:chgData name="Diego Raul Guerrero Anaya" userId="0ce4d9aa-8e9a-49aa-b0f2-d17a32a3775a" providerId="ADAL" clId="{DE868590-9F2C-4B03-9C62-B181C19ADC6C}" dt="2026-04-09T16:41:55.604" v="4794" actId="1076"/>
          <ac:spMkLst>
            <pc:docMk/>
            <pc:sldMk cId="4030159341" sldId="389"/>
            <ac:spMk id="7" creationId="{7C36C4AD-C372-41E2-ECDF-7124B0517EF8}"/>
          </ac:spMkLst>
        </pc:spChg>
      </pc:sldChg>
      <pc:sldChg chg="modSp mod">
        <pc:chgData name="Diego Raul Guerrero Anaya" userId="0ce4d9aa-8e9a-49aa-b0f2-d17a32a3775a" providerId="ADAL" clId="{DE868590-9F2C-4B03-9C62-B181C19ADC6C}" dt="2026-04-09T16:41:50.495" v="4793" actId="1076"/>
        <pc:sldMkLst>
          <pc:docMk/>
          <pc:sldMk cId="1788796161" sldId="391"/>
        </pc:sldMkLst>
        <pc:spChg chg="mod">
          <ac:chgData name="Diego Raul Guerrero Anaya" userId="0ce4d9aa-8e9a-49aa-b0f2-d17a32a3775a" providerId="ADAL" clId="{DE868590-9F2C-4B03-9C62-B181C19ADC6C}" dt="2026-04-09T16:41:50.495" v="4793" actId="1076"/>
          <ac:spMkLst>
            <pc:docMk/>
            <pc:sldMk cId="1788796161" sldId="391"/>
            <ac:spMk id="2" creationId="{686F0888-5E27-713B-1857-BD0F78FCE666}"/>
          </ac:spMkLst>
        </pc:spChg>
        <pc:spChg chg="mod">
          <ac:chgData name="Diego Raul Guerrero Anaya" userId="0ce4d9aa-8e9a-49aa-b0f2-d17a32a3775a" providerId="ADAL" clId="{DE868590-9F2C-4B03-9C62-B181C19ADC6C}" dt="2026-04-09T16:30:12.523" v="4644" actId="20577"/>
          <ac:spMkLst>
            <pc:docMk/>
            <pc:sldMk cId="1788796161" sldId="391"/>
            <ac:spMk id="3" creationId="{45E01CB2-7ED7-CEE3-6ED6-1BBA43CC1EF5}"/>
          </ac:spMkLst>
        </pc:spChg>
        <pc:spChg chg="mod">
          <ac:chgData name="Diego Raul Guerrero Anaya" userId="0ce4d9aa-8e9a-49aa-b0f2-d17a32a3775a" providerId="ADAL" clId="{DE868590-9F2C-4B03-9C62-B181C19ADC6C}" dt="2026-04-09T16:31:30.221" v="4669" actId="33524"/>
          <ac:spMkLst>
            <pc:docMk/>
            <pc:sldMk cId="1788796161" sldId="391"/>
            <ac:spMk id="10" creationId="{33F78E47-312C-F2CF-99FD-7B996F479A9B}"/>
          </ac:spMkLst>
        </pc:spChg>
      </pc:sldChg>
      <pc:sldChg chg="modSp add del mod">
        <pc:chgData name="Diego Raul Guerrero Anaya" userId="0ce4d9aa-8e9a-49aa-b0f2-d17a32a3775a" providerId="ADAL" clId="{DE868590-9F2C-4B03-9C62-B181C19ADC6C}" dt="2026-04-09T16:52:26.339" v="4860" actId="20577"/>
        <pc:sldMkLst>
          <pc:docMk/>
          <pc:sldMk cId="4191660484" sldId="398"/>
        </pc:sldMkLst>
        <pc:spChg chg="mod">
          <ac:chgData name="Diego Raul Guerrero Anaya" userId="0ce4d9aa-8e9a-49aa-b0f2-d17a32a3775a" providerId="ADAL" clId="{DE868590-9F2C-4B03-9C62-B181C19ADC6C}" dt="2026-04-09T16:52:26.339" v="4860" actId="20577"/>
          <ac:spMkLst>
            <pc:docMk/>
            <pc:sldMk cId="4191660484" sldId="398"/>
            <ac:spMk id="3" creationId="{0E2745FE-A0F9-27E0-71F2-773BAF3F720B}"/>
          </ac:spMkLst>
        </pc:spChg>
        <pc:spChg chg="mod">
          <ac:chgData name="Diego Raul Guerrero Anaya" userId="0ce4d9aa-8e9a-49aa-b0f2-d17a32a3775a" providerId="ADAL" clId="{DE868590-9F2C-4B03-9C62-B181C19ADC6C}" dt="2026-04-09T16:51:30.949" v="4850" actId="20577"/>
          <ac:spMkLst>
            <pc:docMk/>
            <pc:sldMk cId="4191660484" sldId="398"/>
            <ac:spMk id="7" creationId="{A49F2CA2-9CE3-D419-32BB-88B456FF0B65}"/>
          </ac:spMkLst>
        </pc:spChg>
      </pc:sldChg>
      <pc:sldChg chg="addSp delSp modSp mod">
        <pc:chgData name="Diego Raul Guerrero Anaya" userId="0ce4d9aa-8e9a-49aa-b0f2-d17a32a3775a" providerId="ADAL" clId="{DE868590-9F2C-4B03-9C62-B181C19ADC6C}" dt="2026-04-09T16:41:39.735" v="4792" actId="1076"/>
        <pc:sldMkLst>
          <pc:docMk/>
          <pc:sldMk cId="614563841" sldId="415"/>
        </pc:sldMkLst>
        <pc:spChg chg="mod">
          <ac:chgData name="Diego Raul Guerrero Anaya" userId="0ce4d9aa-8e9a-49aa-b0f2-d17a32a3775a" providerId="ADAL" clId="{DE868590-9F2C-4B03-9C62-B181C19ADC6C}" dt="2026-04-09T16:24:11.390" v="4415" actId="20577"/>
          <ac:spMkLst>
            <pc:docMk/>
            <pc:sldMk cId="614563841" sldId="415"/>
            <ac:spMk id="6" creationId="{F23FFA70-4AA2-24C1-069F-6B943C10B4EF}"/>
          </ac:spMkLst>
        </pc:spChg>
        <pc:spChg chg="del">
          <ac:chgData name="Diego Raul Guerrero Anaya" userId="0ce4d9aa-8e9a-49aa-b0f2-d17a32a3775a" providerId="ADAL" clId="{DE868590-9F2C-4B03-9C62-B181C19ADC6C}" dt="2026-04-09T16:24:27.284" v="4433" actId="478"/>
          <ac:spMkLst>
            <pc:docMk/>
            <pc:sldMk cId="614563841" sldId="415"/>
            <ac:spMk id="10" creationId="{AD043CB2-8208-5E79-8CD4-F0B59B0E3A3F}"/>
          </ac:spMkLst>
        </pc:spChg>
        <pc:spChg chg="mod">
          <ac:chgData name="Diego Raul Guerrero Anaya" userId="0ce4d9aa-8e9a-49aa-b0f2-d17a32a3775a" providerId="ADAL" clId="{DE868590-9F2C-4B03-9C62-B181C19ADC6C}" dt="2026-04-09T16:41:39.735" v="4792" actId="1076"/>
          <ac:spMkLst>
            <pc:docMk/>
            <pc:sldMk cId="614563841" sldId="415"/>
            <ac:spMk id="12" creationId="{99C185CD-5DB2-93ED-6053-E733EB1329BE}"/>
          </ac:spMkLst>
        </pc:spChg>
        <pc:spChg chg="add mod">
          <ac:chgData name="Diego Raul Guerrero Anaya" userId="0ce4d9aa-8e9a-49aa-b0f2-d17a32a3775a" providerId="ADAL" clId="{DE868590-9F2C-4B03-9C62-B181C19ADC6C}" dt="2026-04-09T16:24:37.502" v="4435"/>
          <ac:spMkLst>
            <pc:docMk/>
            <pc:sldMk cId="614563841" sldId="415"/>
            <ac:spMk id="16" creationId="{0BB3A305-3299-A435-93FF-32A97040F73C}"/>
          </ac:spMkLst>
        </pc:spChg>
        <pc:spChg chg="mod">
          <ac:chgData name="Diego Raul Guerrero Anaya" userId="0ce4d9aa-8e9a-49aa-b0f2-d17a32a3775a" providerId="ADAL" clId="{DE868590-9F2C-4B03-9C62-B181C19ADC6C}" dt="2026-04-09T16:24:20.984" v="4432" actId="20577"/>
          <ac:spMkLst>
            <pc:docMk/>
            <pc:sldMk cId="614563841" sldId="415"/>
            <ac:spMk id="30" creationId="{CA1F2FAE-8B57-0936-8041-655FB74C56F2}"/>
          </ac:spMkLst>
        </pc:spChg>
        <pc:graphicFrameChg chg="del">
          <ac:chgData name="Diego Raul Guerrero Anaya" userId="0ce4d9aa-8e9a-49aa-b0f2-d17a32a3775a" providerId="ADAL" clId="{DE868590-9F2C-4B03-9C62-B181C19ADC6C}" dt="2026-04-09T16:24:28.830" v="4434" actId="478"/>
          <ac:graphicFrameMkLst>
            <pc:docMk/>
            <pc:sldMk cId="614563841" sldId="415"/>
            <ac:graphicFrameMk id="14" creationId="{863E7715-C08B-D597-EB65-9709FE4E71A8}"/>
          </ac:graphicFrameMkLst>
        </pc:graphicFrameChg>
        <pc:graphicFrameChg chg="add mod">
          <ac:chgData name="Diego Raul Guerrero Anaya" userId="0ce4d9aa-8e9a-49aa-b0f2-d17a32a3775a" providerId="ADAL" clId="{DE868590-9F2C-4B03-9C62-B181C19ADC6C}" dt="2026-04-09T16:24:37.502" v="4435"/>
          <ac:graphicFrameMkLst>
            <pc:docMk/>
            <pc:sldMk cId="614563841" sldId="415"/>
            <ac:graphicFrameMk id="17" creationId="{030E887D-DB59-D099-FF58-C15B85DB3F86}"/>
          </ac:graphicFrameMkLst>
        </pc:graphicFrameChg>
        <pc:picChg chg="del">
          <ac:chgData name="Diego Raul Guerrero Anaya" userId="0ce4d9aa-8e9a-49aa-b0f2-d17a32a3775a" providerId="ADAL" clId="{DE868590-9F2C-4B03-9C62-B181C19ADC6C}" dt="2026-04-09T16:23:23.081" v="4325" actId="478"/>
          <ac:picMkLst>
            <pc:docMk/>
            <pc:sldMk cId="614563841" sldId="415"/>
            <ac:picMk id="3" creationId="{2A57B4D6-D63E-BF23-00C9-EAE41257565A}"/>
          </ac:picMkLst>
        </pc:picChg>
        <pc:picChg chg="add mod">
          <ac:chgData name="Diego Raul Guerrero Anaya" userId="0ce4d9aa-8e9a-49aa-b0f2-d17a32a3775a" providerId="ADAL" clId="{DE868590-9F2C-4B03-9C62-B181C19ADC6C}" dt="2026-04-09T16:23:30.001" v="4326" actId="1076"/>
          <ac:picMkLst>
            <pc:docMk/>
            <pc:sldMk cId="614563841" sldId="415"/>
            <ac:picMk id="5" creationId="{31366B78-3A68-30C7-6E16-FEF08C0C1FDC}"/>
          </ac:picMkLst>
        </pc:picChg>
      </pc:sldChg>
      <pc:sldChg chg="addSp delSp modSp mod">
        <pc:chgData name="Diego Raul Guerrero Anaya" userId="0ce4d9aa-8e9a-49aa-b0f2-d17a32a3775a" providerId="ADAL" clId="{DE868590-9F2C-4B03-9C62-B181C19ADC6C}" dt="2026-04-09T16:50:12.503" v="4839" actId="1076"/>
        <pc:sldMkLst>
          <pc:docMk/>
          <pc:sldMk cId="832973231" sldId="419"/>
        </pc:sldMkLst>
        <pc:spChg chg="mod">
          <ac:chgData name="Diego Raul Guerrero Anaya" userId="0ce4d9aa-8e9a-49aa-b0f2-d17a32a3775a" providerId="ADAL" clId="{DE868590-9F2C-4B03-9C62-B181C19ADC6C}" dt="2026-04-09T16:45:25.421" v="4823" actId="20577"/>
          <ac:spMkLst>
            <pc:docMk/>
            <pc:sldMk cId="832973231" sldId="419"/>
            <ac:spMk id="3" creationId="{1A41E931-A346-1F4E-21EA-085246D6B7DF}"/>
          </ac:spMkLst>
        </pc:spChg>
        <pc:spChg chg="mod">
          <ac:chgData name="Diego Raul Guerrero Anaya" userId="0ce4d9aa-8e9a-49aa-b0f2-d17a32a3775a" providerId="ADAL" clId="{DE868590-9F2C-4B03-9C62-B181C19ADC6C}" dt="2026-04-09T16:49:40.741" v="4831" actId="14100"/>
          <ac:spMkLst>
            <pc:docMk/>
            <pc:sldMk cId="832973231" sldId="419"/>
            <ac:spMk id="5" creationId="{3C0A9DD0-76B8-C5FA-0194-C6F9BBAD8723}"/>
          </ac:spMkLst>
        </pc:spChg>
        <pc:spChg chg="mod">
          <ac:chgData name="Diego Raul Guerrero Anaya" userId="0ce4d9aa-8e9a-49aa-b0f2-d17a32a3775a" providerId="ADAL" clId="{DE868590-9F2C-4B03-9C62-B181C19ADC6C}" dt="2026-04-09T16:45:52.544" v="4826" actId="20577"/>
          <ac:spMkLst>
            <pc:docMk/>
            <pc:sldMk cId="832973231" sldId="419"/>
            <ac:spMk id="7" creationId="{F18C0FEB-B1EF-8F9C-5FFE-58E4F944BBEA}"/>
          </ac:spMkLst>
        </pc:spChg>
        <pc:spChg chg="mod">
          <ac:chgData name="Diego Raul Guerrero Anaya" userId="0ce4d9aa-8e9a-49aa-b0f2-d17a32a3775a" providerId="ADAL" clId="{DE868590-9F2C-4B03-9C62-B181C19ADC6C}" dt="2026-04-09T16:50:07.843" v="4838" actId="20577"/>
          <ac:spMkLst>
            <pc:docMk/>
            <pc:sldMk cId="832973231" sldId="419"/>
            <ac:spMk id="11" creationId="{F9966C62-E72F-1BDE-2BA0-01B2D537C388}"/>
          </ac:spMkLst>
        </pc:spChg>
        <pc:graphicFrameChg chg="mod">
          <ac:chgData name="Diego Raul Guerrero Anaya" userId="0ce4d9aa-8e9a-49aa-b0f2-d17a32a3775a" providerId="ADAL" clId="{DE868590-9F2C-4B03-9C62-B181C19ADC6C}" dt="2026-04-09T16:50:12.503" v="4839" actId="1076"/>
          <ac:graphicFrameMkLst>
            <pc:docMk/>
            <pc:sldMk cId="832973231" sldId="419"/>
            <ac:graphicFrameMk id="13" creationId="{598BF01E-6D3E-D89A-7A26-610C78F6E132}"/>
          </ac:graphicFrameMkLst>
        </pc:graphicFrameChg>
        <pc:picChg chg="del">
          <ac:chgData name="Diego Raul Guerrero Anaya" userId="0ce4d9aa-8e9a-49aa-b0f2-d17a32a3775a" providerId="ADAL" clId="{DE868590-9F2C-4B03-9C62-B181C19ADC6C}" dt="2026-04-09T16:49:29.555" v="4829" actId="478"/>
          <ac:picMkLst>
            <pc:docMk/>
            <pc:sldMk cId="832973231" sldId="419"/>
            <ac:picMk id="4" creationId="{D37B8A22-D24C-E359-6B00-D5157912A608}"/>
          </ac:picMkLst>
        </pc:picChg>
        <pc:picChg chg="add mod">
          <ac:chgData name="Diego Raul Guerrero Anaya" userId="0ce4d9aa-8e9a-49aa-b0f2-d17a32a3775a" providerId="ADAL" clId="{DE868590-9F2C-4B03-9C62-B181C19ADC6C}" dt="2026-04-09T16:49:35.303" v="4830" actId="1076"/>
          <ac:picMkLst>
            <pc:docMk/>
            <pc:sldMk cId="832973231" sldId="419"/>
            <ac:picMk id="14" creationId="{76B2361F-2A63-F4EE-02BD-EA58E4DCF341}"/>
          </ac:picMkLst>
        </pc:picChg>
      </pc:sldChg>
      <pc:sldChg chg="del">
        <pc:chgData name="Diego Raul Guerrero Anaya" userId="0ce4d9aa-8e9a-49aa-b0f2-d17a32a3775a" providerId="ADAL" clId="{DE868590-9F2C-4B03-9C62-B181C19ADC6C}" dt="2026-04-09T17:16:05.869" v="5424" actId="2696"/>
        <pc:sldMkLst>
          <pc:docMk/>
          <pc:sldMk cId="3424735541" sldId="421"/>
        </pc:sldMkLst>
      </pc:sldChg>
      <pc:sldChg chg="addSp delSp modSp mod">
        <pc:chgData name="Diego Raul Guerrero Anaya" userId="0ce4d9aa-8e9a-49aa-b0f2-d17a32a3775a" providerId="ADAL" clId="{DE868590-9F2C-4B03-9C62-B181C19ADC6C}" dt="2026-04-09T17:22:07.510" v="5733" actId="313"/>
        <pc:sldMkLst>
          <pc:docMk/>
          <pc:sldMk cId="342598186" sldId="425"/>
        </pc:sldMkLst>
        <pc:spChg chg="add mod">
          <ac:chgData name="Diego Raul Guerrero Anaya" userId="0ce4d9aa-8e9a-49aa-b0f2-d17a32a3775a" providerId="ADAL" clId="{DE868590-9F2C-4B03-9C62-B181C19ADC6C}" dt="2026-04-09T17:21:36.114" v="5720"/>
          <ac:spMkLst>
            <pc:docMk/>
            <pc:sldMk cId="342598186" sldId="425"/>
            <ac:spMk id="2" creationId="{8A781EAE-FC24-160A-3BB6-D94EA9727EDD}"/>
          </ac:spMkLst>
        </pc:spChg>
        <pc:spChg chg="mod">
          <ac:chgData name="Diego Raul Guerrero Anaya" userId="0ce4d9aa-8e9a-49aa-b0f2-d17a32a3775a" providerId="ADAL" clId="{DE868590-9F2C-4B03-9C62-B181C19ADC6C}" dt="2026-04-09T17:16:32.057" v="5477" actId="20577"/>
          <ac:spMkLst>
            <pc:docMk/>
            <pc:sldMk cId="342598186" sldId="425"/>
            <ac:spMk id="3" creationId="{D784C140-4A51-7306-3503-01E521742EF0}"/>
          </ac:spMkLst>
        </pc:spChg>
        <pc:spChg chg="mod">
          <ac:chgData name="Diego Raul Guerrero Anaya" userId="0ce4d9aa-8e9a-49aa-b0f2-d17a32a3775a" providerId="ADAL" clId="{DE868590-9F2C-4B03-9C62-B181C19ADC6C}" dt="2026-04-09T17:19:25.390" v="5480" actId="20577"/>
          <ac:spMkLst>
            <pc:docMk/>
            <pc:sldMk cId="342598186" sldId="425"/>
            <ac:spMk id="4" creationId="{083AAA8C-61BD-7E81-9FC4-5BC0655A1099}"/>
          </ac:spMkLst>
        </pc:spChg>
        <pc:spChg chg="mod">
          <ac:chgData name="Diego Raul Guerrero Anaya" userId="0ce4d9aa-8e9a-49aa-b0f2-d17a32a3775a" providerId="ADAL" clId="{DE868590-9F2C-4B03-9C62-B181C19ADC6C}" dt="2026-04-09T17:22:07.510" v="5733" actId="313"/>
          <ac:spMkLst>
            <pc:docMk/>
            <pc:sldMk cId="342598186" sldId="425"/>
            <ac:spMk id="7" creationId="{0B6D7474-AA42-EBBF-277C-EAB94D47E0D9}"/>
          </ac:spMkLst>
        </pc:spChg>
        <pc:spChg chg="del">
          <ac:chgData name="Diego Raul Guerrero Anaya" userId="0ce4d9aa-8e9a-49aa-b0f2-d17a32a3775a" providerId="ADAL" clId="{DE868590-9F2C-4B03-9C62-B181C19ADC6C}" dt="2026-04-09T17:21:25.838" v="5719" actId="478"/>
          <ac:spMkLst>
            <pc:docMk/>
            <pc:sldMk cId="342598186" sldId="425"/>
            <ac:spMk id="12" creationId="{8F5E26FD-0B6B-7078-E238-B327770F9319}"/>
          </ac:spMkLst>
        </pc:spChg>
        <pc:graphicFrameChg chg="add mod">
          <ac:chgData name="Diego Raul Guerrero Anaya" userId="0ce4d9aa-8e9a-49aa-b0f2-d17a32a3775a" providerId="ADAL" clId="{DE868590-9F2C-4B03-9C62-B181C19ADC6C}" dt="2026-04-09T17:21:36.114" v="5720"/>
          <ac:graphicFrameMkLst>
            <pc:docMk/>
            <pc:sldMk cId="342598186" sldId="425"/>
            <ac:graphicFrameMk id="11" creationId="{CF90FD85-2E72-ECA3-ED49-8649576FF5CC}"/>
          </ac:graphicFrameMkLst>
        </pc:graphicFrameChg>
        <pc:graphicFrameChg chg="del">
          <ac:chgData name="Diego Raul Guerrero Anaya" userId="0ce4d9aa-8e9a-49aa-b0f2-d17a32a3775a" providerId="ADAL" clId="{DE868590-9F2C-4B03-9C62-B181C19ADC6C}" dt="2026-04-09T17:21:24.008" v="5718" actId="478"/>
          <ac:graphicFrameMkLst>
            <pc:docMk/>
            <pc:sldMk cId="342598186" sldId="425"/>
            <ac:graphicFrameMk id="15" creationId="{D5909C9E-5B44-6BE9-2775-97E47555E895}"/>
          </ac:graphicFrameMkLst>
        </pc:graphicFrameChg>
        <pc:picChg chg="del">
          <ac:chgData name="Diego Raul Guerrero Anaya" userId="0ce4d9aa-8e9a-49aa-b0f2-d17a32a3775a" providerId="ADAL" clId="{DE868590-9F2C-4B03-9C62-B181C19ADC6C}" dt="2026-04-09T17:21:58.323" v="5730" actId="478"/>
          <ac:picMkLst>
            <pc:docMk/>
            <pc:sldMk cId="342598186" sldId="425"/>
            <ac:picMk id="6" creationId="{D452B07D-ADC8-8447-38CB-C2E4341C55AF}"/>
          </ac:picMkLst>
        </pc:picChg>
        <pc:picChg chg="add mod">
          <ac:chgData name="Diego Raul Guerrero Anaya" userId="0ce4d9aa-8e9a-49aa-b0f2-d17a32a3775a" providerId="ADAL" clId="{DE868590-9F2C-4B03-9C62-B181C19ADC6C}" dt="2026-04-09T17:22:02.760" v="5731" actId="1076"/>
          <ac:picMkLst>
            <pc:docMk/>
            <pc:sldMk cId="342598186" sldId="425"/>
            <ac:picMk id="16" creationId="{2C91C6B0-3877-84F8-BD34-5066893850DF}"/>
          </ac:picMkLst>
        </pc:picChg>
      </pc:sldChg>
      <pc:sldChg chg="del">
        <pc:chgData name="Diego Raul Guerrero Anaya" userId="0ce4d9aa-8e9a-49aa-b0f2-d17a32a3775a" providerId="ADAL" clId="{DE868590-9F2C-4B03-9C62-B181C19ADC6C}" dt="2026-04-09T16:20:29.315" v="4301" actId="2696"/>
        <pc:sldMkLst>
          <pc:docMk/>
          <pc:sldMk cId="1583593285" sldId="429"/>
        </pc:sldMkLst>
      </pc:sldChg>
      <pc:sldChg chg="del">
        <pc:chgData name="Diego Raul Guerrero Anaya" userId="0ce4d9aa-8e9a-49aa-b0f2-d17a32a3775a" providerId="ADAL" clId="{DE868590-9F2C-4B03-9C62-B181C19ADC6C}" dt="2026-04-09T17:16:05.869" v="5424" actId="2696"/>
        <pc:sldMkLst>
          <pc:docMk/>
          <pc:sldMk cId="1799780152" sldId="437"/>
        </pc:sldMkLst>
      </pc:sldChg>
      <pc:sldChg chg="addSp delSp modSp add mod">
        <pc:chgData name="Diego Raul Guerrero Anaya" userId="0ce4d9aa-8e9a-49aa-b0f2-d17a32a3775a" providerId="ADAL" clId="{DE868590-9F2C-4B03-9C62-B181C19ADC6C}" dt="2026-04-09T17:15:36.389" v="5422" actId="1076"/>
        <pc:sldMkLst>
          <pc:docMk/>
          <pc:sldMk cId="2250337377" sldId="438"/>
        </pc:sldMkLst>
        <pc:spChg chg="mod">
          <ac:chgData name="Diego Raul Guerrero Anaya" userId="0ce4d9aa-8e9a-49aa-b0f2-d17a32a3775a" providerId="ADAL" clId="{DE868590-9F2C-4B03-9C62-B181C19ADC6C}" dt="2026-04-09T16:52:19.954" v="4853" actId="20577"/>
          <ac:spMkLst>
            <pc:docMk/>
            <pc:sldMk cId="2250337377" sldId="438"/>
            <ac:spMk id="3" creationId="{52480B7E-10CF-DEC3-AA2E-3D915C9AC327}"/>
          </ac:spMkLst>
        </pc:spChg>
        <pc:spChg chg="mod">
          <ac:chgData name="Diego Raul Guerrero Anaya" userId="0ce4d9aa-8e9a-49aa-b0f2-d17a32a3775a" providerId="ADAL" clId="{DE868590-9F2C-4B03-9C62-B181C19ADC6C}" dt="2026-04-09T17:15:36.389" v="5422" actId="1076"/>
          <ac:spMkLst>
            <pc:docMk/>
            <pc:sldMk cId="2250337377" sldId="438"/>
            <ac:spMk id="5" creationId="{EE01116D-C943-C514-0E01-B2D9F15736C7}"/>
          </ac:spMkLst>
        </pc:spChg>
        <pc:spChg chg="mod">
          <ac:chgData name="Diego Raul Guerrero Anaya" userId="0ce4d9aa-8e9a-49aa-b0f2-d17a32a3775a" providerId="ADAL" clId="{DE868590-9F2C-4B03-9C62-B181C19ADC6C}" dt="2026-04-09T16:52:43.779" v="4865" actId="20577"/>
          <ac:spMkLst>
            <pc:docMk/>
            <pc:sldMk cId="2250337377" sldId="438"/>
            <ac:spMk id="7" creationId="{22D90A94-581B-8604-B333-0D4F9C0342A8}"/>
          </ac:spMkLst>
        </pc:spChg>
        <pc:spChg chg="add mod">
          <ac:chgData name="Diego Raul Guerrero Anaya" userId="0ce4d9aa-8e9a-49aa-b0f2-d17a32a3775a" providerId="ADAL" clId="{DE868590-9F2C-4B03-9C62-B181C19ADC6C}" dt="2026-04-09T16:53:41.729" v="4878" actId="20577"/>
          <ac:spMkLst>
            <pc:docMk/>
            <pc:sldMk cId="2250337377" sldId="438"/>
            <ac:spMk id="12" creationId="{A854D07E-ADE8-BCA1-5346-591B695C151F}"/>
          </ac:spMkLst>
        </pc:spChg>
        <pc:spChg chg="del">
          <ac:chgData name="Diego Raul Guerrero Anaya" userId="0ce4d9aa-8e9a-49aa-b0f2-d17a32a3775a" providerId="ADAL" clId="{DE868590-9F2C-4B03-9C62-B181C19ADC6C}" dt="2026-04-09T16:53:29.031" v="4874" actId="478"/>
          <ac:spMkLst>
            <pc:docMk/>
            <pc:sldMk cId="2250337377" sldId="438"/>
            <ac:spMk id="14" creationId="{B2FFCF81-23DC-1624-14BF-43E05CBE0620}"/>
          </ac:spMkLst>
        </pc:spChg>
        <pc:graphicFrameChg chg="del mod">
          <ac:chgData name="Diego Raul Guerrero Anaya" userId="0ce4d9aa-8e9a-49aa-b0f2-d17a32a3775a" providerId="ADAL" clId="{DE868590-9F2C-4B03-9C62-B181C19ADC6C}" dt="2026-04-09T16:53:27.436" v="4873" actId="478"/>
          <ac:graphicFrameMkLst>
            <pc:docMk/>
            <pc:sldMk cId="2250337377" sldId="438"/>
            <ac:graphicFrameMk id="15" creationId="{3CF92BDD-2620-1CA1-CE6D-07DEB1E51802}"/>
          </ac:graphicFrameMkLst>
        </pc:graphicFrameChg>
        <pc:graphicFrameChg chg="add mod">
          <ac:chgData name="Diego Raul Guerrero Anaya" userId="0ce4d9aa-8e9a-49aa-b0f2-d17a32a3775a" providerId="ADAL" clId="{DE868590-9F2C-4B03-9C62-B181C19ADC6C}" dt="2026-04-09T16:53:54.009" v="4883" actId="1076"/>
          <ac:graphicFrameMkLst>
            <pc:docMk/>
            <pc:sldMk cId="2250337377" sldId="438"/>
            <ac:graphicFrameMk id="16" creationId="{F4CA7036-08F7-DA2F-719C-E6E086FEF47E}"/>
          </ac:graphicFrameMkLst>
        </pc:graphicFrameChg>
        <pc:picChg chg="add mod">
          <ac:chgData name="Diego Raul Guerrero Anaya" userId="0ce4d9aa-8e9a-49aa-b0f2-d17a32a3775a" providerId="ADAL" clId="{DE868590-9F2C-4B03-9C62-B181C19ADC6C}" dt="2026-04-09T16:53:08.370" v="4869" actId="1076"/>
          <ac:picMkLst>
            <pc:docMk/>
            <pc:sldMk cId="2250337377" sldId="438"/>
            <ac:picMk id="4" creationId="{B1F2A0D7-C060-6D95-A7F4-593762808CDC}"/>
          </ac:picMkLst>
        </pc:picChg>
        <pc:picChg chg="del">
          <ac:chgData name="Diego Raul Guerrero Anaya" userId="0ce4d9aa-8e9a-49aa-b0f2-d17a32a3775a" providerId="ADAL" clId="{DE868590-9F2C-4B03-9C62-B181C19ADC6C}" dt="2026-04-09T16:53:05.212" v="4868" actId="478"/>
          <ac:picMkLst>
            <pc:docMk/>
            <pc:sldMk cId="2250337377" sldId="438"/>
            <ac:picMk id="13" creationId="{3546F194-815B-7495-F3D9-8680FBB6D1CE}"/>
          </ac:picMkLst>
        </pc:picChg>
      </pc:sldChg>
      <pc:sldChg chg="modSp add mod ord">
        <pc:chgData name="Diego Raul Guerrero Anaya" userId="0ce4d9aa-8e9a-49aa-b0f2-d17a32a3775a" providerId="ADAL" clId="{DE868590-9F2C-4B03-9C62-B181C19ADC6C}" dt="2026-04-09T16:56:55.929" v="5063" actId="20577"/>
        <pc:sldMkLst>
          <pc:docMk/>
          <pc:sldMk cId="2773339357" sldId="439"/>
        </pc:sldMkLst>
        <pc:spChg chg="mod">
          <ac:chgData name="Diego Raul Guerrero Anaya" userId="0ce4d9aa-8e9a-49aa-b0f2-d17a32a3775a" providerId="ADAL" clId="{DE868590-9F2C-4B03-9C62-B181C19ADC6C}" dt="2026-04-09T16:56:36.311" v="5060" actId="20577"/>
          <ac:spMkLst>
            <pc:docMk/>
            <pc:sldMk cId="2773339357" sldId="439"/>
            <ac:spMk id="3" creationId="{130D6D8A-1EDB-4384-0037-1EB6DB4CE4ED}"/>
          </ac:spMkLst>
        </pc:spChg>
        <pc:spChg chg="mod">
          <ac:chgData name="Diego Raul Guerrero Anaya" userId="0ce4d9aa-8e9a-49aa-b0f2-d17a32a3775a" providerId="ADAL" clId="{DE868590-9F2C-4B03-9C62-B181C19ADC6C}" dt="2026-04-09T16:56:55.929" v="5063" actId="20577"/>
          <ac:spMkLst>
            <pc:docMk/>
            <pc:sldMk cId="2773339357" sldId="439"/>
            <ac:spMk id="7" creationId="{8473F60D-1FBE-B186-43FE-580E94C2B294}"/>
          </ac:spMkLst>
        </pc:spChg>
      </pc:sldChg>
      <pc:sldChg chg="addSp delSp modSp add mod">
        <pc:chgData name="Diego Raul Guerrero Anaya" userId="0ce4d9aa-8e9a-49aa-b0f2-d17a32a3775a" providerId="ADAL" clId="{DE868590-9F2C-4B03-9C62-B181C19ADC6C}" dt="2026-04-09T17:05:24.580" v="5276" actId="20577"/>
        <pc:sldMkLst>
          <pc:docMk/>
          <pc:sldMk cId="1545062247" sldId="440"/>
        </pc:sldMkLst>
        <pc:spChg chg="mod">
          <ac:chgData name="Diego Raul Guerrero Anaya" userId="0ce4d9aa-8e9a-49aa-b0f2-d17a32a3775a" providerId="ADAL" clId="{DE868590-9F2C-4B03-9C62-B181C19ADC6C}" dt="2026-04-09T17:05:24.580" v="5276" actId="20577"/>
          <ac:spMkLst>
            <pc:docMk/>
            <pc:sldMk cId="1545062247" sldId="440"/>
            <ac:spMk id="3" creationId="{7E7DF509-4B0A-3DB1-EC36-450802279467}"/>
          </ac:spMkLst>
        </pc:spChg>
        <pc:spChg chg="mod">
          <ac:chgData name="Diego Raul Guerrero Anaya" userId="0ce4d9aa-8e9a-49aa-b0f2-d17a32a3775a" providerId="ADAL" clId="{DE868590-9F2C-4B03-9C62-B181C19ADC6C}" dt="2026-04-09T17:03:29.445" v="5249" actId="20577"/>
          <ac:spMkLst>
            <pc:docMk/>
            <pc:sldMk cId="1545062247" sldId="440"/>
            <ac:spMk id="5" creationId="{07AF9C6B-5018-F8B6-B1FE-59C311041CA4}"/>
          </ac:spMkLst>
        </pc:spChg>
        <pc:spChg chg="mod">
          <ac:chgData name="Diego Raul Guerrero Anaya" userId="0ce4d9aa-8e9a-49aa-b0f2-d17a32a3775a" providerId="ADAL" clId="{DE868590-9F2C-4B03-9C62-B181C19ADC6C}" dt="2026-04-09T16:58:30.805" v="5092" actId="20577"/>
          <ac:spMkLst>
            <pc:docMk/>
            <pc:sldMk cId="1545062247" sldId="440"/>
            <ac:spMk id="7" creationId="{BDA273EA-A14B-C3A3-1B66-85BCCFB1C01D}"/>
          </ac:spMkLst>
        </pc:spChg>
        <pc:spChg chg="del">
          <ac:chgData name="Diego Raul Guerrero Anaya" userId="0ce4d9aa-8e9a-49aa-b0f2-d17a32a3775a" providerId="ADAL" clId="{DE868590-9F2C-4B03-9C62-B181C19ADC6C}" dt="2026-04-09T17:03:36.124" v="5251" actId="478"/>
          <ac:spMkLst>
            <pc:docMk/>
            <pc:sldMk cId="1545062247" sldId="440"/>
            <ac:spMk id="11" creationId="{7722EE17-354D-07DD-4736-93394922A3ED}"/>
          </ac:spMkLst>
        </pc:spChg>
        <pc:spChg chg="add mod">
          <ac:chgData name="Diego Raul Guerrero Anaya" userId="0ce4d9aa-8e9a-49aa-b0f2-d17a32a3775a" providerId="ADAL" clId="{DE868590-9F2C-4B03-9C62-B181C19ADC6C}" dt="2026-04-09T17:04:06.435" v="5260" actId="20577"/>
          <ac:spMkLst>
            <pc:docMk/>
            <pc:sldMk cId="1545062247" sldId="440"/>
            <ac:spMk id="15" creationId="{73A00B1A-E3FE-2F50-499A-997DE6D7505C}"/>
          </ac:spMkLst>
        </pc:spChg>
        <pc:graphicFrameChg chg="del">
          <ac:chgData name="Diego Raul Guerrero Anaya" userId="0ce4d9aa-8e9a-49aa-b0f2-d17a32a3775a" providerId="ADAL" clId="{DE868590-9F2C-4B03-9C62-B181C19ADC6C}" dt="2026-04-09T17:03:33.900" v="5250" actId="478"/>
          <ac:graphicFrameMkLst>
            <pc:docMk/>
            <pc:sldMk cId="1545062247" sldId="440"/>
            <ac:graphicFrameMk id="13" creationId="{52030DAA-74A8-F8DE-FB33-D4D1C377BDB7}"/>
          </ac:graphicFrameMkLst>
        </pc:graphicFrameChg>
        <pc:graphicFrameChg chg="add mod">
          <ac:chgData name="Diego Raul Guerrero Anaya" userId="0ce4d9aa-8e9a-49aa-b0f2-d17a32a3775a" providerId="ADAL" clId="{DE868590-9F2C-4B03-9C62-B181C19ADC6C}" dt="2026-04-09T17:04:17.239" v="5265" actId="1076"/>
          <ac:graphicFrameMkLst>
            <pc:docMk/>
            <pc:sldMk cId="1545062247" sldId="440"/>
            <ac:graphicFrameMk id="16" creationId="{48AF28FB-E016-C7CE-F414-77669ACDA57D}"/>
          </ac:graphicFrameMkLst>
        </pc:graphicFrameChg>
        <pc:picChg chg="add mod">
          <ac:chgData name="Diego Raul Guerrero Anaya" userId="0ce4d9aa-8e9a-49aa-b0f2-d17a32a3775a" providerId="ADAL" clId="{DE868590-9F2C-4B03-9C62-B181C19ADC6C}" dt="2026-04-09T17:02:46.987" v="5097" actId="1076"/>
          <ac:picMkLst>
            <pc:docMk/>
            <pc:sldMk cId="1545062247" sldId="440"/>
            <ac:picMk id="4" creationId="{8E6F1A20-9A37-0A86-CBF9-C313909D92AA}"/>
          </ac:picMkLst>
        </pc:picChg>
        <pc:picChg chg="del">
          <ac:chgData name="Diego Raul Guerrero Anaya" userId="0ce4d9aa-8e9a-49aa-b0f2-d17a32a3775a" providerId="ADAL" clId="{DE868590-9F2C-4B03-9C62-B181C19ADC6C}" dt="2026-04-09T17:02:43.183" v="5095" actId="478"/>
          <ac:picMkLst>
            <pc:docMk/>
            <pc:sldMk cId="1545062247" sldId="440"/>
            <ac:picMk id="14" creationId="{C343D5A3-5B9B-99F3-F5C2-4E67B05B191D}"/>
          </ac:picMkLst>
        </pc:picChg>
      </pc:sldChg>
      <pc:sldChg chg="addSp delSp modSp add mod">
        <pc:chgData name="Diego Raul Guerrero Anaya" userId="0ce4d9aa-8e9a-49aa-b0f2-d17a32a3775a" providerId="ADAL" clId="{DE868590-9F2C-4B03-9C62-B181C19ADC6C}" dt="2026-04-09T17:15:44.535" v="5423"/>
        <pc:sldMkLst>
          <pc:docMk/>
          <pc:sldMk cId="1703599778" sldId="441"/>
        </pc:sldMkLst>
        <pc:spChg chg="mod">
          <ac:chgData name="Diego Raul Guerrero Anaya" userId="0ce4d9aa-8e9a-49aa-b0f2-d17a32a3775a" providerId="ADAL" clId="{DE868590-9F2C-4B03-9C62-B181C19ADC6C}" dt="2026-04-09T17:05:48.873" v="5294" actId="20577"/>
          <ac:spMkLst>
            <pc:docMk/>
            <pc:sldMk cId="1703599778" sldId="441"/>
            <ac:spMk id="3" creationId="{BAB3F917-6925-9CAE-B531-7EFFE8EF2B64}"/>
          </ac:spMkLst>
        </pc:spChg>
        <pc:spChg chg="mod">
          <ac:chgData name="Diego Raul Guerrero Anaya" userId="0ce4d9aa-8e9a-49aa-b0f2-d17a32a3775a" providerId="ADAL" clId="{DE868590-9F2C-4B03-9C62-B181C19ADC6C}" dt="2026-04-09T17:15:07.936" v="5414" actId="20577"/>
          <ac:spMkLst>
            <pc:docMk/>
            <pc:sldMk cId="1703599778" sldId="441"/>
            <ac:spMk id="5" creationId="{5C25BB3B-CB23-D15D-67B1-A39F30221DAC}"/>
          </ac:spMkLst>
        </pc:spChg>
        <pc:spChg chg="mod">
          <ac:chgData name="Diego Raul Guerrero Anaya" userId="0ce4d9aa-8e9a-49aa-b0f2-d17a32a3775a" providerId="ADAL" clId="{DE868590-9F2C-4B03-9C62-B181C19ADC6C}" dt="2026-04-09T17:06:00.972" v="5297" actId="20577"/>
          <ac:spMkLst>
            <pc:docMk/>
            <pc:sldMk cId="1703599778" sldId="441"/>
            <ac:spMk id="7" creationId="{FA583C2F-E7D1-F82F-5FDF-9A266F245100}"/>
          </ac:spMkLst>
        </pc:spChg>
        <pc:spChg chg="del mod">
          <ac:chgData name="Diego Raul Guerrero Anaya" userId="0ce4d9aa-8e9a-49aa-b0f2-d17a32a3775a" providerId="ADAL" clId="{DE868590-9F2C-4B03-9C62-B181C19ADC6C}" dt="2026-04-09T17:15:23.349" v="5420" actId="478"/>
          <ac:spMkLst>
            <pc:docMk/>
            <pc:sldMk cId="1703599778" sldId="441"/>
            <ac:spMk id="15" creationId="{B3E9EB70-4AA2-4B7F-126C-6DDF0DC7C684}"/>
          </ac:spMkLst>
        </pc:spChg>
        <pc:spChg chg="add mod">
          <ac:chgData name="Diego Raul Guerrero Anaya" userId="0ce4d9aa-8e9a-49aa-b0f2-d17a32a3775a" providerId="ADAL" clId="{DE868590-9F2C-4B03-9C62-B181C19ADC6C}" dt="2026-04-09T17:15:44.535" v="5423"/>
          <ac:spMkLst>
            <pc:docMk/>
            <pc:sldMk cId="1703599778" sldId="441"/>
            <ac:spMk id="17" creationId="{72EB0467-B28C-D8D7-7DA1-F8A7B45B31B7}"/>
          </ac:spMkLst>
        </pc:spChg>
        <pc:graphicFrameChg chg="del mod">
          <ac:chgData name="Diego Raul Guerrero Anaya" userId="0ce4d9aa-8e9a-49aa-b0f2-d17a32a3775a" providerId="ADAL" clId="{DE868590-9F2C-4B03-9C62-B181C19ADC6C}" dt="2026-04-09T17:15:21.003" v="5419" actId="478"/>
          <ac:graphicFrameMkLst>
            <pc:docMk/>
            <pc:sldMk cId="1703599778" sldId="441"/>
            <ac:graphicFrameMk id="16" creationId="{331C4FD6-B1D1-3476-05A7-67781A9646B5}"/>
          </ac:graphicFrameMkLst>
        </pc:graphicFrameChg>
        <pc:graphicFrameChg chg="add mod">
          <ac:chgData name="Diego Raul Guerrero Anaya" userId="0ce4d9aa-8e9a-49aa-b0f2-d17a32a3775a" providerId="ADAL" clId="{DE868590-9F2C-4B03-9C62-B181C19ADC6C}" dt="2026-04-09T17:15:44.535" v="5423"/>
          <ac:graphicFrameMkLst>
            <pc:docMk/>
            <pc:sldMk cId="1703599778" sldId="441"/>
            <ac:graphicFrameMk id="18" creationId="{EEF024EC-6F11-1F6B-4D28-17B473084EBB}"/>
          </ac:graphicFrameMkLst>
        </pc:graphicFrameChg>
        <pc:picChg chg="del">
          <ac:chgData name="Diego Raul Guerrero Anaya" userId="0ce4d9aa-8e9a-49aa-b0f2-d17a32a3775a" providerId="ADAL" clId="{DE868590-9F2C-4B03-9C62-B181C19ADC6C}" dt="2026-04-09T17:14:08.799" v="5404" actId="478"/>
          <ac:picMkLst>
            <pc:docMk/>
            <pc:sldMk cId="1703599778" sldId="441"/>
            <ac:picMk id="4" creationId="{296D25FD-5058-AD8D-4A79-5A167F912698}"/>
          </ac:picMkLst>
        </pc:picChg>
        <pc:picChg chg="add del mod">
          <ac:chgData name="Diego Raul Guerrero Anaya" userId="0ce4d9aa-8e9a-49aa-b0f2-d17a32a3775a" providerId="ADAL" clId="{DE868590-9F2C-4B03-9C62-B181C19ADC6C}" dt="2026-04-09T17:15:15.669" v="5417" actId="478"/>
          <ac:picMkLst>
            <pc:docMk/>
            <pc:sldMk cId="1703599778" sldId="441"/>
            <ac:picMk id="11" creationId="{32C363DC-1CE3-EB17-82E3-9CFEE81D41FA}"/>
          </ac:picMkLst>
        </pc:picChg>
        <pc:picChg chg="add mod">
          <ac:chgData name="Diego Raul Guerrero Anaya" userId="0ce4d9aa-8e9a-49aa-b0f2-d17a32a3775a" providerId="ADAL" clId="{DE868590-9F2C-4B03-9C62-B181C19ADC6C}" dt="2026-04-09T17:15:19.335" v="5418" actId="1076"/>
          <ac:picMkLst>
            <pc:docMk/>
            <pc:sldMk cId="1703599778" sldId="441"/>
            <ac:picMk id="14" creationId="{2849D64B-F325-92A4-6F20-FCD0866E5B2F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chemeClr val="dk1">
                  <a:tint val="8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E14-4E12-AEFB-59EEAEC4A15A}"/>
              </c:ext>
            </c:extLst>
          </c:dPt>
          <c:dPt>
            <c:idx val="1"/>
            <c:bubble3D val="0"/>
            <c:spPr>
              <a:solidFill>
                <a:schemeClr val="dk1">
                  <a:tint val="5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E14-4E12-AEFB-59EEAEC4A15A}"/>
              </c:ext>
            </c:extLst>
          </c:dPt>
          <c:dPt>
            <c:idx val="2"/>
            <c:bubble3D val="0"/>
            <c:spPr>
              <a:solidFill>
                <a:schemeClr val="dk1">
                  <a:tint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E14-4E12-AEFB-59EEAEC4A15A}"/>
              </c:ext>
            </c:extLst>
          </c:dPt>
          <c:dPt>
            <c:idx val="3"/>
            <c:bubble3D val="0"/>
            <c:spPr>
              <a:solidFill>
                <a:schemeClr val="dk1">
                  <a:tint val="9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E14-4E12-AEFB-59EEAEC4A15A}"/>
              </c:ext>
            </c:extLst>
          </c:dPt>
          <c:cat>
            <c:strRef>
              <c:f>Hoja1!$A$2:$A$5</c:f>
              <c:strCache>
                <c:ptCount val="4"/>
                <c:pt idx="0">
                  <c:v>1er trim.</c:v>
                </c:pt>
                <c:pt idx="1">
                  <c:v>2º trim.</c:v>
                </c:pt>
                <c:pt idx="2">
                  <c:v>3er trim.</c:v>
                </c:pt>
                <c:pt idx="3">
                  <c:v>4º trim.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100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E14-4E12-AEFB-59EEAEC4A1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chemeClr val="dk1">
                  <a:tint val="8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AF1-4C41-AF7D-CEFF718D5DA9}"/>
              </c:ext>
            </c:extLst>
          </c:dPt>
          <c:dPt>
            <c:idx val="1"/>
            <c:bubble3D val="0"/>
            <c:spPr>
              <a:solidFill>
                <a:schemeClr val="dk1">
                  <a:tint val="5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AF1-4C41-AF7D-CEFF718D5DA9}"/>
              </c:ext>
            </c:extLst>
          </c:dPt>
          <c:dPt>
            <c:idx val="2"/>
            <c:bubble3D val="0"/>
            <c:spPr>
              <a:solidFill>
                <a:schemeClr val="dk1">
                  <a:tint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AF1-4C41-AF7D-CEFF718D5DA9}"/>
              </c:ext>
            </c:extLst>
          </c:dPt>
          <c:dPt>
            <c:idx val="3"/>
            <c:bubble3D val="0"/>
            <c:spPr>
              <a:solidFill>
                <a:schemeClr val="dk1">
                  <a:tint val="9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AF1-4C41-AF7D-CEFF718D5DA9}"/>
              </c:ext>
            </c:extLst>
          </c:dPt>
          <c:cat>
            <c:strRef>
              <c:f>Hoja1!$A$2:$A$5</c:f>
              <c:strCache>
                <c:ptCount val="4"/>
                <c:pt idx="0">
                  <c:v>1er trim.</c:v>
                </c:pt>
                <c:pt idx="1">
                  <c:v>2º trim.</c:v>
                </c:pt>
                <c:pt idx="2">
                  <c:v>3er trim.</c:v>
                </c:pt>
                <c:pt idx="3">
                  <c:v>4º trim.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100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AF1-4C41-AF7D-CEFF718D5D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chemeClr val="dk1">
                  <a:tint val="8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379-4D40-A7B9-B08530809C1D}"/>
              </c:ext>
            </c:extLst>
          </c:dPt>
          <c:dPt>
            <c:idx val="1"/>
            <c:bubble3D val="0"/>
            <c:spPr>
              <a:solidFill>
                <a:schemeClr val="dk1">
                  <a:tint val="5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379-4D40-A7B9-B08530809C1D}"/>
              </c:ext>
            </c:extLst>
          </c:dPt>
          <c:dPt>
            <c:idx val="2"/>
            <c:bubble3D val="0"/>
            <c:spPr>
              <a:solidFill>
                <a:schemeClr val="dk1">
                  <a:tint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379-4D40-A7B9-B08530809C1D}"/>
              </c:ext>
            </c:extLst>
          </c:dPt>
          <c:dPt>
            <c:idx val="3"/>
            <c:bubble3D val="0"/>
            <c:spPr>
              <a:solidFill>
                <a:schemeClr val="dk1">
                  <a:tint val="9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379-4D40-A7B9-B08530809C1D}"/>
              </c:ext>
            </c:extLst>
          </c:dPt>
          <c:cat>
            <c:strRef>
              <c:f>Hoja1!$A$2:$A$5</c:f>
              <c:strCache>
                <c:ptCount val="4"/>
                <c:pt idx="0">
                  <c:v>1er trim.</c:v>
                </c:pt>
                <c:pt idx="1">
                  <c:v>2º trim.</c:v>
                </c:pt>
                <c:pt idx="2">
                  <c:v>3er trim.</c:v>
                </c:pt>
                <c:pt idx="3">
                  <c:v>4º trim.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100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379-4D40-A7B9-B08530809C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chemeClr val="dk1">
                  <a:tint val="8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3BA-4475-9198-2702789E2E79}"/>
              </c:ext>
            </c:extLst>
          </c:dPt>
          <c:dPt>
            <c:idx val="1"/>
            <c:bubble3D val="0"/>
            <c:spPr>
              <a:solidFill>
                <a:schemeClr val="dk1">
                  <a:tint val="5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3BA-4475-9198-2702789E2E79}"/>
              </c:ext>
            </c:extLst>
          </c:dPt>
          <c:dPt>
            <c:idx val="2"/>
            <c:bubble3D val="0"/>
            <c:spPr>
              <a:solidFill>
                <a:schemeClr val="dk1">
                  <a:tint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3BA-4475-9198-2702789E2E79}"/>
              </c:ext>
            </c:extLst>
          </c:dPt>
          <c:dPt>
            <c:idx val="3"/>
            <c:bubble3D val="0"/>
            <c:spPr>
              <a:solidFill>
                <a:schemeClr val="dk1">
                  <a:tint val="9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3BA-4475-9198-2702789E2E79}"/>
              </c:ext>
            </c:extLst>
          </c:dPt>
          <c:cat>
            <c:strRef>
              <c:f>Hoja1!$A$2:$A$5</c:f>
              <c:strCache>
                <c:ptCount val="4"/>
                <c:pt idx="0">
                  <c:v>1er trim.</c:v>
                </c:pt>
                <c:pt idx="1">
                  <c:v>2º trim.</c:v>
                </c:pt>
                <c:pt idx="2">
                  <c:v>3er trim.</c:v>
                </c:pt>
                <c:pt idx="3">
                  <c:v>4º trim.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95</c:v>
                </c:pt>
                <c:pt idx="1">
                  <c:v>5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CA-4CAF-AE44-9DF1ECB0DF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chemeClr val="dk1">
                  <a:tint val="8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C8D-4ABA-809F-DE9F6A9754AD}"/>
              </c:ext>
            </c:extLst>
          </c:dPt>
          <c:dPt>
            <c:idx val="1"/>
            <c:bubble3D val="0"/>
            <c:spPr>
              <a:solidFill>
                <a:schemeClr val="dk1">
                  <a:tint val="5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C8D-4ABA-809F-DE9F6A9754AD}"/>
              </c:ext>
            </c:extLst>
          </c:dPt>
          <c:dPt>
            <c:idx val="2"/>
            <c:bubble3D val="0"/>
            <c:spPr>
              <a:solidFill>
                <a:schemeClr val="dk1">
                  <a:tint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C8D-4ABA-809F-DE9F6A9754AD}"/>
              </c:ext>
            </c:extLst>
          </c:dPt>
          <c:dPt>
            <c:idx val="3"/>
            <c:bubble3D val="0"/>
            <c:spPr>
              <a:solidFill>
                <a:schemeClr val="dk1">
                  <a:tint val="9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C8D-4ABA-809F-DE9F6A9754AD}"/>
              </c:ext>
            </c:extLst>
          </c:dPt>
          <c:cat>
            <c:strRef>
              <c:f>Hoja1!$A$2:$A$5</c:f>
              <c:strCache>
                <c:ptCount val="4"/>
                <c:pt idx="0">
                  <c:v>1er trim.</c:v>
                </c:pt>
                <c:pt idx="1">
                  <c:v>2º trim.</c:v>
                </c:pt>
                <c:pt idx="2">
                  <c:v>3er trim.</c:v>
                </c:pt>
                <c:pt idx="3">
                  <c:v>4º trim.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100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C8D-4ABA-809F-DE9F6A9754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chemeClr val="dk1">
                  <a:tint val="8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EE2-41E8-AA45-F0648ACB35DD}"/>
              </c:ext>
            </c:extLst>
          </c:dPt>
          <c:dPt>
            <c:idx val="1"/>
            <c:bubble3D val="0"/>
            <c:spPr>
              <a:solidFill>
                <a:schemeClr val="dk1">
                  <a:tint val="5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EE2-41E8-AA45-F0648ACB35DD}"/>
              </c:ext>
            </c:extLst>
          </c:dPt>
          <c:dPt>
            <c:idx val="2"/>
            <c:bubble3D val="0"/>
            <c:spPr>
              <a:solidFill>
                <a:schemeClr val="dk1">
                  <a:tint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EE2-41E8-AA45-F0648ACB35DD}"/>
              </c:ext>
            </c:extLst>
          </c:dPt>
          <c:dPt>
            <c:idx val="3"/>
            <c:bubble3D val="0"/>
            <c:spPr>
              <a:solidFill>
                <a:schemeClr val="dk1">
                  <a:tint val="9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EE2-41E8-AA45-F0648ACB35DD}"/>
              </c:ext>
            </c:extLst>
          </c:dPt>
          <c:cat>
            <c:strRef>
              <c:f>Hoja1!$A$2:$A$5</c:f>
              <c:strCache>
                <c:ptCount val="4"/>
                <c:pt idx="0">
                  <c:v>1er trim.</c:v>
                </c:pt>
                <c:pt idx="1">
                  <c:v>2º trim.</c:v>
                </c:pt>
                <c:pt idx="2">
                  <c:v>3er trim.</c:v>
                </c:pt>
                <c:pt idx="3">
                  <c:v>4º trim.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97</c:v>
                </c:pt>
                <c:pt idx="1">
                  <c:v>3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EE2-41E8-AA45-F0648ACB35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chemeClr val="dk1">
                  <a:tint val="8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C8D-4ABA-809F-DE9F6A9754AD}"/>
              </c:ext>
            </c:extLst>
          </c:dPt>
          <c:dPt>
            <c:idx val="1"/>
            <c:bubble3D val="0"/>
            <c:spPr>
              <a:solidFill>
                <a:schemeClr val="dk1">
                  <a:tint val="5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C8D-4ABA-809F-DE9F6A9754AD}"/>
              </c:ext>
            </c:extLst>
          </c:dPt>
          <c:dPt>
            <c:idx val="2"/>
            <c:bubble3D val="0"/>
            <c:spPr>
              <a:solidFill>
                <a:schemeClr val="dk1">
                  <a:tint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C8D-4ABA-809F-DE9F6A9754AD}"/>
              </c:ext>
            </c:extLst>
          </c:dPt>
          <c:dPt>
            <c:idx val="3"/>
            <c:bubble3D val="0"/>
            <c:spPr>
              <a:solidFill>
                <a:schemeClr val="dk1">
                  <a:tint val="9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C8D-4ABA-809F-DE9F6A9754AD}"/>
              </c:ext>
            </c:extLst>
          </c:dPt>
          <c:cat>
            <c:strRef>
              <c:f>Hoja1!$A$2:$A$5</c:f>
              <c:strCache>
                <c:ptCount val="4"/>
                <c:pt idx="0">
                  <c:v>1er trim.</c:v>
                </c:pt>
                <c:pt idx="1">
                  <c:v>2º trim.</c:v>
                </c:pt>
                <c:pt idx="2">
                  <c:v>3er trim.</c:v>
                </c:pt>
                <c:pt idx="3">
                  <c:v>4º trim.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100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C8D-4ABA-809F-DE9F6A9754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chemeClr val="dk1">
                  <a:tint val="8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53A-4DD1-B669-8B6553A84228}"/>
              </c:ext>
            </c:extLst>
          </c:dPt>
          <c:dPt>
            <c:idx val="1"/>
            <c:bubble3D val="0"/>
            <c:spPr>
              <a:solidFill>
                <a:schemeClr val="dk1">
                  <a:tint val="5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53A-4DD1-B669-8B6553A84228}"/>
              </c:ext>
            </c:extLst>
          </c:dPt>
          <c:dPt>
            <c:idx val="2"/>
            <c:bubble3D val="0"/>
            <c:spPr>
              <a:solidFill>
                <a:schemeClr val="dk1">
                  <a:tint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53A-4DD1-B669-8B6553A84228}"/>
              </c:ext>
            </c:extLst>
          </c:dPt>
          <c:dPt>
            <c:idx val="3"/>
            <c:bubble3D val="0"/>
            <c:spPr>
              <a:solidFill>
                <a:schemeClr val="dk1">
                  <a:tint val="9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953A-4DD1-B669-8B6553A84228}"/>
              </c:ext>
            </c:extLst>
          </c:dPt>
          <c:cat>
            <c:strRef>
              <c:f>Hoja1!$A$2:$A$5</c:f>
              <c:strCache>
                <c:ptCount val="4"/>
                <c:pt idx="0">
                  <c:v>1er trim.</c:v>
                </c:pt>
                <c:pt idx="1">
                  <c:v>2º trim.</c:v>
                </c:pt>
                <c:pt idx="2">
                  <c:v>3er trim.</c:v>
                </c:pt>
                <c:pt idx="3">
                  <c:v>4º trim.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93</c:v>
                </c:pt>
                <c:pt idx="1">
                  <c:v>7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53A-4DD1-B669-8B6553A842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chemeClr val="dk1">
                  <a:tint val="8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538-4D8B-804F-821C359FAA30}"/>
              </c:ext>
            </c:extLst>
          </c:dPt>
          <c:dPt>
            <c:idx val="1"/>
            <c:bubble3D val="0"/>
            <c:spPr>
              <a:solidFill>
                <a:schemeClr val="dk1">
                  <a:tint val="5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538-4D8B-804F-821C359FAA30}"/>
              </c:ext>
            </c:extLst>
          </c:dPt>
          <c:dPt>
            <c:idx val="2"/>
            <c:bubble3D val="0"/>
            <c:spPr>
              <a:solidFill>
                <a:schemeClr val="dk1">
                  <a:tint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538-4D8B-804F-821C359FAA30}"/>
              </c:ext>
            </c:extLst>
          </c:dPt>
          <c:dPt>
            <c:idx val="3"/>
            <c:bubble3D val="0"/>
            <c:spPr>
              <a:solidFill>
                <a:schemeClr val="dk1">
                  <a:tint val="9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1538-4D8B-804F-821C359FAA30}"/>
              </c:ext>
            </c:extLst>
          </c:dPt>
          <c:cat>
            <c:strRef>
              <c:f>Hoja1!$A$2:$A$5</c:f>
              <c:strCache>
                <c:ptCount val="4"/>
                <c:pt idx="0">
                  <c:v>1er trim.</c:v>
                </c:pt>
                <c:pt idx="1">
                  <c:v>2º trim.</c:v>
                </c:pt>
                <c:pt idx="2">
                  <c:v>3er trim.</c:v>
                </c:pt>
                <c:pt idx="3">
                  <c:v>4º trim.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96</c:v>
                </c:pt>
                <c:pt idx="1">
                  <c:v>4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538-4D8B-804F-821C359FAA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chemeClr val="dk1">
                  <a:tint val="8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91F-4C59-826F-AC1D723E9E7D}"/>
              </c:ext>
            </c:extLst>
          </c:dPt>
          <c:dPt>
            <c:idx val="1"/>
            <c:bubble3D val="0"/>
            <c:spPr>
              <a:solidFill>
                <a:schemeClr val="dk1">
                  <a:tint val="5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91F-4C59-826F-AC1D723E9E7D}"/>
              </c:ext>
            </c:extLst>
          </c:dPt>
          <c:dPt>
            <c:idx val="2"/>
            <c:bubble3D val="0"/>
            <c:spPr>
              <a:solidFill>
                <a:schemeClr val="dk1">
                  <a:tint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91F-4C59-826F-AC1D723E9E7D}"/>
              </c:ext>
            </c:extLst>
          </c:dPt>
          <c:dPt>
            <c:idx val="3"/>
            <c:bubble3D val="0"/>
            <c:spPr>
              <a:solidFill>
                <a:schemeClr val="dk1">
                  <a:tint val="9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91F-4C59-826F-AC1D723E9E7D}"/>
              </c:ext>
            </c:extLst>
          </c:dPt>
          <c:cat>
            <c:strRef>
              <c:f>Hoja1!$A$2:$A$5</c:f>
              <c:strCache>
                <c:ptCount val="4"/>
                <c:pt idx="0">
                  <c:v>1er trim.</c:v>
                </c:pt>
                <c:pt idx="1">
                  <c:v>2º trim.</c:v>
                </c:pt>
                <c:pt idx="2">
                  <c:v>3er trim.</c:v>
                </c:pt>
                <c:pt idx="3">
                  <c:v>4º trim.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97</c:v>
                </c:pt>
                <c:pt idx="1">
                  <c:v>3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91F-4C59-826F-AC1D723E9E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chemeClr val="dk1">
                  <a:tint val="8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C35-4791-B39A-6EEF366467CC}"/>
              </c:ext>
            </c:extLst>
          </c:dPt>
          <c:dPt>
            <c:idx val="1"/>
            <c:bubble3D val="0"/>
            <c:spPr>
              <a:solidFill>
                <a:schemeClr val="dk1">
                  <a:tint val="5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C35-4791-B39A-6EEF366467CC}"/>
              </c:ext>
            </c:extLst>
          </c:dPt>
          <c:dPt>
            <c:idx val="2"/>
            <c:bubble3D val="0"/>
            <c:spPr>
              <a:solidFill>
                <a:schemeClr val="dk1">
                  <a:tint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C35-4791-B39A-6EEF366467CC}"/>
              </c:ext>
            </c:extLst>
          </c:dPt>
          <c:dPt>
            <c:idx val="3"/>
            <c:bubble3D val="0"/>
            <c:spPr>
              <a:solidFill>
                <a:schemeClr val="dk1">
                  <a:tint val="9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5C35-4791-B39A-6EEF366467CC}"/>
              </c:ext>
            </c:extLst>
          </c:dPt>
          <c:cat>
            <c:strRef>
              <c:f>Hoja1!$A$2:$A$5</c:f>
              <c:strCache>
                <c:ptCount val="4"/>
                <c:pt idx="0">
                  <c:v>1er trim.</c:v>
                </c:pt>
                <c:pt idx="1">
                  <c:v>2º trim.</c:v>
                </c:pt>
                <c:pt idx="2">
                  <c:v>3er trim.</c:v>
                </c:pt>
                <c:pt idx="3">
                  <c:v>4º trim.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100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C35-4791-B39A-6EEF366467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8EFB4B-FD0F-477A-B24D-2809953E74D7}" type="datetimeFigureOut">
              <a:rPr lang="es-CO" smtClean="0"/>
              <a:t>9/04/2026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B85ECE-ACD0-4162-81D4-6AB2045C4D1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5346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B85ECE-ACD0-4162-81D4-6AB2045C4D15}" type="slidenum">
              <a:rPr lang="es-CO" smtClean="0"/>
              <a:t>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30115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6E411-40DD-4B0A-5168-3C9C3A924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830F8C2-23E1-1574-1FCD-ABA82F8358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C925683-158D-615B-FA74-945C227074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647F73A-BD4B-585D-3A54-96BE2B8AF1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B85ECE-ACD0-4162-81D4-6AB2045C4D15}" type="slidenum">
              <a:rPr lang="es-CO" smtClean="0"/>
              <a:t>12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86426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4ACEFA-DFB7-4347-27DB-4FEBFAC750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26278C7-C559-E1BC-41BB-FA6D23E21E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B04513F-67EF-01D5-EB2B-0B1B79024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EB5A-F4D6-4C7F-84CB-78EC876CF29C}" type="datetimeFigureOut">
              <a:rPr lang="es-CO" smtClean="0"/>
              <a:t>9/04/2026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7CF3A9C-A675-2083-6266-566B4FC72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FBBBCD-5989-C3BC-A034-9B6906894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D60A8-E10A-460D-94B0-2857B8FB3E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73174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6E63BB-83F4-1488-AAFA-3A1BCF507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D2ED79-98A3-28A0-647E-9CCFB12D2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F4AC606-28FC-48D5-4CDC-ED071E7BC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EB5A-F4D6-4C7F-84CB-78EC876CF29C}" type="datetimeFigureOut">
              <a:rPr lang="es-CO" smtClean="0"/>
              <a:t>9/04/2026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D99D14-0038-1F77-CDED-A08ECD1F9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0D1123-6F26-EFEE-1C08-873657955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D60A8-E10A-460D-94B0-2857B8FB3E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17931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0C4743-3797-8EF2-54A6-2940A2712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6DD0B07-F8A5-DC14-18FB-A4E474F55B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3D3B3F7-0121-CE8C-25DB-25F3932DA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EB5A-F4D6-4C7F-84CB-78EC876CF29C}" type="datetimeFigureOut">
              <a:rPr lang="es-CO" smtClean="0"/>
              <a:t>9/04/2026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9CC36C-6547-E97B-2DA8-798437B14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45F53F5-61E5-F47F-D5E4-4505C797F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D60A8-E10A-460D-94B0-2857B8FB3E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38525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BD1600-18E9-3780-C21A-4DA9FF47B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1C7A6EC-91D0-3E68-103B-BCF12881A1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6ADF4F3-06DE-6D83-7700-ABB40B2E07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879D79B-4BD4-6605-4F6D-CCED1A26A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EB5A-F4D6-4C7F-84CB-78EC876CF29C}" type="datetimeFigureOut">
              <a:rPr lang="es-CO" smtClean="0"/>
              <a:t>9/04/2026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19F05AC-CFCE-9BB7-83C0-CFDCABBC8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93BAB0A-EF13-2518-5E13-187FC21C2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D60A8-E10A-460D-94B0-2857B8FB3E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842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35A756-2D08-DC5B-6E75-775C08FF0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751D1C4-6D1E-11E3-4FFD-2958ADCAA9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0582D3-FA06-662C-CF85-56150FABF6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574B67F-FAC7-A2FB-B22A-DCF429E934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3BD0DF1-037F-B8E5-6E9C-1C04CFDDE6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257F22E-1B69-1ECE-530A-9EF708E88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EB5A-F4D6-4C7F-84CB-78EC876CF29C}" type="datetimeFigureOut">
              <a:rPr lang="es-CO" smtClean="0"/>
              <a:t>9/04/2026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534BC52-AA33-0C60-B68D-C8834129E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B12CC42-039D-0DC9-160A-02378CA41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D60A8-E10A-460D-94B0-2857B8FB3E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1966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0D7C3D-9DFE-F065-25B5-BCE0679B8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58ADFB9-187B-EA28-D84A-B062DDAE0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EB5A-F4D6-4C7F-84CB-78EC876CF29C}" type="datetimeFigureOut">
              <a:rPr lang="es-CO" smtClean="0"/>
              <a:t>9/04/2026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BC3CBF9-B46C-C1BA-C6FF-6C452C4B7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985F4E5-EEE4-6487-2D09-A044296D5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D60A8-E10A-460D-94B0-2857B8FB3E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54444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1973A7B-A1E0-F895-72AD-3DE739B54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EB5A-F4D6-4C7F-84CB-78EC876CF29C}" type="datetimeFigureOut">
              <a:rPr lang="es-CO" smtClean="0"/>
              <a:t>9/04/2026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7D86808-12FB-21C8-E274-F1D773624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2EC0A6B-95FD-A557-589A-2CE02C15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D60A8-E10A-460D-94B0-2857B8FB3E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66368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9FD864-8826-7329-51E5-9CD1A0637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B09ADB9-885E-7E7B-9A2C-874995668B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B5B5454-5468-6E6C-8853-960D6D4373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BCDDAB4-E7A0-1173-7A43-EA6151884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EB5A-F4D6-4C7F-84CB-78EC876CF29C}" type="datetimeFigureOut">
              <a:rPr lang="es-CO" smtClean="0"/>
              <a:t>9/04/2026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3CBB48C-4002-A526-C2BB-F2D3D10B1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7941ECB-8AE1-BB38-EF81-4DBD93265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D60A8-E10A-460D-94B0-2857B8FB3E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43884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6BDC84-9312-37EC-E4FD-86008977C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B17A30E-2F86-5B90-A4B1-3A2B5443D2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FE092E0-BCB0-9282-7A3F-F1516474D9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F91D30-F39C-702D-4BFE-EDCE1E6FD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EB5A-F4D6-4C7F-84CB-78EC876CF29C}" type="datetimeFigureOut">
              <a:rPr lang="es-CO" smtClean="0"/>
              <a:t>9/04/2026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76B9C29-71E5-A677-6912-359645AE0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F09A72A-CA7D-C2AF-B32B-00B7888F8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D60A8-E10A-460D-94B0-2857B8FB3E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85717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404287-89E9-6A06-68B1-B739DFB7B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052327C-4C34-B17F-D025-065373711C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FDDE24-D2B2-6945-6223-0FAC668D4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EB5A-F4D6-4C7F-84CB-78EC876CF29C}" type="datetimeFigureOut">
              <a:rPr lang="es-CO" smtClean="0"/>
              <a:t>9/04/2026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B9A85D8-E75A-716A-5AED-F0F5B7D99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DB26EB-3EED-F7C5-D125-13B2BE2AA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D60A8-E10A-460D-94B0-2857B8FB3E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3853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C7AFA14-DBF8-5C9D-2DD8-B1BD0E195B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847767C-3976-5BB8-F6D7-43B3374806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7DEF89-245A-A6EA-A491-FA68305E2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EB5A-F4D6-4C7F-84CB-78EC876CF29C}" type="datetimeFigureOut">
              <a:rPr lang="es-CO" smtClean="0"/>
              <a:t>9/04/2026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9CBE9C-176F-8B7D-AA5C-7B3531262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36B3040-EFBC-2E04-2044-696B004B7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D60A8-E10A-460D-94B0-2857B8FB3E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5511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C7BE2EC-586A-DD9E-C280-FB23A3304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594821B-7E1E-5B88-0C2C-4C14E87C3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C861983-7AB0-F5B7-4A23-3E7917DA42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8DEB5A-F4D6-4C7F-84CB-78EC876CF29C}" type="datetimeFigureOut">
              <a:rPr lang="es-CO" smtClean="0"/>
              <a:t>9/04/2026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5F6E65D-85D1-8556-46A3-C09F891979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7145D03-B164-5562-C207-79E7B5F746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0D60A8-E10A-460D-94B0-2857B8FB3E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0546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emf"/><Relationship Id="rId5" Type="http://schemas.openxmlformats.org/officeDocument/2006/relationships/chart" Target="../charts/char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T-kzQpiDf5W4PpAWTOuvAEc-FcbzQAmi/view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2.xml"/><Relationship Id="rId5" Type="http://schemas.openxmlformats.org/officeDocument/2006/relationships/image" Target="../media/image9.emf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BzS7QrkCaU_H3R6XZKpoOYyhcoUdWpM0/view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3.xml"/><Relationship Id="rId5" Type="http://schemas.openxmlformats.org/officeDocument/2006/relationships/image" Target="../media/image10.emf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drive.google.com/file/d/1GOutobTfOduteqbdqNfYySEcqSOlKbn-/view" TargetMode="Externa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PhZQz5lgHrUnVFxdChEOqDZ7hgATuDGS/view" TargetMode="External"/><Relationship Id="rId2" Type="http://schemas.openxmlformats.org/officeDocument/2006/relationships/hyperlink" Target="https://drive.google.com/file/d/1_EiPsOIOHZXqxFh1vWutLZ6Pihybf6sx/view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emf"/><Relationship Id="rId5" Type="http://schemas.openxmlformats.org/officeDocument/2006/relationships/image" Target="../media/image4.png"/><Relationship Id="rId4" Type="http://schemas.openxmlformats.org/officeDocument/2006/relationships/chart" Target="../charts/char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drive.google.com/file/d/1uWOqjDHUfa2cxaBQMP-iAHE7PtAuzKt8/view" TargetMode="Externa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5.xml"/><Relationship Id="rId4" Type="http://schemas.openxmlformats.org/officeDocument/2006/relationships/image" Target="../media/image15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drive.google.com/file/d/1ytNc5Y_BgYwjDLc1z3MJtlPxjtT3ywyu/view" TargetMode="Externa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6.xml"/><Relationship Id="rId4" Type="http://schemas.openxmlformats.org/officeDocument/2006/relationships/image" Target="../media/image17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drive.google.com/file/d/1U3HoUWZ-92ewvT8wf5ulEK7sa2pIoaa5/view" TargetMode="Externa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7.xml"/><Relationship Id="rId4" Type="http://schemas.openxmlformats.org/officeDocument/2006/relationships/image" Target="../media/image18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drive.google.com/file/d/13vmaRyPMCEnfRe0kli8vNxx57w5o4LkZ/view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emf"/><Relationship Id="rId4" Type="http://schemas.openxmlformats.org/officeDocument/2006/relationships/chart" Target="../charts/char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drive.google.com/file/d/1NScfub3934urRk__978ZQgonN4JKo9NF/view" TargetMode="Externa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9.xml"/><Relationship Id="rId4" Type="http://schemas.openxmlformats.org/officeDocument/2006/relationships/image" Target="../media/image20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drive.google.com/file/d/1tENBdUsWgwyzbdsQxb-iVMBKIUk7It3y/view" TargetMode="Externa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0.xml"/><Relationship Id="rId4" Type="http://schemas.openxmlformats.org/officeDocument/2006/relationships/image" Target="../media/image21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9NLgAiW4ljhv1RP4MTCvvioyFfT0-8Ar/view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emf"/><Relationship Id="rId4" Type="http://schemas.openxmlformats.org/officeDocument/2006/relationships/chart" Target="../charts/char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FA317-B3C6-544A-9CEC-25C659152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812C31D-3CC5-AE6F-6DC6-DC2AB7DB08B7}"/>
              </a:ext>
            </a:extLst>
          </p:cNvPr>
          <p:cNvSpPr/>
          <p:nvPr/>
        </p:nvSpPr>
        <p:spPr>
          <a:xfrm>
            <a:off x="0" y="0"/>
            <a:ext cx="3047999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5" name="Imagen 4" descr="Icono&#10;&#10;Descripción generada automáticamente">
            <a:extLst>
              <a:ext uri="{FF2B5EF4-FFF2-40B4-BE49-F238E27FC236}">
                <a16:creationId xmlns:a16="http://schemas.microsoft.com/office/drawing/2014/main" id="{D12CA50E-0C11-3EB7-AA8E-DD7D2EFB3F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97" y="1512616"/>
            <a:ext cx="2560659" cy="485171"/>
          </a:xfrm>
          <a:prstGeom prst="rect">
            <a:avLst/>
          </a:prstGeom>
        </p:spPr>
      </p:pic>
      <p:pic>
        <p:nvPicPr>
          <p:cNvPr id="15" name="Imagen 14" descr="Un perro sentado en el suelo&#10;&#10;El contenido generado por IA puede ser incorrecto.">
            <a:extLst>
              <a:ext uri="{FF2B5EF4-FFF2-40B4-BE49-F238E27FC236}">
                <a16:creationId xmlns:a16="http://schemas.microsoft.com/office/drawing/2014/main" id="{D74108FF-D162-4798-6724-54AB54E7D3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0"/>
            <a:ext cx="9144000" cy="6858000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7B31CB7F-F65F-251B-F642-C7D40861EB8B}"/>
              </a:ext>
            </a:extLst>
          </p:cNvPr>
          <p:cNvSpPr txBox="1"/>
          <p:nvPr/>
        </p:nvSpPr>
        <p:spPr>
          <a:xfrm>
            <a:off x="125833" y="2828835"/>
            <a:ext cx="279633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b="1" dirty="0">
                <a:solidFill>
                  <a:schemeClr val="bg1"/>
                </a:solidFill>
                <a:latin typeface="ui-sans-serif"/>
              </a:rPr>
              <a:t>INFORME MENSUAL </a:t>
            </a:r>
          </a:p>
          <a:p>
            <a:pPr algn="ctr"/>
            <a:r>
              <a:rPr lang="es-MX" sz="2400" b="1" dirty="0">
                <a:solidFill>
                  <a:schemeClr val="bg1"/>
                </a:solidFill>
                <a:latin typeface="ui-sans-serif"/>
              </a:rPr>
              <a:t>AUDITORIA </a:t>
            </a:r>
          </a:p>
          <a:p>
            <a:pPr algn="ctr"/>
            <a:r>
              <a:rPr lang="es-MX" sz="2400" b="1" dirty="0">
                <a:solidFill>
                  <a:schemeClr val="bg1"/>
                </a:solidFill>
                <a:latin typeface="ui-sans-serif"/>
              </a:rPr>
              <a:t>- Marzo 2026 - </a:t>
            </a:r>
            <a:endParaRPr lang="es-CO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6027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0E282-9F63-9DF6-BA90-42CB173E7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uadroTexto 18">
            <a:extLst>
              <a:ext uri="{FF2B5EF4-FFF2-40B4-BE49-F238E27FC236}">
                <a16:creationId xmlns:a16="http://schemas.microsoft.com/office/drawing/2014/main" id="{916EE9CB-71E5-9AFE-8E7A-1A74FD75F23B}"/>
              </a:ext>
            </a:extLst>
          </p:cNvPr>
          <p:cNvSpPr txBox="1"/>
          <p:nvPr/>
        </p:nvSpPr>
        <p:spPr>
          <a:xfrm>
            <a:off x="2787898" y="1016734"/>
            <a:ext cx="849566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300" dirty="0"/>
              <a:t>La auditoria de forma critica evaluó KPIS específicos de la gestión a través de una encuesta, en la cual cada pregunta fue clusterizada y punteada de la siguiente manera:</a:t>
            </a:r>
            <a:endParaRPr lang="es-CO" sz="1300" dirty="0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D3A27C6F-099B-23E2-0FBF-C940DFCE3880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FBD11828-949C-D2F6-7826-69821A46DC57}"/>
              </a:ext>
            </a:extLst>
          </p:cNvPr>
          <p:cNvSpPr/>
          <p:nvPr/>
        </p:nvSpPr>
        <p:spPr>
          <a:xfrm>
            <a:off x="9710531" y="568926"/>
            <a:ext cx="2126974" cy="395160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/>
              <a:t>DATOS DE EJECUCION</a:t>
            </a:r>
            <a:endParaRPr lang="es-CO" sz="1400" b="1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1D4B4EC2-2B82-9176-5626-2B64202C2BEA}"/>
              </a:ext>
            </a:extLst>
          </p:cNvPr>
          <p:cNvSpPr txBox="1"/>
          <p:nvPr/>
        </p:nvSpPr>
        <p:spPr>
          <a:xfrm>
            <a:off x="2990334" y="200555"/>
            <a:ext cx="4288100" cy="6155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b="1" dirty="0"/>
              <a:t>AUDITORIA - PURINA</a:t>
            </a:r>
          </a:p>
          <a:p>
            <a:r>
              <a:rPr lang="es-MX" sz="1600" dirty="0"/>
              <a:t>Marzo</a:t>
            </a:r>
            <a:endParaRPr lang="es-CO" sz="1600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55A1899-F51E-9451-B8A7-0A68A2BA8466}"/>
              </a:ext>
            </a:extLst>
          </p:cNvPr>
          <p:cNvSpPr txBox="1"/>
          <p:nvPr/>
        </p:nvSpPr>
        <p:spPr>
          <a:xfrm>
            <a:off x="2889029" y="2879302"/>
            <a:ext cx="875739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200" b="1" dirty="0">
                <a:solidFill>
                  <a:srgbClr val="C00000"/>
                </a:solidFill>
              </a:rPr>
              <a:t>Descripción por  Clúster evaluado</a:t>
            </a:r>
            <a:r>
              <a:rPr lang="es-MX" sz="1200" dirty="0">
                <a:solidFill>
                  <a:srgbClr val="C00000"/>
                </a:solidFill>
              </a:rPr>
              <a:t>:</a:t>
            </a:r>
          </a:p>
          <a:p>
            <a:pPr algn="just"/>
            <a:endParaRPr lang="es-MX" sz="1200" dirty="0">
              <a:solidFill>
                <a:srgbClr val="C00000"/>
              </a:solidFill>
            </a:endParaRPr>
          </a:p>
          <a:p>
            <a:pPr algn="just"/>
            <a:r>
              <a:rPr lang="es-MX" sz="1200" b="1" dirty="0"/>
              <a:t>ACTIVIDADES DEL MES: </a:t>
            </a:r>
            <a:r>
              <a:rPr lang="es-MX" sz="1200" dirty="0"/>
              <a:t>Implementación de las actividades de acuerdo al canal: </a:t>
            </a:r>
            <a:endParaRPr lang="es-MX" sz="1200" b="1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MX" sz="1200" u="sng" dirty="0"/>
              <a:t>Moderno:</a:t>
            </a:r>
            <a:r>
              <a:rPr lang="es-CO" sz="1200" dirty="0"/>
              <a:t> Tiene implementado el material pop correspondiente a las promociones que aplican en el pdv.</a:t>
            </a:r>
          </a:p>
          <a:p>
            <a:pPr lvl="3" algn="just"/>
            <a:r>
              <a:rPr lang="es-CO" sz="1200" dirty="0"/>
              <a:t> Tiene implementadas las exhibiciones negociadas en el pdv.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MX" sz="1200" u="sng" dirty="0"/>
              <a:t>Especializado:</a:t>
            </a:r>
            <a:r>
              <a:rPr lang="es-CO" sz="1200" dirty="0"/>
              <a:t>    Se</a:t>
            </a:r>
            <a:r>
              <a:rPr lang="es-ES" sz="1200" dirty="0"/>
              <a:t> encuentran las innovaciones (renovación de </a:t>
            </a:r>
            <a:r>
              <a:rPr lang="es-ES" sz="1200" dirty="0" err="1"/>
              <a:t>pocuhes</a:t>
            </a:r>
            <a:r>
              <a:rPr lang="es-ES" sz="1200" dirty="0"/>
              <a:t> pro plan, "</a:t>
            </a:r>
            <a:r>
              <a:rPr lang="es-ES" sz="1200" dirty="0" err="1"/>
              <a:t>fancy</a:t>
            </a:r>
            <a:r>
              <a:rPr lang="es-ES" sz="1200" dirty="0"/>
              <a:t> 15 marzo" </a:t>
            </a:r>
            <a:r>
              <a:rPr lang="es-ES" sz="1200" dirty="0" err="1"/>
              <a:t>felix</a:t>
            </a:r>
            <a:r>
              <a:rPr lang="es-ES" sz="1200" dirty="0"/>
              <a:t> triple </a:t>
            </a:r>
            <a:r>
              <a:rPr lang="es-ES" sz="1200" dirty="0" err="1"/>
              <a:t>delicius</a:t>
            </a:r>
            <a:r>
              <a:rPr lang="es-ES" sz="1200" dirty="0"/>
              <a:t> 		y </a:t>
            </a:r>
            <a:r>
              <a:rPr lang="es-ES" sz="1200" dirty="0" err="1"/>
              <a:t>megamix</a:t>
            </a:r>
            <a:r>
              <a:rPr lang="es-ES" sz="1200" dirty="0"/>
              <a:t>, </a:t>
            </a:r>
            <a:r>
              <a:rPr lang="es-ES" sz="1200" dirty="0" err="1"/>
              <a:t>dog</a:t>
            </a:r>
            <a:r>
              <a:rPr lang="es-ES" sz="1200" dirty="0"/>
              <a:t> </a:t>
            </a:r>
            <a:r>
              <a:rPr lang="es-ES" sz="1200" dirty="0" err="1"/>
              <a:t>chow</a:t>
            </a:r>
            <a:r>
              <a:rPr lang="es-ES" sz="1200" dirty="0"/>
              <a:t> </a:t>
            </a:r>
            <a:r>
              <a:rPr lang="es-ES" sz="1200" dirty="0" err="1"/>
              <a:t>pouches</a:t>
            </a:r>
            <a:r>
              <a:rPr lang="es-ES" sz="1200" dirty="0"/>
              <a:t> de alta </a:t>
            </a:r>
            <a:r>
              <a:rPr lang="es-ES" sz="1200" dirty="0" err="1"/>
              <a:t>proteina</a:t>
            </a:r>
            <a:r>
              <a:rPr lang="es-ES" sz="1200" dirty="0"/>
              <a:t> y </a:t>
            </a:r>
            <a:r>
              <a:rPr lang="es-ES" sz="1200" dirty="0" err="1"/>
              <a:t>multiproteina</a:t>
            </a:r>
            <a:r>
              <a:rPr lang="es-ES" sz="1200" dirty="0"/>
              <a:t>).</a:t>
            </a:r>
          </a:p>
          <a:p>
            <a:pPr lvl="4" algn="just"/>
            <a:r>
              <a:rPr lang="es-ES" sz="1200" dirty="0"/>
              <a:t>Se encuentra en el lineal las referencias 1,5 en </a:t>
            </a:r>
            <a:r>
              <a:rPr lang="es-ES" sz="1200" dirty="0" err="1"/>
              <a:t>pu</a:t>
            </a:r>
            <a:r>
              <a:rPr lang="es-ES" sz="1200" dirty="0"/>
              <a:t> y </a:t>
            </a:r>
            <a:r>
              <a:rPr lang="es-ES" sz="1200" dirty="0" err="1"/>
              <a:t>adu</a:t>
            </a:r>
            <a:r>
              <a:rPr lang="es-ES" sz="1200" dirty="0"/>
              <a:t> de la marca </a:t>
            </a:r>
            <a:r>
              <a:rPr lang="es-ES" sz="1200" dirty="0" err="1"/>
              <a:t>excellent</a:t>
            </a:r>
            <a:r>
              <a:rPr lang="es-ES" sz="1200" dirty="0"/>
              <a:t>.</a:t>
            </a:r>
          </a:p>
          <a:p>
            <a:pPr lvl="4" algn="just"/>
            <a:r>
              <a:rPr lang="es-CO" sz="1200" dirty="0"/>
              <a:t>S</a:t>
            </a:r>
            <a:r>
              <a:rPr lang="es-ES" sz="1200" dirty="0"/>
              <a:t>e encuentra la nueva referencia de </a:t>
            </a:r>
            <a:r>
              <a:rPr lang="es-ES" sz="1200" dirty="0" err="1"/>
              <a:t>excellent</a:t>
            </a:r>
            <a:r>
              <a:rPr lang="es-ES" sz="1200" dirty="0"/>
              <a:t> </a:t>
            </a:r>
            <a:r>
              <a:rPr lang="es-ES" sz="1200" dirty="0" err="1"/>
              <a:t>estirilizado</a:t>
            </a:r>
            <a:r>
              <a:rPr lang="es-ES" sz="1200" dirty="0"/>
              <a:t> de 1k.</a:t>
            </a:r>
          </a:p>
          <a:p>
            <a:pPr lvl="4" algn="just"/>
            <a:r>
              <a:rPr lang="es-CO" sz="1200" dirty="0"/>
              <a:t>S</a:t>
            </a:r>
            <a:r>
              <a:rPr lang="es-ES" sz="1200" dirty="0"/>
              <a:t>e encuentra la referencia pro plan </a:t>
            </a:r>
            <a:r>
              <a:rPr lang="es-ES" sz="1200" dirty="0" err="1"/>
              <a:t>wet</a:t>
            </a:r>
            <a:r>
              <a:rPr lang="es-ES" sz="1200" dirty="0"/>
              <a:t> de </a:t>
            </a:r>
            <a:r>
              <a:rPr lang="es-ES" sz="1200" dirty="0" err="1"/>
              <a:t>salmon</a:t>
            </a:r>
            <a:r>
              <a:rPr lang="es-ES" sz="1200" dirty="0"/>
              <a:t> y/urinario.</a:t>
            </a:r>
            <a:r>
              <a:rPr lang="es-CO" sz="1200" dirty="0"/>
              <a:t>	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MX" sz="1200" u="sng" dirty="0"/>
              <a:t>Tradicional:</a:t>
            </a:r>
            <a:r>
              <a:rPr lang="es-CO" sz="1200" dirty="0"/>
              <a:t> </a:t>
            </a:r>
            <a:r>
              <a:rPr lang="es-ES" sz="1200" dirty="0"/>
              <a:t>Conoce el precio de la paquetería dog chow 350g / 475g; cat chow 200g.</a:t>
            </a:r>
            <a:endParaRPr lang="es-MX" sz="1200" dirty="0"/>
          </a:p>
          <a:p>
            <a:pPr algn="just"/>
            <a:endParaRPr lang="es-MX" sz="1200" b="1" dirty="0"/>
          </a:p>
          <a:p>
            <a:pPr algn="just"/>
            <a:r>
              <a:rPr lang="es-MX" sz="1200" b="1" dirty="0"/>
              <a:t>EJECUCION DEL PDV:  </a:t>
            </a:r>
            <a:r>
              <a:rPr lang="es-MX" sz="1200" dirty="0"/>
              <a:t>Limpieza del pdv, Precio y surtido de productos, Infaltables, ayuda ventas, conocimiento en surtidos, estrategia de exhibición para las marcas Mainstrain (Alpo y Gatsy) de Purina , % de participación que tiene en el punto de venta.</a:t>
            </a:r>
          </a:p>
          <a:p>
            <a:pPr algn="just"/>
            <a:endParaRPr lang="es-MX" sz="1200" dirty="0"/>
          </a:p>
          <a:p>
            <a:pPr algn="just"/>
            <a:r>
              <a:rPr lang="es-MX" sz="1200" b="1" dirty="0"/>
              <a:t>HORARIO: </a:t>
            </a:r>
            <a:r>
              <a:rPr lang="es-MX" sz="1200" dirty="0"/>
              <a:t>El asesor debe estar presente en pdv en los turnos compartidos por malla horaria. </a:t>
            </a:r>
          </a:p>
          <a:p>
            <a:pPr algn="just"/>
            <a:endParaRPr lang="es-MX" sz="1200" dirty="0"/>
          </a:p>
          <a:p>
            <a:pPr algn="just"/>
            <a:r>
              <a:rPr lang="es-MX" sz="1200" b="1" dirty="0"/>
              <a:t>UNIFORME: 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s-MX" sz="1200" dirty="0"/>
              <a:t>Cumple con el código de vestimenta, limpios y en buen estado: Pantalón, Camisa, calzado.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s-MX" sz="1200" dirty="0"/>
              <a:t>Cabello limpio, organizado y recogido.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s-MX" sz="1200" dirty="0"/>
              <a:t>No exceso de maquillaje, accesorios no propios del uniforme, tatuajes, piercings, uñas desarregladas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49D9442A-C892-F626-09BD-F1584A659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3920" y="1620770"/>
            <a:ext cx="3227614" cy="1239404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36FB5FE9-B5FF-430C-70DD-1A98F0726A7D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5" name="Imagen 4" descr="Icono&#10;&#10;Descripción generada automáticamente">
            <a:extLst>
              <a:ext uri="{FF2B5EF4-FFF2-40B4-BE49-F238E27FC236}">
                <a16:creationId xmlns:a16="http://schemas.microsoft.com/office/drawing/2014/main" id="{1C9301DA-7D65-61FA-00C5-DCF2DF3F76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3" y="326341"/>
            <a:ext cx="2560659" cy="48517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24F262B-A3D1-E975-4AE9-A13AE1529318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374071" y="3207195"/>
            <a:ext cx="463336" cy="463336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3E7339F9-75FA-3788-907E-F9E8AD0C0471}"/>
              </a:ext>
            </a:extLst>
          </p:cNvPr>
          <p:cNvSpPr txBox="1"/>
          <p:nvPr/>
        </p:nvSpPr>
        <p:spPr>
          <a:xfrm>
            <a:off x="862224" y="3188067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pdv evaluado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Cali</a:t>
            </a:r>
            <a:endParaRPr lang="es-CO" sz="1600" b="1" dirty="0">
              <a:solidFill>
                <a:schemeClr val="bg1"/>
              </a:solidFill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BCBAF28B-4381-CD77-9109-915F46BB08BF}"/>
              </a:ext>
            </a:extLst>
          </p:cNvPr>
          <p:cNvSpPr txBox="1"/>
          <p:nvPr/>
        </p:nvSpPr>
        <p:spPr>
          <a:xfrm>
            <a:off x="862224" y="2270371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3 pdv evaluado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Bogotá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87FE0B76-7830-BB16-89A4-2E7C21EFA578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398888" y="2322712"/>
            <a:ext cx="463336" cy="463336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8F4BE0E8-4C86-8B69-84A8-6CA58B6C966A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374071" y="4117085"/>
            <a:ext cx="463336" cy="463336"/>
          </a:xfrm>
          <a:prstGeom prst="rect">
            <a:avLst/>
          </a:prstGeom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897E9EAB-B351-D02D-23DD-CF9BBD6E16A7}"/>
              </a:ext>
            </a:extLst>
          </p:cNvPr>
          <p:cNvSpPr txBox="1"/>
          <p:nvPr/>
        </p:nvSpPr>
        <p:spPr>
          <a:xfrm>
            <a:off x="862224" y="4097957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pdv evaluado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Cartagena</a:t>
            </a:r>
            <a:endParaRPr lang="es-CO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1019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E148BC7B-FA01-522B-AFFE-4B9D33C4532B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CA0D3349-9D68-E2A3-5D11-A671C433FF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3" y="326341"/>
            <a:ext cx="2560659" cy="485171"/>
          </a:xfrm>
          <a:prstGeom prst="rect">
            <a:avLst/>
          </a:prstGeom>
        </p:spPr>
      </p:pic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5F0D9E00-62B8-F581-08CE-1657F389A062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C8923BB3-648E-8035-B4BA-B1B176CC9BA6}"/>
              </a:ext>
            </a:extLst>
          </p:cNvPr>
          <p:cNvSpPr/>
          <p:nvPr/>
        </p:nvSpPr>
        <p:spPr>
          <a:xfrm>
            <a:off x="9710531" y="568926"/>
            <a:ext cx="2126974" cy="395160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/>
              <a:t>DATOS DE EJECUCION</a:t>
            </a:r>
            <a:endParaRPr lang="es-CO" sz="1400" b="1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517A915-85AE-5FA2-8B73-8C6D4927CC78}"/>
              </a:ext>
            </a:extLst>
          </p:cNvPr>
          <p:cNvSpPr txBox="1"/>
          <p:nvPr/>
        </p:nvSpPr>
        <p:spPr>
          <a:xfrm>
            <a:off x="2877350" y="1328821"/>
            <a:ext cx="8652072" cy="4924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300" dirty="0"/>
              <a:t>Del panel propuesto de 5 PDV, se logran visitar 4 pdv con 2 auditorias efectivas.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300" dirty="0"/>
              <a:t>Detalle de la ejecucion por ciudad de acuerdo con los objetivos propuestos: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CBFD5C63-9190-FCFB-F015-5ECE2AE5FF00}"/>
              </a:ext>
            </a:extLst>
          </p:cNvPr>
          <p:cNvSpPr txBox="1"/>
          <p:nvPr/>
        </p:nvSpPr>
        <p:spPr>
          <a:xfrm>
            <a:off x="2877350" y="3772842"/>
            <a:ext cx="84956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b="1" dirty="0"/>
              <a:t>Detalle PDV con cobertura, </a:t>
            </a:r>
            <a:r>
              <a:rPr lang="es-MX" sz="1400" b="1" dirty="0">
                <a:solidFill>
                  <a:srgbClr val="FF0000"/>
                </a:solidFill>
              </a:rPr>
              <a:t>SIN AUDITORIA EFECTIVA</a:t>
            </a:r>
            <a:r>
              <a:rPr lang="es-MX" sz="1400" dirty="0"/>
              <a:t>: 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BA27AD2-FF10-D704-B2E0-9BCAC1184AF8}"/>
              </a:ext>
            </a:extLst>
          </p:cNvPr>
          <p:cNvSpPr txBox="1"/>
          <p:nvPr/>
        </p:nvSpPr>
        <p:spPr>
          <a:xfrm>
            <a:off x="2990334" y="200555"/>
            <a:ext cx="4288100" cy="6155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b="1" dirty="0"/>
              <a:t>AUDITORIA - PURINA</a:t>
            </a:r>
          </a:p>
          <a:p>
            <a:r>
              <a:rPr lang="es-MX" sz="1600" dirty="0"/>
              <a:t>Marzo</a:t>
            </a:r>
            <a:endParaRPr lang="es-CO" sz="16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C75CCADA-3CCD-A04E-34BF-BC2AFE033D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0125" y="1845122"/>
            <a:ext cx="7200000" cy="1635332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B63375AE-DA82-25A0-D674-6E01E7E3C3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0125" y="4390344"/>
            <a:ext cx="5802877" cy="648000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DB50671F-D68C-70ED-E4CE-F39D1F22282D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75000"/>
          </a:blip>
          <a:stretch>
            <a:fillRect/>
          </a:stretch>
        </p:blipFill>
        <p:spPr>
          <a:xfrm>
            <a:off x="374071" y="3207195"/>
            <a:ext cx="463336" cy="463336"/>
          </a:xfrm>
          <a:prstGeom prst="rect">
            <a:avLst/>
          </a:prstGeom>
        </p:spPr>
      </p:pic>
      <p:sp>
        <p:nvSpPr>
          <p:cNvPr id="23" name="CuadroTexto 22">
            <a:extLst>
              <a:ext uri="{FF2B5EF4-FFF2-40B4-BE49-F238E27FC236}">
                <a16:creationId xmlns:a16="http://schemas.microsoft.com/office/drawing/2014/main" id="{1C7F55D6-A264-B727-E600-FAE8E859ADEB}"/>
              </a:ext>
            </a:extLst>
          </p:cNvPr>
          <p:cNvSpPr txBox="1"/>
          <p:nvPr/>
        </p:nvSpPr>
        <p:spPr>
          <a:xfrm>
            <a:off x="862224" y="3188067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pdv evaluado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Cali</a:t>
            </a:r>
            <a:endParaRPr lang="es-CO" sz="1600" b="1" dirty="0">
              <a:solidFill>
                <a:schemeClr val="bg1"/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4754FD07-B477-EFF9-2083-7A754F88E7D4}"/>
              </a:ext>
            </a:extLst>
          </p:cNvPr>
          <p:cNvSpPr txBox="1"/>
          <p:nvPr/>
        </p:nvSpPr>
        <p:spPr>
          <a:xfrm>
            <a:off x="862224" y="2270371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3 pdv evaluado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Bogotá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E2261168-6CA0-29A5-4239-B697211CEA95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75000"/>
          </a:blip>
          <a:stretch>
            <a:fillRect/>
          </a:stretch>
        </p:blipFill>
        <p:spPr>
          <a:xfrm>
            <a:off x="398888" y="2322712"/>
            <a:ext cx="463336" cy="463336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3FA7D9D6-B13F-4821-03D4-EB922814E095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75000"/>
          </a:blip>
          <a:stretch>
            <a:fillRect/>
          </a:stretch>
        </p:blipFill>
        <p:spPr>
          <a:xfrm>
            <a:off x="374071" y="4117085"/>
            <a:ext cx="463336" cy="463336"/>
          </a:xfrm>
          <a:prstGeom prst="rect">
            <a:avLst/>
          </a:prstGeom>
        </p:spPr>
      </p:pic>
      <p:sp>
        <p:nvSpPr>
          <p:cNvPr id="29" name="CuadroTexto 28">
            <a:extLst>
              <a:ext uri="{FF2B5EF4-FFF2-40B4-BE49-F238E27FC236}">
                <a16:creationId xmlns:a16="http://schemas.microsoft.com/office/drawing/2014/main" id="{7E2870BA-A285-9D5B-9F6B-50D42D2AE4E9}"/>
              </a:ext>
            </a:extLst>
          </p:cNvPr>
          <p:cNvSpPr txBox="1"/>
          <p:nvPr/>
        </p:nvSpPr>
        <p:spPr>
          <a:xfrm>
            <a:off x="862224" y="4097957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pdv evaluado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Cartagena</a:t>
            </a:r>
            <a:endParaRPr lang="es-CO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9780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374E-B733-B0F9-1088-1EB4EA922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8BDE0322-30DB-9007-ED46-C39CBD8D1A59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1F8664AF-1E86-C238-78AC-FD7CDD600C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3" y="326341"/>
            <a:ext cx="2560659" cy="485171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DC45A2B3-CBE7-6AF2-715B-B91866D1BE66}"/>
              </a:ext>
            </a:extLst>
          </p:cNvPr>
          <p:cNvSpPr txBox="1"/>
          <p:nvPr/>
        </p:nvSpPr>
        <p:spPr>
          <a:xfrm>
            <a:off x="2902157" y="843199"/>
            <a:ext cx="8572533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1600" dirty="0"/>
              <a:t>Evaluando los pdv se obtiene un resultado del Mystery de un 100% frente a los KPIS propuestos de gestión. </a:t>
            </a:r>
          </a:p>
          <a:p>
            <a:r>
              <a:rPr lang="es-MX" sz="1600" dirty="0"/>
              <a:t>Se evidencia oportunidad en todos los clústeres evaluados en cada uno de los canales. </a:t>
            </a:r>
            <a:endParaRPr lang="es-CO" sz="1600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89F43F9-A8D1-2800-F11E-55D722EFFAFC}"/>
              </a:ext>
            </a:extLst>
          </p:cNvPr>
          <p:cNvCxnSpPr>
            <a:cxnSpLocks/>
          </p:cNvCxnSpPr>
          <p:nvPr/>
        </p:nvCxnSpPr>
        <p:spPr>
          <a:xfrm>
            <a:off x="2877350" y="66927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FC92EF89-8EA7-2F37-9EBE-23952BEC36F9}"/>
              </a:ext>
            </a:extLst>
          </p:cNvPr>
          <p:cNvSpPr/>
          <p:nvPr/>
        </p:nvSpPr>
        <p:spPr>
          <a:xfrm>
            <a:off x="9531626" y="486320"/>
            <a:ext cx="2335696" cy="293097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RESULTADOS OBTENIDOS</a:t>
            </a:r>
            <a:endParaRPr lang="es-CO" sz="1400" b="1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F7E81395-129E-34AB-56A2-C2BF691746BB}"/>
              </a:ext>
            </a:extLst>
          </p:cNvPr>
          <p:cNvSpPr txBox="1"/>
          <p:nvPr/>
        </p:nvSpPr>
        <p:spPr>
          <a:xfrm>
            <a:off x="150296" y="3734202"/>
            <a:ext cx="2432257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1400" u="sng" dirty="0">
                <a:solidFill>
                  <a:schemeClr val="bg1"/>
                </a:solidFill>
                <a:latin typeface="Franklin Gothic Demi" panose="020B0703020102020204" pitchFamily="34" charset="0"/>
              </a:rPr>
              <a:t>RESULTADOS AUDITORIA</a:t>
            </a:r>
            <a:endParaRPr lang="es-CO" sz="1200" u="sng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56C0D7C-16C6-2D3B-B087-A36CC226F911}"/>
              </a:ext>
            </a:extLst>
          </p:cNvPr>
          <p:cNvSpPr txBox="1"/>
          <p:nvPr/>
        </p:nvSpPr>
        <p:spPr>
          <a:xfrm>
            <a:off x="2946880" y="66181"/>
            <a:ext cx="4288100" cy="6155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b="1" dirty="0"/>
              <a:t>AUDITORIA - PURINA</a:t>
            </a:r>
          </a:p>
          <a:p>
            <a:r>
              <a:rPr lang="es-MX" sz="1600" dirty="0"/>
              <a:t>Marzo</a:t>
            </a:r>
            <a:endParaRPr lang="es-CO" sz="1600" dirty="0"/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2C3FC970-57AB-4FD0-65DF-59A134742285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374071" y="1771570"/>
            <a:ext cx="463336" cy="463336"/>
          </a:xfrm>
          <a:prstGeom prst="rect">
            <a:avLst/>
          </a:prstGeom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5B10581B-A391-A69F-6AB3-6C65FF4B10A9}"/>
              </a:ext>
            </a:extLst>
          </p:cNvPr>
          <p:cNvSpPr txBox="1"/>
          <p:nvPr/>
        </p:nvSpPr>
        <p:spPr>
          <a:xfrm>
            <a:off x="862224" y="1752442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pdv evaluado</a:t>
            </a:r>
          </a:p>
          <a:p>
            <a:r>
              <a:rPr lang="es-MX" sz="1600" b="1" dirty="0" err="1">
                <a:solidFill>
                  <a:schemeClr val="bg1"/>
                </a:solidFill>
              </a:rPr>
              <a:t>Bogota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8C50A4FE-0CF4-4D0A-FF80-1478B67A80C6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374071" y="2681460"/>
            <a:ext cx="463336" cy="463336"/>
          </a:xfrm>
          <a:prstGeom prst="rect">
            <a:avLst/>
          </a:prstGeom>
        </p:spPr>
      </p:pic>
      <p:sp>
        <p:nvSpPr>
          <p:cNvPr id="30" name="CuadroTexto 29">
            <a:extLst>
              <a:ext uri="{FF2B5EF4-FFF2-40B4-BE49-F238E27FC236}">
                <a16:creationId xmlns:a16="http://schemas.microsoft.com/office/drawing/2014/main" id="{6A43560B-C86C-F1C7-2A9F-C8C8BEC01C02}"/>
              </a:ext>
            </a:extLst>
          </p:cNvPr>
          <p:cNvSpPr txBox="1"/>
          <p:nvPr/>
        </p:nvSpPr>
        <p:spPr>
          <a:xfrm>
            <a:off x="862224" y="2662332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pdv evaluado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Cartagena</a:t>
            </a:r>
            <a:endParaRPr lang="es-CO" sz="1600" b="1" dirty="0">
              <a:solidFill>
                <a:schemeClr val="bg1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B33E685-CB0A-3924-CB71-EF4AB275B73D}"/>
              </a:ext>
            </a:extLst>
          </p:cNvPr>
          <p:cNvSpPr txBox="1"/>
          <p:nvPr/>
        </p:nvSpPr>
        <p:spPr>
          <a:xfrm>
            <a:off x="880240" y="4785287"/>
            <a:ext cx="1085921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Franklin Gothic Demi"/>
              </a:rPr>
              <a:t>100%</a:t>
            </a:r>
            <a:endParaRPr lang="es-CO" sz="2000" b="1" dirty="0">
              <a:solidFill>
                <a:schemeClr val="bg1"/>
              </a:solidFill>
              <a:latin typeface="Franklin Gothic Demi"/>
            </a:endParaRPr>
          </a:p>
        </p:txBody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8E940711-7320-EC9B-E285-9B038A984E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74227175"/>
              </p:ext>
            </p:extLst>
          </p:nvPr>
        </p:nvGraphicFramePr>
        <p:xfrm>
          <a:off x="374071" y="4243653"/>
          <a:ext cx="1847779" cy="1403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13" name="Imagen 12">
            <a:extLst>
              <a:ext uri="{FF2B5EF4-FFF2-40B4-BE49-F238E27FC236}">
                <a16:creationId xmlns:a16="http://schemas.microsoft.com/office/drawing/2014/main" id="{FB52C08A-0826-4E72-E2FD-EEB5DC6456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6878" y="1752442"/>
            <a:ext cx="7702717" cy="175320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BAC8FEDE-7BEF-CCBC-8553-4A3B4F843D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46877" y="3710982"/>
            <a:ext cx="7702717" cy="17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617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4CA72-C7DC-7745-1CC6-BDBCF8562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0EE8686E-B91A-9E6B-62A7-CD883591BEB8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25997A0A-64EC-2C6D-0BAF-049280E084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3" y="326341"/>
            <a:ext cx="2560659" cy="485171"/>
          </a:xfrm>
          <a:prstGeom prst="rect">
            <a:avLst/>
          </a:prstGeom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970A9143-A4D1-C278-F938-ABF6B4364DBE}"/>
              </a:ext>
            </a:extLst>
          </p:cNvPr>
          <p:cNvCxnSpPr>
            <a:cxnSpLocks/>
          </p:cNvCxnSpPr>
          <p:nvPr/>
        </p:nvCxnSpPr>
        <p:spPr>
          <a:xfrm>
            <a:off x="2893849" y="775108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66A5E136-7154-3260-1737-F7AE658A220B}"/>
              </a:ext>
            </a:extLst>
          </p:cNvPr>
          <p:cNvSpPr txBox="1"/>
          <p:nvPr/>
        </p:nvSpPr>
        <p:spPr>
          <a:xfrm>
            <a:off x="3024188" y="110786"/>
            <a:ext cx="6143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000000"/>
                </a:solidFill>
                <a:latin typeface="Aptos Narrow" panose="020B0004020202020204" pitchFamily="34" charset="0"/>
              </a:rPr>
              <a:t>ZAPATOCA CASTILLA – BOGOTA          </a:t>
            </a:r>
          </a:p>
          <a:p>
            <a:r>
              <a:rPr lang="es-MX" dirty="0">
                <a:latin typeface="Franklin Gothic Demi" panose="020B0703020102020204" pitchFamily="34" charset="0"/>
              </a:rPr>
              <a:t>Canal Moderno - Auditoria</a:t>
            </a:r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44A7B6B1-B361-B3A7-C3F5-E70E2BA9AF3E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Análisis Material de Video: 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B1B2FE3-5A21-7072-5A93-D55ED8223954}"/>
              </a:ext>
            </a:extLst>
          </p:cNvPr>
          <p:cNvSpPr txBox="1"/>
          <p:nvPr/>
        </p:nvSpPr>
        <p:spPr>
          <a:xfrm>
            <a:off x="3020824" y="5247329"/>
            <a:ext cx="720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u="sng" dirty="0">
                <a:hlinkClick r:id="rId3"/>
              </a:rPr>
              <a:t>https://drive.google.com/file/d/1T-kzQpiDf5W4PpAWTOuvAEc-FcbzQAmi/view</a:t>
            </a:r>
            <a:endParaRPr lang="es-CO" u="sng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C78A946-812D-AACC-F9D6-6E0EB8E2D2AA}"/>
              </a:ext>
            </a:extLst>
          </p:cNvPr>
          <p:cNvSpPr txBox="1"/>
          <p:nvPr/>
        </p:nvSpPr>
        <p:spPr>
          <a:xfrm>
            <a:off x="3020824" y="3330863"/>
            <a:ext cx="7200000" cy="18158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MX" sz="1600" b="1" dirty="0"/>
              <a:t>Detalle de novedades: </a:t>
            </a:r>
          </a:p>
          <a:p>
            <a:pPr algn="just"/>
            <a:endParaRPr lang="es-MX" sz="16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600" dirty="0"/>
              <a:t>Se evidencia excelente presentación personal, tiene muy claros los infaltables, los porcentajes de participación de la marca, todo está muy organizado y limpio, en general muy bien manejado el PDV.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600" dirty="0"/>
              <a:t>No se evidencia la implementación de material POP pero debido a que el punto de venta no lo permite.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A8839C6-D8EE-6AD3-22C7-F9BFCD494DD7}"/>
              </a:ext>
            </a:extLst>
          </p:cNvPr>
          <p:cNvSpPr txBox="1"/>
          <p:nvPr/>
        </p:nvSpPr>
        <p:spPr>
          <a:xfrm>
            <a:off x="148165" y="3458396"/>
            <a:ext cx="2432257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1400" u="sng" dirty="0">
                <a:solidFill>
                  <a:schemeClr val="bg1"/>
                </a:solidFill>
                <a:latin typeface="Franklin Gothic Demi" panose="020B0703020102020204" pitchFamily="34" charset="0"/>
              </a:rPr>
              <a:t>RESULTADOS AUDITORIA</a:t>
            </a:r>
            <a:endParaRPr lang="es-CO" sz="1200" u="sng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9FA6951D-F398-08F1-31FE-29E0764DA21C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315162" y="2319406"/>
            <a:ext cx="463336" cy="463336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65440AAD-38DC-5E8D-EEA7-91B425579C09}"/>
              </a:ext>
            </a:extLst>
          </p:cNvPr>
          <p:cNvSpPr txBox="1"/>
          <p:nvPr/>
        </p:nvSpPr>
        <p:spPr>
          <a:xfrm>
            <a:off x="803315" y="2300278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pdv evaluado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Bogotá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70B6834-EE00-C95F-1CC5-034817F454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7295" y="1137198"/>
            <a:ext cx="7193529" cy="1978124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9BD12A49-37B7-3732-8E44-0DE38AC47807}"/>
              </a:ext>
            </a:extLst>
          </p:cNvPr>
          <p:cNvSpPr txBox="1"/>
          <p:nvPr/>
        </p:nvSpPr>
        <p:spPr>
          <a:xfrm>
            <a:off x="821331" y="4507458"/>
            <a:ext cx="1085921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Franklin Gothic Demi"/>
              </a:rPr>
              <a:t>100%</a:t>
            </a:r>
            <a:endParaRPr lang="es-CO" sz="2000" b="1" dirty="0">
              <a:solidFill>
                <a:schemeClr val="bg1"/>
              </a:solidFill>
              <a:latin typeface="Franklin Gothic Demi"/>
            </a:endParaRPr>
          </a:p>
        </p:txBody>
      </p:sp>
      <p:graphicFrame>
        <p:nvGraphicFramePr>
          <p:cNvPr id="13" name="Gráfico 12">
            <a:extLst>
              <a:ext uri="{FF2B5EF4-FFF2-40B4-BE49-F238E27FC236}">
                <a16:creationId xmlns:a16="http://schemas.microsoft.com/office/drawing/2014/main" id="{74B4AD8C-7EC4-8F80-7AB1-BF1D9F2C32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37226166"/>
              </p:ext>
            </p:extLst>
          </p:nvPr>
        </p:nvGraphicFramePr>
        <p:xfrm>
          <a:off x="315162" y="3965824"/>
          <a:ext cx="1847779" cy="1403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231623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06A1B-E456-26BB-1AF2-6C2CB533C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582C1985-410C-9553-5885-5802CC657D4C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905153E9-7639-51F7-21D9-900A1B1001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3" y="326341"/>
            <a:ext cx="2560659" cy="485171"/>
          </a:xfrm>
          <a:prstGeom prst="rect">
            <a:avLst/>
          </a:prstGeom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68C90A6B-1169-CF13-567C-425DB098762F}"/>
              </a:ext>
            </a:extLst>
          </p:cNvPr>
          <p:cNvCxnSpPr>
            <a:cxnSpLocks/>
          </p:cNvCxnSpPr>
          <p:nvPr/>
        </p:nvCxnSpPr>
        <p:spPr>
          <a:xfrm>
            <a:off x="2893849" y="775108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CA1F2FAE-8B57-0936-8041-655FB74C56F2}"/>
              </a:ext>
            </a:extLst>
          </p:cNvPr>
          <p:cNvSpPr txBox="1"/>
          <p:nvPr/>
        </p:nvSpPr>
        <p:spPr>
          <a:xfrm>
            <a:off x="3024188" y="110786"/>
            <a:ext cx="6143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000000"/>
                </a:solidFill>
                <a:latin typeface="Aptos Narrow" panose="020B0004020202020204" pitchFamily="34" charset="0"/>
              </a:rPr>
              <a:t>MASCOCLINICA- CARTAGENA</a:t>
            </a:r>
          </a:p>
          <a:p>
            <a:r>
              <a:rPr lang="es-MX" dirty="0">
                <a:latin typeface="Franklin Gothic Demi" panose="020B0703020102020204" pitchFamily="34" charset="0"/>
              </a:rPr>
              <a:t>Canal Especializado - Auditoria</a:t>
            </a:r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C7E1F476-1AC5-357A-4BE2-0CDFF2850507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Análisis Material de Video: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23FFA70-4AA2-24C1-069F-6B943C10B4EF}"/>
              </a:ext>
            </a:extLst>
          </p:cNvPr>
          <p:cNvSpPr txBox="1"/>
          <p:nvPr/>
        </p:nvSpPr>
        <p:spPr>
          <a:xfrm>
            <a:off x="3020824" y="3279862"/>
            <a:ext cx="7200000" cy="18158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MX" sz="1600" b="1" dirty="0"/>
              <a:t>Detalle de novedades: </a:t>
            </a:r>
          </a:p>
          <a:p>
            <a:pPr algn="just"/>
            <a:endParaRPr lang="es-MX" sz="16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600" dirty="0"/>
              <a:t>Se evidencia excelente presentación personal, tiene muy claros los infaltables, los porcentajes de participación de la marca, todo está muy organizado y limpio, en general muy bien manejado el PDV.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600" dirty="0"/>
              <a:t>Si bien no se evidencian los precios, es debido al canal del PDV que no lo permite.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9C185CD-5DB2-93ED-6053-E733EB1329BE}"/>
              </a:ext>
            </a:extLst>
          </p:cNvPr>
          <p:cNvSpPr txBox="1"/>
          <p:nvPr/>
        </p:nvSpPr>
        <p:spPr>
          <a:xfrm>
            <a:off x="3020824" y="5242292"/>
            <a:ext cx="720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u="sng" dirty="0">
                <a:hlinkClick r:id="rId3"/>
              </a:rPr>
              <a:t>https://drive.google.com/file/d/1BzS7QrkCaU_H3R6XZKpoOYyhcoUdWpM0/view</a:t>
            </a:r>
            <a:endParaRPr lang="es-CO" u="sng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F3401C4-3EF1-A2C1-FD65-82E50534F12B}"/>
              </a:ext>
            </a:extLst>
          </p:cNvPr>
          <p:cNvSpPr txBox="1"/>
          <p:nvPr/>
        </p:nvSpPr>
        <p:spPr>
          <a:xfrm>
            <a:off x="148165" y="3458396"/>
            <a:ext cx="2432257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1400" u="sng" dirty="0">
                <a:solidFill>
                  <a:schemeClr val="bg1"/>
                </a:solidFill>
                <a:latin typeface="Franklin Gothic Demi" panose="020B0703020102020204" pitchFamily="34" charset="0"/>
              </a:rPr>
              <a:t>RESULTADOS AUDITORIA</a:t>
            </a:r>
            <a:endParaRPr lang="es-CO" sz="1200" u="sng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B1DC120C-F1DB-8A82-48B8-B09C26304767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315162" y="2319406"/>
            <a:ext cx="463336" cy="463336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47435D61-6C46-95F8-7A5F-4204433C3511}"/>
              </a:ext>
            </a:extLst>
          </p:cNvPr>
          <p:cNvSpPr txBox="1"/>
          <p:nvPr/>
        </p:nvSpPr>
        <p:spPr>
          <a:xfrm>
            <a:off x="803315" y="2300278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pdv evaluado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Cartagena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1366B78-3A68-30C7-6E16-FEF08C0C1F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0824" y="994112"/>
            <a:ext cx="7193528" cy="2139202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0BB3A305-3299-A435-93FF-32A97040F73C}"/>
              </a:ext>
            </a:extLst>
          </p:cNvPr>
          <p:cNvSpPr txBox="1"/>
          <p:nvPr/>
        </p:nvSpPr>
        <p:spPr>
          <a:xfrm>
            <a:off x="821331" y="4507458"/>
            <a:ext cx="1085921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Franklin Gothic Demi"/>
              </a:rPr>
              <a:t>100%</a:t>
            </a:r>
            <a:endParaRPr lang="es-CO" sz="2000" b="1" dirty="0">
              <a:solidFill>
                <a:schemeClr val="bg1"/>
              </a:solidFill>
              <a:latin typeface="Franklin Gothic Demi"/>
            </a:endParaRPr>
          </a:p>
        </p:txBody>
      </p:sp>
      <p:graphicFrame>
        <p:nvGraphicFramePr>
          <p:cNvPr id="17" name="Gráfico 16">
            <a:extLst>
              <a:ext uri="{FF2B5EF4-FFF2-40B4-BE49-F238E27FC236}">
                <a16:creationId xmlns:a16="http://schemas.microsoft.com/office/drawing/2014/main" id="{030E887D-DB59-D099-FF58-C15B85DB3F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35853030"/>
              </p:ext>
            </p:extLst>
          </p:nvPr>
        </p:nvGraphicFramePr>
        <p:xfrm>
          <a:off x="315162" y="3965824"/>
          <a:ext cx="1847779" cy="1403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614563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BDA81-7E67-20D2-07F1-F66B7E65C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535E8222-C1C6-18CA-C525-73654A76D17D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BE435962-EC1D-78A9-248D-800CD3E528F7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90CC7BA8-462E-3CE8-E3A4-EA533E1CD942}"/>
              </a:ext>
            </a:extLst>
          </p:cNvPr>
          <p:cNvSpPr txBox="1"/>
          <p:nvPr/>
        </p:nvSpPr>
        <p:spPr>
          <a:xfrm>
            <a:off x="2877350" y="114934"/>
            <a:ext cx="5842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000000"/>
                </a:solidFill>
                <a:latin typeface="Aptos Narrow" panose="020B0004020202020204" pitchFamily="34" charset="0"/>
              </a:rPr>
              <a:t>LAIKA CHIA - </a:t>
            </a:r>
            <a:r>
              <a:rPr lang="es-MX" sz="1800" b="1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BOGOTA</a:t>
            </a:r>
            <a:br>
              <a:rPr lang="es-MX" dirty="0">
                <a:latin typeface="Franklin Gothic Demi" panose="020B0703020102020204" pitchFamily="34" charset="0"/>
              </a:rPr>
            </a:br>
            <a:r>
              <a:rPr lang="es-MX" dirty="0">
                <a:latin typeface="Franklin Gothic Demi" panose="020B0703020102020204" pitchFamily="34" charset="0"/>
              </a:rPr>
              <a:t>Canal Especializado</a:t>
            </a:r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BF0B0BC-435B-DBB6-2746-CC63F3DEAFD1}"/>
              </a:ext>
            </a:extLst>
          </p:cNvPr>
          <p:cNvSpPr txBox="1"/>
          <p:nvPr/>
        </p:nvSpPr>
        <p:spPr>
          <a:xfrm>
            <a:off x="7966173" y="2051767"/>
            <a:ext cx="3818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s-MX" sz="1400" b="0" i="0" dirty="0">
                <a:solidFill>
                  <a:srgbClr val="0D0D0D"/>
                </a:solidFill>
                <a:effectLst/>
                <a:latin typeface="ui-sans-serif"/>
              </a:rPr>
            </a:br>
            <a:endParaRPr lang="es-MX" sz="1400" dirty="0">
              <a:solidFill>
                <a:srgbClr val="0D0D0D"/>
              </a:solidFill>
              <a:latin typeface="ui-sans-serif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918D1376-9561-828A-CF36-824547D07522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Soporte Video – Visitas no Efectivas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C36C4AD-C372-41E2-ECDF-7124B0517EF8}"/>
              </a:ext>
            </a:extLst>
          </p:cNvPr>
          <p:cNvSpPr txBox="1"/>
          <p:nvPr/>
        </p:nvSpPr>
        <p:spPr>
          <a:xfrm>
            <a:off x="2877350" y="3058766"/>
            <a:ext cx="75857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u="sng" dirty="0">
                <a:hlinkClick r:id="rId2"/>
              </a:rPr>
              <a:t>https://drive.google.com/file/d/1GOutobTfOduteqbdqNfYySEcqSOlKbn-/view</a:t>
            </a:r>
            <a:endParaRPr lang="es-CO" u="sng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222933C-BA12-E063-5BCF-E0BE2956583D}"/>
              </a:ext>
            </a:extLst>
          </p:cNvPr>
          <p:cNvSpPr txBox="1"/>
          <p:nvPr/>
        </p:nvSpPr>
        <p:spPr>
          <a:xfrm>
            <a:off x="2877350" y="2282599"/>
            <a:ext cx="7585784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sz="1600" dirty="0"/>
              <a:t>SE REALIZA LA VISITA SEGUN CRONOGRAMA INDICAN QUE LA MERCADERISTA ESTA DE VACACIONES POR ENDE NO SE LOGRA REALIZAR LA AUDITORIA</a:t>
            </a:r>
          </a:p>
        </p:txBody>
      </p:sp>
      <p:pic>
        <p:nvPicPr>
          <p:cNvPr id="2" name="Imagen 1" descr="Icono&#10;&#10;Descripción generada automáticamente">
            <a:extLst>
              <a:ext uri="{FF2B5EF4-FFF2-40B4-BE49-F238E27FC236}">
                <a16:creationId xmlns:a16="http://schemas.microsoft.com/office/drawing/2014/main" id="{7CB25710-62D1-D60E-F4F8-346AD4010F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34" y="3186414"/>
            <a:ext cx="2560659" cy="485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159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2990C-5F5B-674D-E734-2D19DE5A4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193856FB-3977-B393-ACB0-5EEC47021706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0CF08A25-4EEF-A06F-8416-77F92F479AF4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45E01CB2-7ED7-CEE3-6ED6-1BBA43CC1EF5}"/>
              </a:ext>
            </a:extLst>
          </p:cNvPr>
          <p:cNvSpPr txBox="1"/>
          <p:nvPr/>
        </p:nvSpPr>
        <p:spPr>
          <a:xfrm>
            <a:off x="2877350" y="114934"/>
            <a:ext cx="5842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latin typeface="Franklin Gothic Demi" panose="020B0703020102020204" pitchFamily="34" charset="0"/>
              </a:rPr>
              <a:t>GRANERO DE PAUL - CALI</a:t>
            </a:r>
            <a:br>
              <a:rPr lang="es-MX" dirty="0">
                <a:latin typeface="Franklin Gothic Demi" panose="020B0703020102020204" pitchFamily="34" charset="0"/>
              </a:rPr>
            </a:br>
            <a:r>
              <a:rPr lang="es-MX" dirty="0">
                <a:latin typeface="Franklin Gothic Demi" panose="020B0703020102020204" pitchFamily="34" charset="0"/>
              </a:rPr>
              <a:t>Canal Tradicional</a:t>
            </a:r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0735A0A7-43FF-F5B9-7651-CF6FAA20E963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Soporte Video – Visitas no Efectivas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86F0888-5E27-713B-1857-BD0F78FCE666}"/>
              </a:ext>
            </a:extLst>
          </p:cNvPr>
          <p:cNvSpPr txBox="1"/>
          <p:nvPr/>
        </p:nvSpPr>
        <p:spPr>
          <a:xfrm>
            <a:off x="2877350" y="3644177"/>
            <a:ext cx="758578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u="sng" dirty="0">
                <a:hlinkClick r:id="rId2"/>
              </a:rPr>
              <a:t>https://drive.google.com/file/d/1_EiPsOIOHZXqxFh1vWutLZ6Pihybf6sx/view</a:t>
            </a:r>
            <a:endParaRPr lang="es-CO" u="sng" dirty="0"/>
          </a:p>
          <a:p>
            <a:endParaRPr lang="es-CO" u="sng" dirty="0"/>
          </a:p>
          <a:p>
            <a:r>
              <a:rPr lang="es-CO" dirty="0">
                <a:hlinkClick r:id="rId3"/>
              </a:rPr>
              <a:t>https://drive.google.com/file/d/1PhZQz5lgHrUnVFxdChEOqDZ7hgATuDGS/view</a:t>
            </a:r>
            <a:endParaRPr lang="es-CO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3F78E47-312C-F2CF-99FD-7B996F479A9B}"/>
              </a:ext>
            </a:extLst>
          </p:cNvPr>
          <p:cNvSpPr txBox="1"/>
          <p:nvPr/>
        </p:nvSpPr>
        <p:spPr>
          <a:xfrm>
            <a:off x="2877350" y="2206169"/>
            <a:ext cx="7585784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sz="1600" dirty="0"/>
              <a:t>SE LLEGA AL GRANERO PAUL A LA 13:41 SE PREGUNTA POR LA MK DE PURINA MANIFIESTAN QUE NO SABEN NADA DE ELLA SE ESPERA POR 40 MINUTOS Y NO LLEGA.</a:t>
            </a:r>
          </a:p>
          <a:p>
            <a:r>
              <a:rPr lang="es-ES" sz="1600" dirty="0"/>
              <a:t>SE REPORTA EN EL GRUPO DE PURINA, PERO NO RESPONDIERON NINGUNA NOVEDAD</a:t>
            </a:r>
            <a:endParaRPr lang="es-MX" sz="1600" dirty="0">
              <a:highlight>
                <a:srgbClr val="C0C0C0"/>
              </a:highlight>
            </a:endParaRPr>
          </a:p>
        </p:txBody>
      </p:sp>
      <p:pic>
        <p:nvPicPr>
          <p:cNvPr id="5" name="Imagen 4" descr="Icono&#10;&#10;Descripción generada automáticamente">
            <a:extLst>
              <a:ext uri="{FF2B5EF4-FFF2-40B4-BE49-F238E27FC236}">
                <a16:creationId xmlns:a16="http://schemas.microsoft.com/office/drawing/2014/main" id="{5EB6B137-483B-CC1C-6CC6-7C51A6EA20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34" y="3186414"/>
            <a:ext cx="2560659" cy="485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796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DE534D02-B8C7-B74F-CB12-01F23F1DF649}"/>
              </a:ext>
            </a:extLst>
          </p:cNvPr>
          <p:cNvSpPr/>
          <p:nvPr/>
        </p:nvSpPr>
        <p:spPr>
          <a:xfrm>
            <a:off x="0" y="0"/>
            <a:ext cx="3047999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5" name="Imagen 4" descr="Icono&#10;&#10;Descripción generada automáticamente">
            <a:extLst>
              <a:ext uri="{FF2B5EF4-FFF2-40B4-BE49-F238E27FC236}">
                <a16:creationId xmlns:a16="http://schemas.microsoft.com/office/drawing/2014/main" id="{5A0D168E-1DD6-DBBA-D591-BCE26B9FEB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97" y="1512616"/>
            <a:ext cx="2560659" cy="485171"/>
          </a:xfrm>
          <a:prstGeom prst="rect">
            <a:avLst/>
          </a:prstGeom>
        </p:spPr>
      </p:pic>
      <p:pic>
        <p:nvPicPr>
          <p:cNvPr id="15" name="Imagen 14" descr="Un perro sentado en el suelo&#10;&#10;El contenido generado por IA puede ser incorrecto.">
            <a:extLst>
              <a:ext uri="{FF2B5EF4-FFF2-40B4-BE49-F238E27FC236}">
                <a16:creationId xmlns:a16="http://schemas.microsoft.com/office/drawing/2014/main" id="{5A180245-F026-E164-C1D0-FEAD3A5BE1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0"/>
            <a:ext cx="9144000" cy="6858000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CAD1F5A1-A45B-7474-6EF8-7CEEC5771C78}"/>
              </a:ext>
            </a:extLst>
          </p:cNvPr>
          <p:cNvSpPr txBox="1"/>
          <p:nvPr/>
        </p:nvSpPr>
        <p:spPr>
          <a:xfrm>
            <a:off x="88425" y="2828835"/>
            <a:ext cx="279633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b="1" dirty="0">
                <a:solidFill>
                  <a:schemeClr val="bg1"/>
                </a:solidFill>
                <a:latin typeface="ui-sans-serif"/>
              </a:rPr>
              <a:t>INFORME MENSUAL </a:t>
            </a:r>
          </a:p>
          <a:p>
            <a:pPr algn="ctr"/>
            <a:r>
              <a:rPr lang="es-MX" sz="2400" b="1" dirty="0">
                <a:solidFill>
                  <a:schemeClr val="bg1"/>
                </a:solidFill>
                <a:latin typeface="ui-sans-serif"/>
              </a:rPr>
              <a:t>MISTERY </a:t>
            </a:r>
          </a:p>
          <a:p>
            <a:pPr algn="ctr"/>
            <a:r>
              <a:rPr lang="es-MX" sz="2400" b="1" dirty="0">
                <a:solidFill>
                  <a:schemeClr val="bg1"/>
                </a:solidFill>
                <a:latin typeface="ui-sans-serif"/>
              </a:rPr>
              <a:t>- Marzo 2026 - </a:t>
            </a:r>
            <a:endParaRPr lang="es-CO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4772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0E282-9F63-9DF6-BA90-42CB173E7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F155CB5D-BA0C-CAF7-2F0F-4394F9AD5844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AF66B9E6-5CEA-0421-DFAD-B5F1900EB6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3" y="326341"/>
            <a:ext cx="2560659" cy="485171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916EE9CB-71E5-9AFE-8E7A-1A74FD75F23B}"/>
              </a:ext>
            </a:extLst>
          </p:cNvPr>
          <p:cNvSpPr txBox="1"/>
          <p:nvPr/>
        </p:nvSpPr>
        <p:spPr>
          <a:xfrm>
            <a:off x="2787898" y="1016734"/>
            <a:ext cx="849566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300" dirty="0"/>
              <a:t>El mystery shopper de forma critica evaluó KPIS específicos de la gestión a través de una encuesta, en la cual cada pregunta fue clusterizada y punteada de la siguiente manera:</a:t>
            </a:r>
            <a:endParaRPr lang="es-CO" sz="1300" dirty="0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D3A27C6F-099B-23E2-0FBF-C940DFCE3880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FBD11828-949C-D2F6-7826-69821A46DC57}"/>
              </a:ext>
            </a:extLst>
          </p:cNvPr>
          <p:cNvSpPr/>
          <p:nvPr/>
        </p:nvSpPr>
        <p:spPr>
          <a:xfrm>
            <a:off x="9710531" y="568926"/>
            <a:ext cx="2126974" cy="395160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/>
              <a:t>DATOS DE EJECUCION</a:t>
            </a:r>
            <a:endParaRPr lang="es-CO" sz="1400" b="1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1D4B4EC2-2B82-9176-5626-2B64202C2BEA}"/>
              </a:ext>
            </a:extLst>
          </p:cNvPr>
          <p:cNvSpPr txBox="1"/>
          <p:nvPr/>
        </p:nvSpPr>
        <p:spPr>
          <a:xfrm>
            <a:off x="2990334" y="200555"/>
            <a:ext cx="4288100" cy="6155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b="1" dirty="0"/>
              <a:t>MYSTERY SHOPPER</a:t>
            </a:r>
          </a:p>
          <a:p>
            <a:r>
              <a:rPr lang="es-MX" sz="1600" dirty="0"/>
              <a:t>Marzo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55A1899-F51E-9451-B8A7-0A68A2BA8466}"/>
              </a:ext>
            </a:extLst>
          </p:cNvPr>
          <p:cNvSpPr txBox="1"/>
          <p:nvPr/>
        </p:nvSpPr>
        <p:spPr>
          <a:xfrm>
            <a:off x="2787898" y="3318570"/>
            <a:ext cx="828429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200" b="1" dirty="0">
                <a:solidFill>
                  <a:srgbClr val="C00000"/>
                </a:solidFill>
              </a:rPr>
              <a:t>Descripción por  Clúster evaluado</a:t>
            </a:r>
            <a:r>
              <a:rPr lang="es-MX" sz="1200" dirty="0">
                <a:solidFill>
                  <a:srgbClr val="C00000"/>
                </a:solidFill>
              </a:rPr>
              <a:t>:</a:t>
            </a:r>
          </a:p>
          <a:p>
            <a:pPr algn="just"/>
            <a:endParaRPr lang="es-MX" sz="500" dirty="0">
              <a:solidFill>
                <a:srgbClr val="C00000"/>
              </a:solidFill>
            </a:endParaRPr>
          </a:p>
          <a:p>
            <a:pPr algn="just"/>
            <a:r>
              <a:rPr lang="es-MX" sz="1200" b="1" dirty="0"/>
              <a:t>PORTAFOLIO Y MANEJO DE OBJECIONES: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MX" sz="1200" dirty="0"/>
              <a:t>Se debe indagar sobre las necesidades del cliente con respecto a su consumo habitual, ya sean marcas propias o de la competencia.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MX" sz="1200" dirty="0"/>
              <a:t>Capacidad de atención a objeciones del mystery shopper ofreciendo los productos en orden de segmentación.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MX" sz="1200" u="sng" dirty="0"/>
              <a:t>Especializado:</a:t>
            </a:r>
            <a:r>
              <a:rPr lang="es-MX" sz="1200" dirty="0"/>
              <a:t> Comunica la actividad PRO PLAN y frente a objeción ofrecimiento de Marca Excellent.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MX" sz="1200" u="sng" dirty="0"/>
              <a:t>Moderno</a:t>
            </a:r>
            <a:r>
              <a:rPr lang="es-MX" sz="1200" dirty="0"/>
              <a:t>: Ofrecimiento de Dog Chow o Cat Chow como primera opción, ofrecimiento de alimento húmedo de Dog Chow y Félix.</a:t>
            </a:r>
          </a:p>
          <a:p>
            <a:pPr algn="just"/>
            <a:endParaRPr lang="es-MX" sz="500" dirty="0"/>
          </a:p>
          <a:p>
            <a:pPr algn="just"/>
            <a:endParaRPr lang="es-MX" sz="1200" b="1" dirty="0"/>
          </a:p>
          <a:p>
            <a:pPr algn="just"/>
            <a:r>
              <a:rPr lang="es-MX" sz="1200" b="1" dirty="0"/>
              <a:t>ABORDAJE: </a:t>
            </a:r>
            <a:r>
              <a:rPr lang="es-MX" sz="1200" dirty="0"/>
              <a:t>Se debe realizar un abordaje proactivo en pdv (inferior a 1 min) </a:t>
            </a:r>
          </a:p>
          <a:p>
            <a:pPr algn="just"/>
            <a:endParaRPr lang="es-MX" sz="1200" b="1" dirty="0"/>
          </a:p>
          <a:p>
            <a:pPr algn="just"/>
            <a:r>
              <a:rPr lang="es-MX" sz="1200" b="1" dirty="0"/>
              <a:t>HORARIO: </a:t>
            </a:r>
            <a:r>
              <a:rPr lang="es-MX" sz="1200" dirty="0"/>
              <a:t>El asesor debe estar presente en pdv en los turnos compartidos por malla horaria. </a:t>
            </a:r>
          </a:p>
          <a:p>
            <a:pPr algn="just"/>
            <a:endParaRPr lang="es-MX" sz="500" dirty="0"/>
          </a:p>
          <a:p>
            <a:pPr algn="just"/>
            <a:r>
              <a:rPr lang="es-MX" sz="1200" b="1" dirty="0"/>
              <a:t>LABOR DE VENTA:</a:t>
            </a:r>
            <a:r>
              <a:rPr lang="es-MX" sz="1200" dirty="0"/>
              <a:t> El asesor debe realizar un speech que incentive la compra de producto al mystery shopper. </a:t>
            </a:r>
          </a:p>
          <a:p>
            <a:pPr algn="just"/>
            <a:endParaRPr lang="es-MX" sz="500" dirty="0"/>
          </a:p>
          <a:p>
            <a:pPr algn="just"/>
            <a:r>
              <a:rPr lang="es-MX" sz="1200" b="1" dirty="0"/>
              <a:t>UNIFORME: 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s-MX" sz="1200" dirty="0"/>
              <a:t>Cumple con el código de vestimenta, limpios y en buen estado: Pantalón, Camisa, calzado.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s-MX" sz="1200" dirty="0"/>
              <a:t>Cabello limpio, organizado y recogido.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s-MX" sz="1200" dirty="0"/>
              <a:t>No exceso de maquillaje, accesorios no propios del uniforme, tatuajes, piercings, uñas desarregladas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1CB4B897-BD9D-FD79-10CF-D6D3A0F701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1340" y="1665366"/>
            <a:ext cx="3794721" cy="1490374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81FE9502-6EA2-6ECC-1050-E1D15CE3862F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485361" y="2590093"/>
            <a:ext cx="463336" cy="463336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9D2E08F5-B510-FE06-B41E-4FB7DF273523}"/>
              </a:ext>
            </a:extLst>
          </p:cNvPr>
          <p:cNvSpPr txBox="1"/>
          <p:nvPr/>
        </p:nvSpPr>
        <p:spPr>
          <a:xfrm>
            <a:off x="973514" y="2570965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 3 Mystery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Barranquilla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20E2930-599A-7419-C11D-C0E4A40A6375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480689" y="3307226"/>
            <a:ext cx="463336" cy="463336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EE239DFB-2386-4AB7-F74B-4DD809211AF4}"/>
              </a:ext>
            </a:extLst>
          </p:cNvPr>
          <p:cNvSpPr txBox="1"/>
          <p:nvPr/>
        </p:nvSpPr>
        <p:spPr>
          <a:xfrm>
            <a:off x="968842" y="3288098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Mystery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Medellín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2D140C20-01C3-7105-AB68-98051006E0EC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480689" y="4100546"/>
            <a:ext cx="463336" cy="463336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2831277D-D2C9-EB04-036B-06276EE82E92}"/>
              </a:ext>
            </a:extLst>
          </p:cNvPr>
          <p:cNvSpPr txBox="1"/>
          <p:nvPr/>
        </p:nvSpPr>
        <p:spPr>
          <a:xfrm>
            <a:off x="968842" y="4081418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3 Mystery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Bogotá</a:t>
            </a:r>
            <a:endParaRPr lang="es-CO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8814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E148BC7B-FA01-522B-AFFE-4B9D33C4532B}"/>
              </a:ext>
            </a:extLst>
          </p:cNvPr>
          <p:cNvSpPr/>
          <p:nvPr/>
        </p:nvSpPr>
        <p:spPr>
          <a:xfrm>
            <a:off x="-41188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CA0D3349-9D68-E2A3-5D11-A671C433FF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3" y="326341"/>
            <a:ext cx="2560659" cy="485171"/>
          </a:xfrm>
          <a:prstGeom prst="rect">
            <a:avLst/>
          </a:prstGeom>
        </p:spPr>
      </p:pic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5F0D9E00-62B8-F581-08CE-1657F389A062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C8923BB3-648E-8035-B4BA-B1B176CC9BA6}"/>
              </a:ext>
            </a:extLst>
          </p:cNvPr>
          <p:cNvSpPr/>
          <p:nvPr/>
        </p:nvSpPr>
        <p:spPr>
          <a:xfrm>
            <a:off x="9710531" y="568926"/>
            <a:ext cx="2126974" cy="395160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/>
              <a:t>DATOS DE EJECUCION</a:t>
            </a:r>
            <a:endParaRPr lang="es-CO" sz="1400" b="1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517A915-85AE-5FA2-8B73-8C6D4927CC78}"/>
              </a:ext>
            </a:extLst>
          </p:cNvPr>
          <p:cNvSpPr txBox="1"/>
          <p:nvPr/>
        </p:nvSpPr>
        <p:spPr>
          <a:xfrm>
            <a:off x="2749334" y="1418811"/>
            <a:ext cx="8652072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/>
              <a:t>Se logran impactar un total de 7 </a:t>
            </a:r>
            <a:r>
              <a:rPr lang="es-MX" sz="1600" dirty="0" err="1"/>
              <a:t>pdv</a:t>
            </a:r>
            <a:r>
              <a:rPr lang="es-MX" sz="1600" dirty="0"/>
              <a:t> con 7 mysterys efectivos.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/>
              <a:t>Detalle de la ejecución por ciudad de acuerdo con los objetivos propuestos:</a:t>
            </a:r>
            <a:br>
              <a:rPr lang="es-MX" sz="1600" dirty="0"/>
            </a:br>
            <a:endParaRPr lang="es-MX" sz="16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14FA1C8-16CE-F1F1-0F72-53231C1F0B27}"/>
              </a:ext>
            </a:extLst>
          </p:cNvPr>
          <p:cNvSpPr txBox="1"/>
          <p:nvPr/>
        </p:nvSpPr>
        <p:spPr>
          <a:xfrm>
            <a:off x="2990334" y="200555"/>
            <a:ext cx="4288100" cy="6155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b="1" dirty="0"/>
              <a:t>MYSTERY SHOPPER</a:t>
            </a:r>
          </a:p>
          <a:p>
            <a:r>
              <a:rPr lang="es-MX" sz="1600" dirty="0"/>
              <a:t>Marzo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7B2F1295-C3EC-2E92-15E0-706EACA2C06F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485361" y="2590093"/>
            <a:ext cx="463336" cy="463336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3DA35160-AF92-9354-CBDF-6C603BE8F671}"/>
              </a:ext>
            </a:extLst>
          </p:cNvPr>
          <p:cNvSpPr txBox="1"/>
          <p:nvPr/>
        </p:nvSpPr>
        <p:spPr>
          <a:xfrm>
            <a:off x="973514" y="2570965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 3 Mystery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Barranquilla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21669286-61E7-5703-1C1A-367F06F299E6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480689" y="3307226"/>
            <a:ext cx="463336" cy="463336"/>
          </a:xfrm>
          <a:prstGeom prst="rect">
            <a:avLst/>
          </a:prstGeom>
        </p:spPr>
      </p:pic>
      <p:sp>
        <p:nvSpPr>
          <p:cNvPr id="23" name="CuadroTexto 22">
            <a:extLst>
              <a:ext uri="{FF2B5EF4-FFF2-40B4-BE49-F238E27FC236}">
                <a16:creationId xmlns:a16="http://schemas.microsoft.com/office/drawing/2014/main" id="{BA37FB89-16AD-28F3-5348-58A8F92143CD}"/>
              </a:ext>
            </a:extLst>
          </p:cNvPr>
          <p:cNvSpPr txBox="1"/>
          <p:nvPr/>
        </p:nvSpPr>
        <p:spPr>
          <a:xfrm>
            <a:off x="968842" y="3288098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Mystery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Medellín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72DA5227-58EC-8503-67BA-7603D4653082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480689" y="4100546"/>
            <a:ext cx="463336" cy="463336"/>
          </a:xfrm>
          <a:prstGeom prst="rect">
            <a:avLst/>
          </a:prstGeom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FFBA5F60-5C96-260B-5E55-636D9A7F21F9}"/>
              </a:ext>
            </a:extLst>
          </p:cNvPr>
          <p:cNvSpPr txBox="1"/>
          <p:nvPr/>
        </p:nvSpPr>
        <p:spPr>
          <a:xfrm>
            <a:off x="968842" y="4081418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3 Mystery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Bogotá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8AEF64B4-A46C-46B2-ADBA-E7E744BC4A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7350" y="2570965"/>
            <a:ext cx="8718118" cy="1714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735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4B7A4-7FEE-C255-C88E-6291B7C18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EDDB5FB5-DBA7-32AF-7850-44C9AB95377D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7BFBC2EA-2855-C20B-54D3-EB6BED5DC4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3" y="182372"/>
            <a:ext cx="2560659" cy="485171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AAF4DEE6-769C-B912-0714-4AF45BCDF5A3}"/>
              </a:ext>
            </a:extLst>
          </p:cNvPr>
          <p:cNvSpPr txBox="1"/>
          <p:nvPr/>
        </p:nvSpPr>
        <p:spPr>
          <a:xfrm>
            <a:off x="2946880" y="852225"/>
            <a:ext cx="7966992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1600" dirty="0"/>
              <a:t>Evaluando los pdv se obtiene un resultado del Mystery de un 95% frente a los KPIS propuestos de gestión.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BD04800E-534E-910F-993C-E2246B4B7515}"/>
              </a:ext>
            </a:extLst>
          </p:cNvPr>
          <p:cNvCxnSpPr>
            <a:cxnSpLocks/>
          </p:cNvCxnSpPr>
          <p:nvPr/>
        </p:nvCxnSpPr>
        <p:spPr>
          <a:xfrm>
            <a:off x="2877350" y="66927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281AFCE6-2261-7527-935F-42662EFC9A0D}"/>
              </a:ext>
            </a:extLst>
          </p:cNvPr>
          <p:cNvSpPr/>
          <p:nvPr/>
        </p:nvSpPr>
        <p:spPr>
          <a:xfrm>
            <a:off x="9531626" y="486320"/>
            <a:ext cx="2335696" cy="293097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RESULTADOS OBTENIDOS</a:t>
            </a:r>
            <a:endParaRPr lang="es-CO" sz="1400" b="1" dirty="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29C5ECE4-EA9C-AB55-6217-E09024B4BBC3}"/>
              </a:ext>
            </a:extLst>
          </p:cNvPr>
          <p:cNvSpPr txBox="1"/>
          <p:nvPr/>
        </p:nvSpPr>
        <p:spPr>
          <a:xfrm>
            <a:off x="1072581" y="5706322"/>
            <a:ext cx="1085921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Franklin Gothic Demi"/>
              </a:rPr>
              <a:t>95%</a:t>
            </a:r>
            <a:endParaRPr lang="es-CO" sz="2000" b="1" dirty="0">
              <a:solidFill>
                <a:schemeClr val="bg1"/>
              </a:solidFill>
              <a:latin typeface="Franklin Gothic Demi"/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E05B9B16-CC31-890A-EB18-C198391ACA87}"/>
              </a:ext>
            </a:extLst>
          </p:cNvPr>
          <p:cNvSpPr txBox="1"/>
          <p:nvPr/>
        </p:nvSpPr>
        <p:spPr>
          <a:xfrm>
            <a:off x="168630" y="4885530"/>
            <a:ext cx="2432257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1400" u="sng" dirty="0">
                <a:solidFill>
                  <a:schemeClr val="bg1"/>
                </a:solidFill>
                <a:latin typeface="Franklin Gothic Demi" panose="020B0703020102020204" pitchFamily="34" charset="0"/>
              </a:rPr>
              <a:t>RESULTADOS MYSTERY</a:t>
            </a:r>
            <a:endParaRPr lang="es-CO" sz="1200" u="sng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A99E943-61C2-001F-2E86-6BB504A8BCA5}"/>
              </a:ext>
            </a:extLst>
          </p:cNvPr>
          <p:cNvSpPr txBox="1"/>
          <p:nvPr/>
        </p:nvSpPr>
        <p:spPr>
          <a:xfrm>
            <a:off x="2946880" y="66181"/>
            <a:ext cx="4288100" cy="6155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b="1" dirty="0"/>
              <a:t>MYSTERY PURINA</a:t>
            </a:r>
          </a:p>
          <a:p>
            <a:r>
              <a:rPr lang="es-MX" sz="1600" dirty="0"/>
              <a:t>Marzo</a:t>
            </a:r>
            <a:endParaRPr lang="es-CO" sz="1600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6FA386-4DA2-F905-4FF4-15EB8127A018}"/>
              </a:ext>
            </a:extLst>
          </p:cNvPr>
          <p:cNvSpPr txBox="1"/>
          <p:nvPr/>
        </p:nvSpPr>
        <p:spPr>
          <a:xfrm>
            <a:off x="2946879" y="5539275"/>
            <a:ext cx="8695924" cy="83099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MX" sz="1600" dirty="0"/>
              <a:t>Las novedades identificadas se presentan en el clúster de portafolio y manejo de objeciones, específicamente en el no ofrecimiento de alimentos húmedos o de las referencias correspondientes al canal del PDV.</a:t>
            </a:r>
            <a:endParaRPr lang="es-MX" sz="1600" dirty="0">
              <a:highlight>
                <a:srgbClr val="FFFF00"/>
              </a:highlight>
              <a:latin typeface="+mj-lt"/>
            </a:endParaRPr>
          </a:p>
        </p:txBody>
      </p:sp>
      <p:graphicFrame>
        <p:nvGraphicFramePr>
          <p:cNvPr id="21" name="Gráfico 20">
            <a:extLst>
              <a:ext uri="{FF2B5EF4-FFF2-40B4-BE49-F238E27FC236}">
                <a16:creationId xmlns:a16="http://schemas.microsoft.com/office/drawing/2014/main" id="{9953217C-18DA-CBB4-48A3-E9B18F1945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66512218"/>
              </p:ext>
            </p:extLst>
          </p:nvPr>
        </p:nvGraphicFramePr>
        <p:xfrm>
          <a:off x="414374" y="5204672"/>
          <a:ext cx="1847779" cy="1403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2" name="Imagen 1">
            <a:extLst>
              <a:ext uri="{FF2B5EF4-FFF2-40B4-BE49-F238E27FC236}">
                <a16:creationId xmlns:a16="http://schemas.microsoft.com/office/drawing/2014/main" id="{46E1F25A-75E5-022A-BF3E-7F1E7C0EF865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75000"/>
          </a:blip>
          <a:stretch>
            <a:fillRect/>
          </a:stretch>
        </p:blipFill>
        <p:spPr>
          <a:xfrm>
            <a:off x="485361" y="2590093"/>
            <a:ext cx="463336" cy="463336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D4F09B62-8B65-16B4-BBE2-F317CE48CCC8}"/>
              </a:ext>
            </a:extLst>
          </p:cNvPr>
          <p:cNvSpPr txBox="1"/>
          <p:nvPr/>
        </p:nvSpPr>
        <p:spPr>
          <a:xfrm>
            <a:off x="973514" y="2570965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 3 Mystery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Barranquilla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84134B20-67D8-A5BA-0028-8A03A349608B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75000"/>
          </a:blip>
          <a:stretch>
            <a:fillRect/>
          </a:stretch>
        </p:blipFill>
        <p:spPr>
          <a:xfrm>
            <a:off x="480689" y="3307226"/>
            <a:ext cx="463336" cy="463336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E56A2043-685C-810D-C734-76611A2836A8}"/>
              </a:ext>
            </a:extLst>
          </p:cNvPr>
          <p:cNvSpPr txBox="1"/>
          <p:nvPr/>
        </p:nvSpPr>
        <p:spPr>
          <a:xfrm>
            <a:off x="968842" y="3288098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Mystery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Medellín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49675203-3D4C-51D4-0B9C-EECC0EF882D4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75000"/>
          </a:blip>
          <a:stretch>
            <a:fillRect/>
          </a:stretch>
        </p:blipFill>
        <p:spPr>
          <a:xfrm>
            <a:off x="480689" y="4100546"/>
            <a:ext cx="463336" cy="463336"/>
          </a:xfrm>
          <a:prstGeom prst="rect">
            <a:avLst/>
          </a:prstGeom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3C927B4E-FE16-1F09-5868-6943A8CD700D}"/>
              </a:ext>
            </a:extLst>
          </p:cNvPr>
          <p:cNvSpPr txBox="1"/>
          <p:nvPr/>
        </p:nvSpPr>
        <p:spPr>
          <a:xfrm>
            <a:off x="968842" y="4081418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3 Mystery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Bogotá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B559AF58-44CF-2554-60DE-13DA2A6CAE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6879" y="1488575"/>
            <a:ext cx="8262764" cy="1904400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1178CFE6-10C4-8C40-9E95-E1B24B66EF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46879" y="3463004"/>
            <a:ext cx="8262764" cy="190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3498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C2ECE-B13F-970C-FBC8-3B7945198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005C490F-6124-9A31-37E1-1F82D5DAAA86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174BCBB5-D4EE-3CF3-7BF0-1DF6D1A212AC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0E2745FE-A0F9-27E0-71F2-773BAF3F720B}"/>
              </a:ext>
            </a:extLst>
          </p:cNvPr>
          <p:cNvSpPr txBox="1"/>
          <p:nvPr/>
        </p:nvSpPr>
        <p:spPr>
          <a:xfrm>
            <a:off x="2860851" y="165181"/>
            <a:ext cx="74925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000000"/>
                </a:solidFill>
                <a:latin typeface="Aptos Narrow" panose="020B0004020202020204" pitchFamily="34" charset="0"/>
              </a:rPr>
              <a:t>OLIMPICA STO 054 VILLA CAMPESTRE TAJAMARES </a:t>
            </a:r>
            <a:r>
              <a:rPr lang="es-MX" sz="1800" b="1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- BARRANQUILLA</a:t>
            </a:r>
            <a:br>
              <a:rPr lang="es-MX" dirty="0">
                <a:latin typeface="Franklin Gothic Demi" panose="020B0703020102020204" pitchFamily="34" charset="0"/>
              </a:rPr>
            </a:br>
            <a:r>
              <a:rPr lang="es-MX" dirty="0">
                <a:latin typeface="Franklin Gothic Demi" panose="020B0703020102020204" pitchFamily="34" charset="0"/>
              </a:rPr>
              <a:t>Canal </a:t>
            </a:r>
            <a:r>
              <a:rPr lang="es-ES" dirty="0">
                <a:latin typeface="Franklin Gothic Demi" panose="020B0703020102020204" pitchFamily="34" charset="0"/>
              </a:rPr>
              <a:t>Moderno</a:t>
            </a:r>
            <a:endParaRPr lang="es-CO" dirty="0">
              <a:latin typeface="Franklin Gothic Demi" panose="020B0703020102020204" pitchFamily="34" charset="0"/>
            </a:endParaRPr>
          </a:p>
          <a:p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A5A37219-4E80-AFD6-6C54-80902834497A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Análisis Material de Video: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49F2CA2-9CE3-D419-32BB-88B456FF0B65}"/>
              </a:ext>
            </a:extLst>
          </p:cNvPr>
          <p:cNvSpPr txBox="1"/>
          <p:nvPr/>
        </p:nvSpPr>
        <p:spPr>
          <a:xfrm>
            <a:off x="3020834" y="3322958"/>
            <a:ext cx="65278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u="sng" dirty="0">
                <a:hlinkClick r:id="rId2"/>
              </a:rPr>
              <a:t>https://drive.google.com/file/d/1uWOqjDHUfa2cxaBQMP-iAHE7PtAuzKt8/view</a:t>
            </a:r>
            <a:endParaRPr lang="es-CO" u="sng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0A34FFA-D8B6-B012-9C6B-FFF26F57682C}"/>
              </a:ext>
            </a:extLst>
          </p:cNvPr>
          <p:cNvSpPr txBox="1"/>
          <p:nvPr/>
        </p:nvSpPr>
        <p:spPr>
          <a:xfrm>
            <a:off x="3020834" y="4094081"/>
            <a:ext cx="6527898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600" b="1" dirty="0"/>
              <a:t>Detalle de novedades: </a:t>
            </a:r>
          </a:p>
          <a:p>
            <a:endParaRPr lang="es-MX" sz="1600" dirty="0">
              <a:latin typeface="+mj-lt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s-MX" sz="1600" dirty="0"/>
              <a:t>Se evidencia excelente presentación personal, realiza abordaje proactivo, de acuerdo a las necesidades del cliente hace ofrecimiento correcto de los productos de la marca, conoce las dinámicas del PDV,  en general muy buena labor de venta.</a:t>
            </a:r>
          </a:p>
        </p:txBody>
      </p:sp>
      <p:pic>
        <p:nvPicPr>
          <p:cNvPr id="6" name="Imagen 5" descr="Icono&#10;&#10;Descripción generada automáticamente">
            <a:extLst>
              <a:ext uri="{FF2B5EF4-FFF2-40B4-BE49-F238E27FC236}">
                <a16:creationId xmlns:a16="http://schemas.microsoft.com/office/drawing/2014/main" id="{63C17357-0230-100E-48E4-3703AFE108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34" y="3186414"/>
            <a:ext cx="2560659" cy="485171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0E817EA1-A0D5-7B29-17C2-4283AFCEAAC6}"/>
              </a:ext>
            </a:extLst>
          </p:cNvPr>
          <p:cNvSpPr txBox="1"/>
          <p:nvPr/>
        </p:nvSpPr>
        <p:spPr>
          <a:xfrm>
            <a:off x="57934" y="3969289"/>
            <a:ext cx="2432257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1400" u="sng" dirty="0">
                <a:solidFill>
                  <a:schemeClr val="bg1"/>
                </a:solidFill>
                <a:latin typeface="Franklin Gothic Demi" panose="020B0703020102020204" pitchFamily="34" charset="0"/>
              </a:rPr>
              <a:t>RESULTADOS MYSTERY</a:t>
            </a:r>
            <a:endParaRPr lang="es-CO" sz="1200" u="sng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5DDBA648-E654-7186-96C2-55ACD98FFC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0833" y="1142525"/>
            <a:ext cx="6527898" cy="2126418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3A3996F8-EC7E-0317-A99B-F53A3685566F}"/>
              </a:ext>
            </a:extLst>
          </p:cNvPr>
          <p:cNvSpPr txBox="1"/>
          <p:nvPr/>
        </p:nvSpPr>
        <p:spPr>
          <a:xfrm>
            <a:off x="830475" y="4992090"/>
            <a:ext cx="1085921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Franklin Gothic Demi"/>
              </a:rPr>
              <a:t>100%</a:t>
            </a:r>
            <a:endParaRPr lang="es-CO" sz="2000" b="1" dirty="0">
              <a:solidFill>
                <a:schemeClr val="bg1"/>
              </a:solidFill>
              <a:latin typeface="Franklin Gothic Demi"/>
            </a:endParaRPr>
          </a:p>
        </p:txBody>
      </p:sp>
      <p:graphicFrame>
        <p:nvGraphicFramePr>
          <p:cNvPr id="15" name="Gráfico 14">
            <a:extLst>
              <a:ext uri="{FF2B5EF4-FFF2-40B4-BE49-F238E27FC236}">
                <a16:creationId xmlns:a16="http://schemas.microsoft.com/office/drawing/2014/main" id="{6E21671E-929F-FD81-43F1-C77EA01386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79939056"/>
              </p:ext>
            </p:extLst>
          </p:nvPr>
        </p:nvGraphicFramePr>
        <p:xfrm>
          <a:off x="324306" y="4450456"/>
          <a:ext cx="1847779" cy="1403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41916604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67498-BE2E-116D-D2AE-DFDA73EB7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DDDB92AF-A8CE-2387-F0D1-4392553AA314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BFD6E7B-924E-6A79-FB2A-611A9A73F096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52480B7E-10CF-DEC3-AA2E-3D915C9AC327}"/>
              </a:ext>
            </a:extLst>
          </p:cNvPr>
          <p:cNvSpPr txBox="1"/>
          <p:nvPr/>
        </p:nvSpPr>
        <p:spPr>
          <a:xfrm>
            <a:off x="2860851" y="165181"/>
            <a:ext cx="74925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000000"/>
                </a:solidFill>
                <a:latin typeface="Aptos Narrow" panose="020B0004020202020204" pitchFamily="34" charset="0"/>
              </a:rPr>
              <a:t>MI CORRAL NORTE CRA 46 </a:t>
            </a:r>
            <a:r>
              <a:rPr lang="es-MX" sz="1800" b="1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- BARRANQUILLA</a:t>
            </a:r>
            <a:br>
              <a:rPr lang="es-MX" dirty="0">
                <a:latin typeface="Franklin Gothic Demi" panose="020B0703020102020204" pitchFamily="34" charset="0"/>
              </a:rPr>
            </a:br>
            <a:r>
              <a:rPr lang="es-MX" dirty="0">
                <a:latin typeface="Franklin Gothic Demi" panose="020B0703020102020204" pitchFamily="34" charset="0"/>
              </a:rPr>
              <a:t>Canal Especializado</a:t>
            </a:r>
            <a:endParaRPr lang="es-CO" dirty="0">
              <a:latin typeface="Franklin Gothic Demi" panose="020B0703020102020204" pitchFamily="34" charset="0"/>
            </a:endParaRPr>
          </a:p>
          <a:p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6AE4048F-DF88-ECE3-DEAD-3A56CF7D8800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Análisis Material de Video: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2D90A94-581B-8604-B333-0D4F9C0342A8}"/>
              </a:ext>
            </a:extLst>
          </p:cNvPr>
          <p:cNvSpPr txBox="1"/>
          <p:nvPr/>
        </p:nvSpPr>
        <p:spPr>
          <a:xfrm>
            <a:off x="3020834" y="3322958"/>
            <a:ext cx="65278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u="sng" dirty="0">
                <a:hlinkClick r:id="rId2"/>
              </a:rPr>
              <a:t>https://drive.google.com/file/d/1ytNc5Y_BgYwjDLc1z3MJtlPxjtT3ywyu/view</a:t>
            </a:r>
            <a:endParaRPr lang="es-CO" u="sng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E01116D-C943-C514-0E01-B2D9F15736C7}"/>
              </a:ext>
            </a:extLst>
          </p:cNvPr>
          <p:cNvSpPr txBox="1"/>
          <p:nvPr/>
        </p:nvSpPr>
        <p:spPr>
          <a:xfrm>
            <a:off x="3020834" y="4094081"/>
            <a:ext cx="6527898" cy="20621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600" b="1" dirty="0"/>
              <a:t>Detalle de novedades: </a:t>
            </a:r>
          </a:p>
          <a:p>
            <a:endParaRPr lang="es-MX" sz="1600" dirty="0">
              <a:latin typeface="+mj-lt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s-MX" sz="1600" dirty="0"/>
              <a:t>Se evidencia oportunidad en el ofrecimiento de los suplementos, en general se observa excelente presentación personal, realiza abordaje proactivo, de acuerdo a las necesidades del cliente hace ofrecimiento correcto de los productos de la marca, conoce las dinámicas del PDV, ofrece una oferta y obsequios que se tienen en el momento, en general muy buena labor de venta. </a:t>
            </a:r>
          </a:p>
        </p:txBody>
      </p:sp>
      <p:pic>
        <p:nvPicPr>
          <p:cNvPr id="6" name="Imagen 5" descr="Icono&#10;&#10;Descripción generada automáticamente">
            <a:extLst>
              <a:ext uri="{FF2B5EF4-FFF2-40B4-BE49-F238E27FC236}">
                <a16:creationId xmlns:a16="http://schemas.microsoft.com/office/drawing/2014/main" id="{1529760C-E8AD-DAFC-DCF6-AC1D3F0F86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34" y="3186414"/>
            <a:ext cx="2560659" cy="485171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FBE51C47-2CC4-125B-811D-19B41095C608}"/>
              </a:ext>
            </a:extLst>
          </p:cNvPr>
          <p:cNvSpPr txBox="1"/>
          <p:nvPr/>
        </p:nvSpPr>
        <p:spPr>
          <a:xfrm>
            <a:off x="57934" y="3969289"/>
            <a:ext cx="2432257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1400" u="sng" dirty="0">
                <a:solidFill>
                  <a:schemeClr val="bg1"/>
                </a:solidFill>
                <a:latin typeface="Franklin Gothic Demi" panose="020B0703020102020204" pitchFamily="34" charset="0"/>
              </a:rPr>
              <a:t>RESULTADOS MYSTERY</a:t>
            </a:r>
            <a:endParaRPr lang="es-CO" sz="1200" u="sng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1F2A0D7-C060-6D95-A7F4-593762808C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8302" y="1132962"/>
            <a:ext cx="6530429" cy="2127600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A854D07E-ADE8-BCA1-5346-591B695C151F}"/>
              </a:ext>
            </a:extLst>
          </p:cNvPr>
          <p:cNvSpPr txBox="1"/>
          <p:nvPr/>
        </p:nvSpPr>
        <p:spPr>
          <a:xfrm>
            <a:off x="961885" y="4790081"/>
            <a:ext cx="1085921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Franklin Gothic Demi"/>
              </a:rPr>
              <a:t>97%</a:t>
            </a:r>
            <a:endParaRPr lang="es-CO" sz="2000" b="1" dirty="0">
              <a:solidFill>
                <a:schemeClr val="bg1"/>
              </a:solidFill>
              <a:latin typeface="Franklin Gothic Demi"/>
            </a:endParaRPr>
          </a:p>
        </p:txBody>
      </p:sp>
      <p:graphicFrame>
        <p:nvGraphicFramePr>
          <p:cNvPr id="16" name="Gráfico 15">
            <a:extLst>
              <a:ext uri="{FF2B5EF4-FFF2-40B4-BE49-F238E27FC236}">
                <a16:creationId xmlns:a16="http://schemas.microsoft.com/office/drawing/2014/main" id="{F4CA7036-08F7-DA2F-719C-E6E086FEF4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93456249"/>
              </p:ext>
            </p:extLst>
          </p:nvPr>
        </p:nvGraphicFramePr>
        <p:xfrm>
          <a:off x="350172" y="4288431"/>
          <a:ext cx="1847779" cy="1403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2503373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42739-CDF0-6DE7-85BB-0665A5259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551CDEE5-7450-D4AF-E908-2B95C9E83642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0366C9DE-6566-C7E1-7575-73A361AD8200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130D6D8A-1EDB-4384-0037-1EB6DB4CE4ED}"/>
              </a:ext>
            </a:extLst>
          </p:cNvPr>
          <p:cNvSpPr txBox="1"/>
          <p:nvPr/>
        </p:nvSpPr>
        <p:spPr>
          <a:xfrm>
            <a:off x="2860851" y="165181"/>
            <a:ext cx="74925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000000"/>
                </a:solidFill>
                <a:latin typeface="Aptos Narrow" panose="020B0004020202020204" pitchFamily="34" charset="0"/>
              </a:rPr>
              <a:t>MAKRO BARRANQUILLA </a:t>
            </a:r>
            <a:r>
              <a:rPr lang="es-MX" sz="1800" b="1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- BARRANQUILLA</a:t>
            </a:r>
            <a:br>
              <a:rPr lang="es-MX" dirty="0">
                <a:latin typeface="Franklin Gothic Demi" panose="020B0703020102020204" pitchFamily="34" charset="0"/>
              </a:rPr>
            </a:br>
            <a:r>
              <a:rPr lang="es-MX" dirty="0">
                <a:latin typeface="Franklin Gothic Demi" panose="020B0703020102020204" pitchFamily="34" charset="0"/>
              </a:rPr>
              <a:t>Canal </a:t>
            </a:r>
            <a:r>
              <a:rPr lang="es-ES" dirty="0">
                <a:latin typeface="Franklin Gothic Demi" panose="020B0703020102020204" pitchFamily="34" charset="0"/>
              </a:rPr>
              <a:t>Moderno</a:t>
            </a:r>
            <a:endParaRPr lang="es-CO" dirty="0">
              <a:latin typeface="Franklin Gothic Demi" panose="020B0703020102020204" pitchFamily="34" charset="0"/>
            </a:endParaRPr>
          </a:p>
          <a:p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54733289-A417-DFB1-DFDE-5A253D4139C9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Análisis Material de Video: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473F60D-1FBE-B186-43FE-580E94C2B294}"/>
              </a:ext>
            </a:extLst>
          </p:cNvPr>
          <p:cNvSpPr txBox="1"/>
          <p:nvPr/>
        </p:nvSpPr>
        <p:spPr>
          <a:xfrm>
            <a:off x="3020834" y="3322958"/>
            <a:ext cx="65278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u="sng" dirty="0">
                <a:hlinkClick r:id="rId2"/>
              </a:rPr>
              <a:t>https://drive.google.com/file/d/1U3HoUWZ-92ewvT8wf5ulEK7sa2pIoaa5/view</a:t>
            </a:r>
            <a:endParaRPr lang="es-CO" u="sng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5CC1E51-D2C3-E381-5573-F28D62C532EA}"/>
              </a:ext>
            </a:extLst>
          </p:cNvPr>
          <p:cNvSpPr txBox="1"/>
          <p:nvPr/>
        </p:nvSpPr>
        <p:spPr>
          <a:xfrm>
            <a:off x="3020834" y="4094081"/>
            <a:ext cx="6527898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600" b="1" dirty="0"/>
              <a:t>Detalle de novedades: </a:t>
            </a:r>
          </a:p>
          <a:p>
            <a:endParaRPr lang="es-MX" sz="1600" dirty="0">
              <a:latin typeface="+mj-lt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s-MX" sz="1600" dirty="0"/>
              <a:t>Se evidencia excelente presentación personal, realiza abordaje proactivo, de acuerdo a las necesidades del cliente hace ofrecimiento correcto de los productos de la marca, conoce las dinámicas del PDV,  en general muy buena labor de venta.</a:t>
            </a:r>
          </a:p>
        </p:txBody>
      </p:sp>
      <p:pic>
        <p:nvPicPr>
          <p:cNvPr id="6" name="Imagen 5" descr="Icono&#10;&#10;Descripción generada automáticamente">
            <a:extLst>
              <a:ext uri="{FF2B5EF4-FFF2-40B4-BE49-F238E27FC236}">
                <a16:creationId xmlns:a16="http://schemas.microsoft.com/office/drawing/2014/main" id="{9A1EF2D5-4187-79A9-7436-70A1833081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34" y="3186414"/>
            <a:ext cx="2560659" cy="485171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697886B0-632C-D5BA-F52F-C747A08AFAC1}"/>
              </a:ext>
            </a:extLst>
          </p:cNvPr>
          <p:cNvSpPr txBox="1"/>
          <p:nvPr/>
        </p:nvSpPr>
        <p:spPr>
          <a:xfrm>
            <a:off x="57934" y="3969289"/>
            <a:ext cx="2432257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1400" u="sng" dirty="0">
                <a:solidFill>
                  <a:schemeClr val="bg1"/>
                </a:solidFill>
                <a:latin typeface="Franklin Gothic Demi" panose="020B0703020102020204" pitchFamily="34" charset="0"/>
              </a:rPr>
              <a:t>RESULTADOS MYSTERY</a:t>
            </a:r>
            <a:endParaRPr lang="es-CO" sz="1200" u="sng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C6E927EC-4951-C66F-7B5F-E1C8FA2582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0833" y="1142525"/>
            <a:ext cx="6527898" cy="2126418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363F24B1-0FFB-2029-06EC-FD1306CDBD95}"/>
              </a:ext>
            </a:extLst>
          </p:cNvPr>
          <p:cNvSpPr txBox="1"/>
          <p:nvPr/>
        </p:nvSpPr>
        <p:spPr>
          <a:xfrm>
            <a:off x="830475" y="4992090"/>
            <a:ext cx="1085921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Franklin Gothic Demi"/>
              </a:rPr>
              <a:t>100%</a:t>
            </a:r>
            <a:endParaRPr lang="es-CO" sz="2000" b="1" dirty="0">
              <a:solidFill>
                <a:schemeClr val="bg1"/>
              </a:solidFill>
              <a:latin typeface="Franklin Gothic Demi"/>
            </a:endParaRPr>
          </a:p>
        </p:txBody>
      </p:sp>
      <p:graphicFrame>
        <p:nvGraphicFramePr>
          <p:cNvPr id="15" name="Gráfico 14">
            <a:extLst>
              <a:ext uri="{FF2B5EF4-FFF2-40B4-BE49-F238E27FC236}">
                <a16:creationId xmlns:a16="http://schemas.microsoft.com/office/drawing/2014/main" id="{D3740F19-D45B-E742-FFFA-7FD697DB2707}"/>
              </a:ext>
            </a:extLst>
          </p:cNvPr>
          <p:cNvGraphicFramePr/>
          <p:nvPr/>
        </p:nvGraphicFramePr>
        <p:xfrm>
          <a:off x="324306" y="4450456"/>
          <a:ext cx="1847779" cy="1403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7733393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F978A-D444-3F40-7551-F51BA5338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133DBF28-D28F-A28C-E933-53606715D329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002DFC6C-3CE6-6BA3-6E86-33276B7A78C7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1A41E931-A346-1F4E-21EA-085246D6B7DF}"/>
              </a:ext>
            </a:extLst>
          </p:cNvPr>
          <p:cNvSpPr txBox="1"/>
          <p:nvPr/>
        </p:nvSpPr>
        <p:spPr>
          <a:xfrm>
            <a:off x="2860851" y="165181"/>
            <a:ext cx="74925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000000"/>
                </a:solidFill>
                <a:latin typeface="Aptos Narrow" panose="020B0004020202020204" pitchFamily="34" charset="0"/>
              </a:rPr>
              <a:t>SUPERMERCADO MERCAMIO </a:t>
            </a:r>
            <a:r>
              <a:rPr lang="es-MX" sz="1800" b="1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- BOGOTÁ</a:t>
            </a:r>
            <a:br>
              <a:rPr lang="es-MX" dirty="0">
                <a:latin typeface="Franklin Gothic Demi" panose="020B0703020102020204" pitchFamily="34" charset="0"/>
              </a:rPr>
            </a:br>
            <a:r>
              <a:rPr lang="es-MX" dirty="0">
                <a:latin typeface="Franklin Gothic Demi" panose="020B0703020102020204" pitchFamily="34" charset="0"/>
              </a:rPr>
              <a:t>Canal </a:t>
            </a:r>
            <a:r>
              <a:rPr lang="es-ES" dirty="0">
                <a:latin typeface="Franklin Gothic Demi" panose="020B0703020102020204" pitchFamily="34" charset="0"/>
              </a:rPr>
              <a:t>Moderno</a:t>
            </a:r>
            <a:endParaRPr lang="es-CO" dirty="0">
              <a:latin typeface="Franklin Gothic Demi" panose="020B0703020102020204" pitchFamily="34" charset="0"/>
            </a:endParaRPr>
          </a:p>
          <a:p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5623B81A-8A17-AA44-4A66-168C25A88954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Análisis Material de Video: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18C0FEB-B1EF-8F9C-5FFE-58E4F944BBEA}"/>
              </a:ext>
            </a:extLst>
          </p:cNvPr>
          <p:cNvSpPr txBox="1"/>
          <p:nvPr/>
        </p:nvSpPr>
        <p:spPr>
          <a:xfrm>
            <a:off x="3020834" y="3322958"/>
            <a:ext cx="65278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u="sng" dirty="0">
                <a:hlinkClick r:id="rId2"/>
              </a:rPr>
              <a:t>https://drive.google.com/file/d/13vmaRyPMCEnfRe0kli8vNxx57w5o4LkZ/view</a:t>
            </a:r>
            <a:endParaRPr lang="es-CO" u="sng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C0A9DD0-76B8-C5FA-0194-C6F9BBAD8723}"/>
              </a:ext>
            </a:extLst>
          </p:cNvPr>
          <p:cNvSpPr txBox="1"/>
          <p:nvPr/>
        </p:nvSpPr>
        <p:spPr>
          <a:xfrm>
            <a:off x="3020834" y="4094081"/>
            <a:ext cx="6762474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600" b="1" dirty="0"/>
              <a:t>Detalle de novedades: </a:t>
            </a:r>
          </a:p>
          <a:p>
            <a:endParaRPr lang="es-MX" sz="1600" dirty="0">
              <a:latin typeface="+mj-lt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s-MX" sz="1600" dirty="0"/>
              <a:t>Se evidencia que n</a:t>
            </a:r>
            <a:r>
              <a:rPr lang="es-ES" sz="1600" dirty="0"/>
              <a:t>o realiza ofrecimiento de alimento húmedo, ni enfatiza en packs por temas de precio.</a:t>
            </a:r>
            <a:endParaRPr lang="es-MX" sz="1600" dirty="0">
              <a:latin typeface="+mj-lt"/>
            </a:endParaRPr>
          </a:p>
        </p:txBody>
      </p:sp>
      <p:pic>
        <p:nvPicPr>
          <p:cNvPr id="6" name="Imagen 5" descr="Icono&#10;&#10;Descripción generada automáticamente">
            <a:extLst>
              <a:ext uri="{FF2B5EF4-FFF2-40B4-BE49-F238E27FC236}">
                <a16:creationId xmlns:a16="http://schemas.microsoft.com/office/drawing/2014/main" id="{E8789DD6-2E0C-C6DB-3C64-B796751150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34" y="3186414"/>
            <a:ext cx="2560659" cy="485171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F9966C62-E72F-1BDE-2BA0-01B2D537C388}"/>
              </a:ext>
            </a:extLst>
          </p:cNvPr>
          <p:cNvSpPr txBox="1"/>
          <p:nvPr/>
        </p:nvSpPr>
        <p:spPr>
          <a:xfrm>
            <a:off x="961885" y="4790081"/>
            <a:ext cx="1085921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Franklin Gothic Demi"/>
              </a:rPr>
              <a:t>93%</a:t>
            </a:r>
            <a:endParaRPr lang="es-CO" sz="2000" b="1" dirty="0">
              <a:solidFill>
                <a:schemeClr val="bg1"/>
              </a:solidFill>
              <a:latin typeface="Franklin Gothic Demi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4502521-10FB-513B-C36C-068D8C3F501B}"/>
              </a:ext>
            </a:extLst>
          </p:cNvPr>
          <p:cNvSpPr txBox="1"/>
          <p:nvPr/>
        </p:nvSpPr>
        <p:spPr>
          <a:xfrm>
            <a:off x="57934" y="3969289"/>
            <a:ext cx="2432257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1400" u="sng" dirty="0">
                <a:solidFill>
                  <a:schemeClr val="bg1"/>
                </a:solidFill>
                <a:latin typeface="Franklin Gothic Demi" panose="020B0703020102020204" pitchFamily="34" charset="0"/>
              </a:rPr>
              <a:t>RESULTADOS MYSTERY</a:t>
            </a:r>
            <a:endParaRPr lang="es-CO" sz="1200" u="sng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</p:txBody>
      </p:sp>
      <p:graphicFrame>
        <p:nvGraphicFramePr>
          <p:cNvPr id="13" name="Gráfico 12">
            <a:extLst>
              <a:ext uri="{FF2B5EF4-FFF2-40B4-BE49-F238E27FC236}">
                <a16:creationId xmlns:a16="http://schemas.microsoft.com/office/drawing/2014/main" id="{598BF01E-6D3E-D89A-7A26-610C78F6E1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51300228"/>
              </p:ext>
            </p:extLst>
          </p:nvPr>
        </p:nvGraphicFramePr>
        <p:xfrm>
          <a:off x="350172" y="4288431"/>
          <a:ext cx="1847779" cy="1403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4" name="Imagen 13">
            <a:extLst>
              <a:ext uri="{FF2B5EF4-FFF2-40B4-BE49-F238E27FC236}">
                <a16:creationId xmlns:a16="http://schemas.microsoft.com/office/drawing/2014/main" id="{76B2361F-2A63-F4EE-02BD-EA58E4DCF3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0834" y="1046449"/>
            <a:ext cx="6762475" cy="22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9732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DA60A-35D9-339A-315D-882EE695F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0E19E661-7DC5-D222-66DA-4753F45F7AC5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FE458611-3CD7-8522-116A-026E2212D1B3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7E7DF509-4B0A-3DB1-EC36-450802279467}"/>
              </a:ext>
            </a:extLst>
          </p:cNvPr>
          <p:cNvSpPr txBox="1"/>
          <p:nvPr/>
        </p:nvSpPr>
        <p:spPr>
          <a:xfrm>
            <a:off x="2860851" y="165181"/>
            <a:ext cx="74925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000000"/>
                </a:solidFill>
                <a:latin typeface="Aptos Narrow" panose="020B0004020202020204" pitchFamily="34" charset="0"/>
              </a:rPr>
              <a:t>MERCACENTRO BOSA BRASIL</a:t>
            </a:r>
            <a:r>
              <a:rPr lang="es-MX" sz="1800" b="1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- BOGOTÁ</a:t>
            </a:r>
            <a:br>
              <a:rPr lang="es-MX" dirty="0">
                <a:latin typeface="Franklin Gothic Demi" panose="020B0703020102020204" pitchFamily="34" charset="0"/>
              </a:rPr>
            </a:br>
            <a:r>
              <a:rPr lang="es-MX" dirty="0">
                <a:latin typeface="Franklin Gothic Demi" panose="020B0703020102020204" pitchFamily="34" charset="0"/>
              </a:rPr>
              <a:t>Canal </a:t>
            </a:r>
            <a:r>
              <a:rPr lang="es-ES" dirty="0">
                <a:latin typeface="Franklin Gothic Demi" panose="020B0703020102020204" pitchFamily="34" charset="0"/>
              </a:rPr>
              <a:t>Tradicional</a:t>
            </a:r>
            <a:endParaRPr lang="es-CO" dirty="0">
              <a:latin typeface="Franklin Gothic Demi" panose="020B0703020102020204" pitchFamily="34" charset="0"/>
            </a:endParaRPr>
          </a:p>
          <a:p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5B50A248-B28F-3E45-B44E-6D5E71AE6AFC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Análisis Material de Video: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DA273EA-A14B-C3A3-1B66-85BCCFB1C01D}"/>
              </a:ext>
            </a:extLst>
          </p:cNvPr>
          <p:cNvSpPr txBox="1"/>
          <p:nvPr/>
        </p:nvSpPr>
        <p:spPr>
          <a:xfrm>
            <a:off x="3020834" y="3322958"/>
            <a:ext cx="65278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u="sng" dirty="0">
                <a:hlinkClick r:id="rId2"/>
              </a:rPr>
              <a:t>https://drive.google.com/file/d/1NScfub3934urRk__978ZQgonN4JKo9NF/view</a:t>
            </a:r>
            <a:endParaRPr lang="es-CO" u="sng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7AF9C6B-5018-F8B6-B1FE-59C311041CA4}"/>
              </a:ext>
            </a:extLst>
          </p:cNvPr>
          <p:cNvSpPr txBox="1"/>
          <p:nvPr/>
        </p:nvSpPr>
        <p:spPr>
          <a:xfrm>
            <a:off x="3020834" y="4094081"/>
            <a:ext cx="6762474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600" b="1" dirty="0"/>
              <a:t>Detalle de novedades: </a:t>
            </a:r>
          </a:p>
          <a:p>
            <a:endParaRPr lang="es-MX" sz="1600" dirty="0">
              <a:latin typeface="+mj-lt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s-MX" sz="1600" dirty="0"/>
              <a:t>Se evidencia que n</a:t>
            </a:r>
            <a:r>
              <a:rPr lang="es-ES" sz="1600" dirty="0"/>
              <a:t>o utiliza frases que incentiven al cliente a llegar al cierre de ventas, se debe ser más agresivo para conseguir el objetivo final que es vender.</a:t>
            </a:r>
            <a:endParaRPr lang="es-MX" sz="1600" dirty="0">
              <a:latin typeface="+mj-lt"/>
            </a:endParaRPr>
          </a:p>
        </p:txBody>
      </p:sp>
      <p:pic>
        <p:nvPicPr>
          <p:cNvPr id="6" name="Imagen 5" descr="Icono&#10;&#10;Descripción generada automáticamente">
            <a:extLst>
              <a:ext uri="{FF2B5EF4-FFF2-40B4-BE49-F238E27FC236}">
                <a16:creationId xmlns:a16="http://schemas.microsoft.com/office/drawing/2014/main" id="{FF260D32-16E7-A27A-DFFB-8491FCF4F1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34" y="3186414"/>
            <a:ext cx="2560659" cy="485171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DAF7ED0F-A0CD-77F4-7B6B-7765BAA2906F}"/>
              </a:ext>
            </a:extLst>
          </p:cNvPr>
          <p:cNvSpPr txBox="1"/>
          <p:nvPr/>
        </p:nvSpPr>
        <p:spPr>
          <a:xfrm>
            <a:off x="57934" y="3969289"/>
            <a:ext cx="2432257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1400" u="sng" dirty="0">
                <a:solidFill>
                  <a:schemeClr val="bg1"/>
                </a:solidFill>
                <a:latin typeface="Franklin Gothic Demi" panose="020B0703020102020204" pitchFamily="34" charset="0"/>
              </a:rPr>
              <a:t>RESULTADOS MYSTERY</a:t>
            </a:r>
            <a:endParaRPr lang="es-CO" sz="1200" u="sng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E6F1A20-9A37-0A86-CBF9-C313909D92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0833" y="1046449"/>
            <a:ext cx="6762475" cy="2203200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73A00B1A-E3FE-2F50-499A-997DE6D7505C}"/>
              </a:ext>
            </a:extLst>
          </p:cNvPr>
          <p:cNvSpPr txBox="1"/>
          <p:nvPr/>
        </p:nvSpPr>
        <p:spPr>
          <a:xfrm>
            <a:off x="961885" y="4790081"/>
            <a:ext cx="1085921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Franklin Gothic Demi"/>
              </a:rPr>
              <a:t>96%</a:t>
            </a:r>
            <a:endParaRPr lang="es-CO" sz="2000" b="1" dirty="0">
              <a:solidFill>
                <a:schemeClr val="bg1"/>
              </a:solidFill>
              <a:latin typeface="Franklin Gothic Demi"/>
            </a:endParaRPr>
          </a:p>
        </p:txBody>
      </p:sp>
      <p:graphicFrame>
        <p:nvGraphicFramePr>
          <p:cNvPr id="16" name="Gráfico 15">
            <a:extLst>
              <a:ext uri="{FF2B5EF4-FFF2-40B4-BE49-F238E27FC236}">
                <a16:creationId xmlns:a16="http://schemas.microsoft.com/office/drawing/2014/main" id="{48AF28FB-E016-C7CE-F414-77669ACDA5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5628680"/>
              </p:ext>
            </p:extLst>
          </p:nvPr>
        </p:nvGraphicFramePr>
        <p:xfrm>
          <a:off x="350172" y="4288431"/>
          <a:ext cx="1847779" cy="1403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5450622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5CD91-9102-343B-5D7B-A3E9AA786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4FA22141-1033-9D55-D2E5-C62D0D60ADED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5947B26E-7698-CA68-8224-37024255ACC8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BAB3F917-6925-9CAE-B531-7EFFE8EF2B64}"/>
              </a:ext>
            </a:extLst>
          </p:cNvPr>
          <p:cNvSpPr txBox="1"/>
          <p:nvPr/>
        </p:nvSpPr>
        <p:spPr>
          <a:xfrm>
            <a:off x="2860851" y="165181"/>
            <a:ext cx="74925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000000"/>
                </a:solidFill>
                <a:latin typeface="Aptos Narrow" panose="020B0004020202020204" pitchFamily="34" charset="0"/>
              </a:rPr>
              <a:t>CLINICA DOVER S.A.S - </a:t>
            </a:r>
            <a:r>
              <a:rPr lang="es-MX" sz="1800" b="1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BOGOTÁ</a:t>
            </a:r>
            <a:br>
              <a:rPr lang="es-MX" dirty="0">
                <a:latin typeface="Franklin Gothic Demi" panose="020B0703020102020204" pitchFamily="34" charset="0"/>
              </a:rPr>
            </a:br>
            <a:r>
              <a:rPr lang="es-MX" dirty="0">
                <a:latin typeface="Franklin Gothic Demi" panose="020B0703020102020204" pitchFamily="34" charset="0"/>
              </a:rPr>
              <a:t>Canal </a:t>
            </a:r>
            <a:r>
              <a:rPr lang="es-ES" dirty="0">
                <a:latin typeface="Franklin Gothic Demi" panose="020B0703020102020204" pitchFamily="34" charset="0"/>
              </a:rPr>
              <a:t>Especializado</a:t>
            </a:r>
            <a:endParaRPr lang="es-CO" dirty="0">
              <a:latin typeface="Franklin Gothic Demi" panose="020B0703020102020204" pitchFamily="34" charset="0"/>
            </a:endParaRPr>
          </a:p>
          <a:p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98B86CA3-1308-5133-6D30-08B161E4122C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Análisis Material de Video: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A583C2F-E7D1-F82F-5FDF-9A266F245100}"/>
              </a:ext>
            </a:extLst>
          </p:cNvPr>
          <p:cNvSpPr txBox="1"/>
          <p:nvPr/>
        </p:nvSpPr>
        <p:spPr>
          <a:xfrm>
            <a:off x="3020834" y="3322958"/>
            <a:ext cx="65278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u="sng" dirty="0">
                <a:hlinkClick r:id="rId2"/>
              </a:rPr>
              <a:t>https://drive.google.com/file/d/1tENBdUsWgwyzbdsQxb-iVMBKIUk7It3y/view</a:t>
            </a:r>
            <a:endParaRPr lang="es-CO" u="sng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C25BB3B-CB23-D15D-67B1-A39F30221DAC}"/>
              </a:ext>
            </a:extLst>
          </p:cNvPr>
          <p:cNvSpPr txBox="1"/>
          <p:nvPr/>
        </p:nvSpPr>
        <p:spPr>
          <a:xfrm>
            <a:off x="3020834" y="4094081"/>
            <a:ext cx="6762474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600" b="1" dirty="0"/>
              <a:t>Detalle de novedades: </a:t>
            </a:r>
          </a:p>
          <a:p>
            <a:endParaRPr lang="es-MX" sz="1600" dirty="0">
              <a:latin typeface="+mj-lt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s-MX" sz="1600" dirty="0"/>
              <a:t>Se evidencia que n</a:t>
            </a:r>
            <a:r>
              <a:rPr lang="es-ES" sz="1600" dirty="0"/>
              <a:t>o realiza ofrecimiento de alimento húmedo ni enfatiza en packs por temas de precio.</a:t>
            </a:r>
            <a:endParaRPr lang="es-MX" sz="1600" dirty="0">
              <a:latin typeface="+mj-lt"/>
            </a:endParaRPr>
          </a:p>
        </p:txBody>
      </p:sp>
      <p:pic>
        <p:nvPicPr>
          <p:cNvPr id="6" name="Imagen 5" descr="Icono&#10;&#10;Descripción generada automáticamente">
            <a:extLst>
              <a:ext uri="{FF2B5EF4-FFF2-40B4-BE49-F238E27FC236}">
                <a16:creationId xmlns:a16="http://schemas.microsoft.com/office/drawing/2014/main" id="{0ECDBACB-BA20-8428-0EA3-B570C61EA7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34" y="3186414"/>
            <a:ext cx="2560659" cy="485171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9B39215A-5F07-A0D1-CCD6-A31742ABDB08}"/>
              </a:ext>
            </a:extLst>
          </p:cNvPr>
          <p:cNvSpPr txBox="1"/>
          <p:nvPr/>
        </p:nvSpPr>
        <p:spPr>
          <a:xfrm>
            <a:off x="57934" y="3969289"/>
            <a:ext cx="2432257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1400" u="sng" dirty="0">
                <a:solidFill>
                  <a:schemeClr val="bg1"/>
                </a:solidFill>
                <a:latin typeface="Franklin Gothic Demi" panose="020B0703020102020204" pitchFamily="34" charset="0"/>
              </a:rPr>
              <a:t>RESULTADOS MYSTERY</a:t>
            </a:r>
            <a:endParaRPr lang="es-CO" sz="1200" u="sng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2849D64B-F325-92A4-6F20-FCD0866E5B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0833" y="1046449"/>
            <a:ext cx="6762475" cy="2203200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72EB0467-B28C-D8D7-7DA1-F8A7B45B31B7}"/>
              </a:ext>
            </a:extLst>
          </p:cNvPr>
          <p:cNvSpPr txBox="1"/>
          <p:nvPr/>
        </p:nvSpPr>
        <p:spPr>
          <a:xfrm>
            <a:off x="961885" y="4790081"/>
            <a:ext cx="1085921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Franklin Gothic Demi"/>
              </a:rPr>
              <a:t>97%</a:t>
            </a:r>
            <a:endParaRPr lang="es-CO" sz="2000" b="1" dirty="0">
              <a:solidFill>
                <a:schemeClr val="bg1"/>
              </a:solidFill>
              <a:latin typeface="Franklin Gothic Demi"/>
            </a:endParaRPr>
          </a:p>
        </p:txBody>
      </p:sp>
      <p:graphicFrame>
        <p:nvGraphicFramePr>
          <p:cNvPr id="18" name="Gráfico 17">
            <a:extLst>
              <a:ext uri="{FF2B5EF4-FFF2-40B4-BE49-F238E27FC236}">
                <a16:creationId xmlns:a16="http://schemas.microsoft.com/office/drawing/2014/main" id="{EEF024EC-6F11-1F6B-4D28-17B473084E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44522090"/>
              </p:ext>
            </p:extLst>
          </p:nvPr>
        </p:nvGraphicFramePr>
        <p:xfrm>
          <a:off x="350172" y="4288431"/>
          <a:ext cx="1847779" cy="1403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7035997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5C583-30AC-B1A0-6FB7-A1FA49CD1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38EF85BB-DDA1-52BA-23D4-A906B23920ED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5DF874F7-1701-6EAB-119B-606A35E5C30B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D784C140-4A51-7306-3503-01E521742EF0}"/>
              </a:ext>
            </a:extLst>
          </p:cNvPr>
          <p:cNvSpPr txBox="1"/>
          <p:nvPr/>
        </p:nvSpPr>
        <p:spPr>
          <a:xfrm>
            <a:off x="2860851" y="165181"/>
            <a:ext cx="74925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000000"/>
                </a:solidFill>
                <a:latin typeface="Aptos Narrow" panose="020B0004020202020204" pitchFamily="34" charset="0"/>
              </a:rPr>
              <a:t>MUNDIAL DE GRANOS Y PANELAS - MEDELLIN</a:t>
            </a:r>
            <a:br>
              <a:rPr lang="es-MX" dirty="0">
                <a:latin typeface="Franklin Gothic Demi" panose="020B0703020102020204" pitchFamily="34" charset="0"/>
              </a:rPr>
            </a:br>
            <a:r>
              <a:rPr lang="es-MX" dirty="0">
                <a:latin typeface="Franklin Gothic Demi" panose="020B0703020102020204" pitchFamily="34" charset="0"/>
              </a:rPr>
              <a:t>Canal Especializado</a:t>
            </a:r>
            <a:endParaRPr lang="es-CO" dirty="0">
              <a:latin typeface="Franklin Gothic Demi" panose="020B0703020102020204" pitchFamily="34" charset="0"/>
            </a:endParaRPr>
          </a:p>
          <a:p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1C33DC76-392D-CBAE-D51F-FC40AB265E64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/>
              <a:t>Análisis Material de Video: </a:t>
            </a:r>
          </a:p>
        </p:txBody>
      </p:sp>
      <p:pic>
        <p:nvPicPr>
          <p:cNvPr id="5" name="Imagen 4" descr="Icono&#10;&#10;Descripción generada automáticamente">
            <a:extLst>
              <a:ext uri="{FF2B5EF4-FFF2-40B4-BE49-F238E27FC236}">
                <a16:creationId xmlns:a16="http://schemas.microsoft.com/office/drawing/2014/main" id="{BC011137-AAE8-2EC2-B039-A06D0110A8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34" y="3186414"/>
            <a:ext cx="2560659" cy="485171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083AAA8C-61BD-7E81-9FC4-5BC0655A1099}"/>
              </a:ext>
            </a:extLst>
          </p:cNvPr>
          <p:cNvSpPr txBox="1"/>
          <p:nvPr/>
        </p:nvSpPr>
        <p:spPr>
          <a:xfrm>
            <a:off x="3020834" y="3322958"/>
            <a:ext cx="65278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u="sng" dirty="0">
                <a:hlinkClick r:id="rId3"/>
              </a:rPr>
              <a:t>https://drive.google.com/file/d/19NLgAiW4ljhv1RP4MTCvvioyFfT0-8Ar/view</a:t>
            </a:r>
            <a:endParaRPr lang="es-CO" u="sng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B6D7474-AA42-EBBF-277C-EAB94D47E0D9}"/>
              </a:ext>
            </a:extLst>
          </p:cNvPr>
          <p:cNvSpPr txBox="1"/>
          <p:nvPr/>
        </p:nvSpPr>
        <p:spPr>
          <a:xfrm>
            <a:off x="3020834" y="4094081"/>
            <a:ext cx="6762474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600" b="1" dirty="0"/>
              <a:t>Detalle de novedades: </a:t>
            </a:r>
          </a:p>
          <a:p>
            <a:endParaRPr lang="es-MX" sz="1600" dirty="0">
              <a:latin typeface="+mj-lt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s-MX" sz="1600" dirty="0"/>
              <a:t>Inicialmente la impulsadora no se encontraba en el lineal del punto de venta, luego alguien le comunicó que la estaban preguntando y se acerca de una al </a:t>
            </a:r>
            <a:r>
              <a:rPr lang="es-MX" sz="1600" dirty="0" err="1"/>
              <a:t>mystery</a:t>
            </a:r>
            <a:r>
              <a:rPr lang="es-MX" sz="1600" dirty="0"/>
              <a:t>, es por ello que se le califica mal el clúster de abordaje.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1966D63-DF05-6677-12C3-757198261443}"/>
              </a:ext>
            </a:extLst>
          </p:cNvPr>
          <p:cNvSpPr txBox="1"/>
          <p:nvPr/>
        </p:nvSpPr>
        <p:spPr>
          <a:xfrm>
            <a:off x="57934" y="3969289"/>
            <a:ext cx="2432257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1400" u="sng" dirty="0">
                <a:solidFill>
                  <a:schemeClr val="bg1"/>
                </a:solidFill>
                <a:latin typeface="Franklin Gothic Demi" panose="020B0703020102020204" pitchFamily="34" charset="0"/>
              </a:rPr>
              <a:t>RESULTADOS MYSTERY</a:t>
            </a:r>
            <a:endParaRPr lang="es-CO" sz="1200" u="sng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A781EAE-FC24-160A-3BB6-D94EA9727EDD}"/>
              </a:ext>
            </a:extLst>
          </p:cNvPr>
          <p:cNvSpPr txBox="1"/>
          <p:nvPr/>
        </p:nvSpPr>
        <p:spPr>
          <a:xfrm>
            <a:off x="830475" y="4992090"/>
            <a:ext cx="1085921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Franklin Gothic Demi"/>
              </a:rPr>
              <a:t>100%</a:t>
            </a:r>
            <a:endParaRPr lang="es-CO" sz="2000" b="1" dirty="0">
              <a:solidFill>
                <a:schemeClr val="bg1"/>
              </a:solidFill>
              <a:latin typeface="Franklin Gothic Demi"/>
            </a:endParaRPr>
          </a:p>
        </p:txBody>
      </p:sp>
      <p:graphicFrame>
        <p:nvGraphicFramePr>
          <p:cNvPr id="11" name="Gráfico 10">
            <a:extLst>
              <a:ext uri="{FF2B5EF4-FFF2-40B4-BE49-F238E27FC236}">
                <a16:creationId xmlns:a16="http://schemas.microsoft.com/office/drawing/2014/main" id="{CF90FD85-2E72-ECA3-ED49-8649576FF5CC}"/>
              </a:ext>
            </a:extLst>
          </p:cNvPr>
          <p:cNvGraphicFramePr/>
          <p:nvPr/>
        </p:nvGraphicFramePr>
        <p:xfrm>
          <a:off x="324306" y="4450456"/>
          <a:ext cx="1847779" cy="1403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6" name="Imagen 15">
            <a:extLst>
              <a:ext uri="{FF2B5EF4-FFF2-40B4-BE49-F238E27FC236}">
                <a16:creationId xmlns:a16="http://schemas.microsoft.com/office/drawing/2014/main" id="{2C91C6B0-3877-84F8-BD34-5066893850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0834" y="994966"/>
            <a:ext cx="6762475" cy="22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981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0D363-22FB-0167-1AEC-421036611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9CEC202C-0003-BB2D-42EE-0B4435FB8D1C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05D53E87-9F23-A22C-2547-0DF1F4F52E98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7EAEC1A9-BC3E-83F3-7E36-EA16B624E7FE}"/>
              </a:ext>
            </a:extLst>
          </p:cNvPr>
          <p:cNvSpPr txBox="1"/>
          <p:nvPr/>
        </p:nvSpPr>
        <p:spPr>
          <a:xfrm>
            <a:off x="2877350" y="272904"/>
            <a:ext cx="6143624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dirty="0">
                <a:latin typeface="Franklin Gothic Demi"/>
              </a:rPr>
              <a:t>PLANES DE ACCIÓN</a:t>
            </a:r>
            <a:endParaRPr lang="es-MX" dirty="0">
              <a:latin typeface="Franklin Gothic Demi" panose="020B070302010202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C6363B1-09DA-100B-8CBE-639B6623CA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2915" y="1239571"/>
            <a:ext cx="879790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b="1" dirty="0"/>
              <a:t>Portafolio y Manejo de Objeciones: </a:t>
            </a:r>
            <a:endParaRPr lang="es-CO" altLang="es-CO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altLang="es-CO" sz="1600" dirty="0"/>
              <a:t>Capacitación en argumentación de ventas: Realizar talleres prácticos sobre los beneficios del portafolio y cómo responder objeciones comunes.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altLang="es-CO" sz="1600" dirty="0"/>
              <a:t>Guías rápidas de objeciones: Crear material de consulta rápida con respuestas efectivas a dudas frecuentes.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altLang="es-CO" sz="1600" dirty="0"/>
              <a:t>Role </a:t>
            </a:r>
            <a:r>
              <a:rPr lang="es-CO" altLang="es-CO" sz="1600" dirty="0" err="1"/>
              <a:t>playing</a:t>
            </a:r>
            <a:r>
              <a:rPr lang="es-CO" altLang="es-CO" sz="1600" dirty="0"/>
              <a:t> semanal: Simulaciones de ventas para mejorar la confianza en la argumentación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O" altLang="es-CO" sz="1600" dirty="0"/>
          </a:p>
          <a:p>
            <a:r>
              <a:rPr lang="es-CO" sz="1600" b="1" dirty="0"/>
              <a:t>Labor de Venta</a:t>
            </a:r>
            <a:r>
              <a:rPr lang="es-CO" sz="1600" dirty="0"/>
              <a:t> </a:t>
            </a:r>
            <a:r>
              <a:rPr lang="es-MX" sz="1600" b="1" dirty="0"/>
              <a:t>: </a:t>
            </a:r>
            <a:endParaRPr lang="es-CO" altLang="es-CO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altLang="es-CO" sz="1600" dirty="0"/>
              <a:t>Entrenamiento en técnicas de cierre de ventas: Reforzar la venta consultiva con enfoque en necesidades del cliente.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altLang="es-CO" sz="1600" dirty="0"/>
              <a:t>Seguimiento con evaluaciones internas: </a:t>
            </a:r>
            <a:r>
              <a:rPr lang="es-CO" altLang="es-CO" sz="1600" dirty="0" err="1"/>
              <a:t>Mistery</a:t>
            </a:r>
            <a:r>
              <a:rPr lang="es-CO" altLang="es-CO" sz="1600" dirty="0"/>
              <a:t> </a:t>
            </a:r>
            <a:r>
              <a:rPr lang="es-CO" altLang="es-CO" sz="1600" dirty="0" err="1"/>
              <a:t>shoppers</a:t>
            </a:r>
            <a:r>
              <a:rPr lang="es-CO" altLang="es-CO" sz="1600" dirty="0"/>
              <a:t> internos para validar mejoras.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altLang="es-CO" sz="1600" dirty="0"/>
              <a:t>Incentivos por conversión: Recompensar a asesores con mayores tasas de cierre.</a:t>
            </a:r>
          </a:p>
        </p:txBody>
      </p:sp>
      <p:pic>
        <p:nvPicPr>
          <p:cNvPr id="2" name="Imagen 1" descr="Icono&#10;&#10;Descripción generada automáticamente">
            <a:extLst>
              <a:ext uri="{FF2B5EF4-FFF2-40B4-BE49-F238E27FC236}">
                <a16:creationId xmlns:a16="http://schemas.microsoft.com/office/drawing/2014/main" id="{573C6342-79EA-66F6-3FE9-DED0F002CF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34" y="3186414"/>
            <a:ext cx="2560659" cy="485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9402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523bf45-09fb-4f9b-aa49-e403c0417b10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FA310A980BBAC44A75191F65BAE12E7" ma:contentTypeVersion="17" ma:contentTypeDescription="Crear nuevo documento." ma:contentTypeScope="" ma:versionID="1b66a577699fb63061267e374f5870ae">
  <xsd:schema xmlns:xsd="http://www.w3.org/2001/XMLSchema" xmlns:xs="http://www.w3.org/2001/XMLSchema" xmlns:p="http://schemas.microsoft.com/office/2006/metadata/properties" xmlns:ns3="e523bf45-09fb-4f9b-aa49-e403c0417b10" xmlns:ns4="726c8eaf-14c1-4e89-a6e9-59524033e4a7" targetNamespace="http://schemas.microsoft.com/office/2006/metadata/properties" ma:root="true" ma:fieldsID="1778c55661338f28ad7931875976b49f" ns3:_="" ns4:_="">
    <xsd:import namespace="e523bf45-09fb-4f9b-aa49-e403c0417b10"/>
    <xsd:import namespace="726c8eaf-14c1-4e89-a6e9-59524033e4a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23bf45-09fb-4f9b-aa49-e403c0417b1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6c8eaf-14c1-4e89-a6e9-59524033e4a7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8446356-CFDD-47F4-A1AC-D66587E12E15}">
  <ds:schemaRefs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purl.org/dc/terms/"/>
    <ds:schemaRef ds:uri="e523bf45-09fb-4f9b-aa49-e403c0417b10"/>
    <ds:schemaRef ds:uri="http://purl.org/dc/elements/1.1/"/>
    <ds:schemaRef ds:uri="http://purl.org/dc/dcmitype/"/>
    <ds:schemaRef ds:uri="726c8eaf-14c1-4e89-a6e9-59524033e4a7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FC701C1-7C78-499B-B1A4-7BF88100E1A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523bf45-09fb-4f9b-aa49-e403c0417b10"/>
    <ds:schemaRef ds:uri="726c8eaf-14c1-4e89-a6e9-59524033e4a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04E4501-7E14-43A4-96E9-4CECCAB4F3B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6202</TotalTime>
  <Words>1745</Words>
  <Application>Microsoft Office PowerPoint</Application>
  <PresentationFormat>Panorámica</PresentationFormat>
  <Paragraphs>215</Paragraphs>
  <Slides>20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8" baseType="lpstr">
      <vt:lpstr>Aptos</vt:lpstr>
      <vt:lpstr>Aptos Display</vt:lpstr>
      <vt:lpstr>Aptos Narrow</vt:lpstr>
      <vt:lpstr>Arial</vt:lpstr>
      <vt:lpstr>Franklin Gothic Demi</vt:lpstr>
      <vt:lpstr>ui-sans-serif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Angie Lorena Gomez Romero</dc:creator>
  <cp:lastModifiedBy>Diego Raul Guerrero Anaya</cp:lastModifiedBy>
  <cp:revision>35</cp:revision>
  <dcterms:created xsi:type="dcterms:W3CDTF">2024-07-23T15:31:20Z</dcterms:created>
  <dcterms:modified xsi:type="dcterms:W3CDTF">2026-04-09T17:27:09Z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64e5b13-2d98-4ce3-adad-008bcee42cb2_Enabled">
    <vt:lpwstr>true</vt:lpwstr>
  </property>
  <property fmtid="{D5CDD505-2E9C-101B-9397-08002B2CF9AE}" pid="3" name="MSIP_Label_b64e5b13-2d98-4ce3-adad-008bcee42cb2_SetDate">
    <vt:lpwstr>2025-02-18T12:54:11Z</vt:lpwstr>
  </property>
  <property fmtid="{D5CDD505-2E9C-101B-9397-08002B2CF9AE}" pid="4" name="MSIP_Label_b64e5b13-2d98-4ce3-adad-008bcee42cb2_Method">
    <vt:lpwstr>Standard</vt:lpwstr>
  </property>
  <property fmtid="{D5CDD505-2E9C-101B-9397-08002B2CF9AE}" pid="5" name="MSIP_Label_b64e5b13-2d98-4ce3-adad-008bcee42cb2_Name">
    <vt:lpwstr>Información Confidencial</vt:lpwstr>
  </property>
  <property fmtid="{D5CDD505-2E9C-101B-9397-08002B2CF9AE}" pid="6" name="MSIP_Label_b64e5b13-2d98-4ce3-adad-008bcee42cb2_SiteId">
    <vt:lpwstr>d2bc208e-4fff-4078-b5ac-f69a6a266ff3</vt:lpwstr>
  </property>
  <property fmtid="{D5CDD505-2E9C-101B-9397-08002B2CF9AE}" pid="7" name="MSIP_Label_b64e5b13-2d98-4ce3-adad-008bcee42cb2_ActionId">
    <vt:lpwstr>cc883d48-43a9-431b-b437-4e3ce90acde8</vt:lpwstr>
  </property>
  <property fmtid="{D5CDD505-2E9C-101B-9397-08002B2CF9AE}" pid="8" name="MSIP_Label_b64e5b13-2d98-4ce3-adad-008bcee42cb2_ContentBits">
    <vt:lpwstr>0</vt:lpwstr>
  </property>
  <property fmtid="{D5CDD505-2E9C-101B-9397-08002B2CF9AE}" pid="9" name="MSIP_Label_b64e5b13-2d98-4ce3-adad-008bcee42cb2_Tag">
    <vt:lpwstr>10, 3, 0, 2</vt:lpwstr>
  </property>
  <property fmtid="{D5CDD505-2E9C-101B-9397-08002B2CF9AE}" pid="10" name="ContentTypeId">
    <vt:lpwstr>0x0101009FA310A980BBAC44A75191F65BAE12E7</vt:lpwstr>
  </property>
</Properties>
</file>