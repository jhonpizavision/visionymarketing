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332" r:id="rId5"/>
    <p:sldId id="333" r:id="rId6"/>
    <p:sldId id="334" r:id="rId7"/>
    <p:sldId id="354" r:id="rId8"/>
    <p:sldId id="379" r:id="rId9"/>
    <p:sldId id="429" r:id="rId10"/>
    <p:sldId id="415" r:id="rId11"/>
    <p:sldId id="389" r:id="rId12"/>
    <p:sldId id="391" r:id="rId13"/>
    <p:sldId id="331" r:id="rId14"/>
    <p:sldId id="276" r:id="rId15"/>
    <p:sldId id="257" r:id="rId16"/>
    <p:sldId id="378" r:id="rId17"/>
    <p:sldId id="398" r:id="rId18"/>
    <p:sldId id="419" r:id="rId19"/>
    <p:sldId id="421" r:id="rId20"/>
    <p:sldId id="437" r:id="rId21"/>
    <p:sldId id="425" r:id="rId22"/>
    <p:sldId id="330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rme Auditoria" id="{A25F183A-8BA2-49AA-B54A-A2BC4D92F211}">
          <p14:sldIdLst>
            <p14:sldId id="332"/>
            <p14:sldId id="333"/>
            <p14:sldId id="334"/>
            <p14:sldId id="354"/>
            <p14:sldId id="379"/>
            <p14:sldId id="429"/>
            <p14:sldId id="415"/>
            <p14:sldId id="389"/>
            <p14:sldId id="391"/>
          </p14:sldIdLst>
        </p14:section>
        <p14:section name="Informe Impulso" id="{E8B82DF3-41FF-4FB9-AD16-3D52B042A577}">
          <p14:sldIdLst>
            <p14:sldId id="331"/>
            <p14:sldId id="276"/>
            <p14:sldId id="257"/>
            <p14:sldId id="378"/>
            <p14:sldId id="398"/>
            <p14:sldId id="419"/>
            <p14:sldId id="421"/>
            <p14:sldId id="437"/>
            <p14:sldId id="425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C24"/>
    <a:srgbClr val="AA050B"/>
    <a:srgbClr val="F7A720"/>
    <a:srgbClr val="671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53B38-41A7-4198-9847-8EBAEF755EC4}" v="29" dt="2026-03-06T16:06:07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Raul Guerrero Anaya" userId="0ce4d9aa-8e9a-49aa-b0f2-d17a32a3775a" providerId="ADAL" clId="{DE868590-9F2C-4B03-9C62-B181C19ADC6C}"/>
    <pc:docChg chg="undo custSel addSld delSld modSld sldOrd modSection">
      <pc:chgData name="Diego Raul Guerrero Anaya" userId="0ce4d9aa-8e9a-49aa-b0f2-d17a32a3775a" providerId="ADAL" clId="{DE868590-9F2C-4B03-9C62-B181C19ADC6C}" dt="2026-03-06T16:06:23.162" v="4263" actId="1076"/>
      <pc:docMkLst>
        <pc:docMk/>
      </pc:docMkLst>
      <pc:sldChg chg="addSp delSp modSp mod">
        <pc:chgData name="Diego Raul Guerrero Anaya" userId="0ce4d9aa-8e9a-49aa-b0f2-d17a32a3775a" providerId="ADAL" clId="{DE868590-9F2C-4B03-9C62-B181C19ADC6C}" dt="2026-03-03T21:06:22.752" v="2635" actId="1076"/>
        <pc:sldMkLst>
          <pc:docMk/>
          <pc:sldMk cId="342973568" sldId="257"/>
        </pc:sldMkLst>
        <pc:spChg chg="add mod">
          <ac:chgData name="Diego Raul Guerrero Anaya" userId="0ce4d9aa-8e9a-49aa-b0f2-d17a32a3775a" providerId="ADAL" clId="{DE868590-9F2C-4B03-9C62-B181C19ADC6C}" dt="2026-03-03T20:58:47.603" v="2530"/>
          <ac:spMkLst>
            <pc:docMk/>
            <pc:sldMk cId="342973568" sldId="257"/>
            <ac:spMk id="2" creationId="{3036DD4A-848D-2BA4-1DA0-5236E5D1A7D5}"/>
          </ac:spMkLst>
        </pc:spChg>
        <pc:spChg chg="mod">
          <ac:chgData name="Diego Raul Guerrero Anaya" userId="0ce4d9aa-8e9a-49aa-b0f2-d17a32a3775a" providerId="ADAL" clId="{DE868590-9F2C-4B03-9C62-B181C19ADC6C}" dt="2026-03-03T21:06:13.949" v="2634" actId="1076"/>
          <ac:spMkLst>
            <pc:docMk/>
            <pc:sldMk cId="342973568" sldId="257"/>
            <ac:spMk id="3" creationId="{5517A915-85AE-5FA2-8B73-8C6D4927CC78}"/>
          </ac:spMkLst>
        </pc:spChg>
        <pc:spChg chg="add mod">
          <ac:chgData name="Diego Raul Guerrero Anaya" userId="0ce4d9aa-8e9a-49aa-b0f2-d17a32a3775a" providerId="ADAL" clId="{DE868590-9F2C-4B03-9C62-B181C19ADC6C}" dt="2026-03-03T21:03:14.412" v="2599"/>
          <ac:spMkLst>
            <pc:docMk/>
            <pc:sldMk cId="342973568" sldId="257"/>
            <ac:spMk id="6" creationId="{4B2B7956-0589-602B-6775-2258858EA593}"/>
          </ac:spMkLst>
        </pc:spChg>
        <pc:spChg chg="add mod">
          <ac:chgData name="Diego Raul Guerrero Anaya" userId="0ce4d9aa-8e9a-49aa-b0f2-d17a32a3775a" providerId="ADAL" clId="{DE868590-9F2C-4B03-9C62-B181C19ADC6C}" dt="2026-03-03T21:03:14.412" v="2599"/>
          <ac:spMkLst>
            <pc:docMk/>
            <pc:sldMk cId="342973568" sldId="257"/>
            <ac:spMk id="10" creationId="{966C0D91-F28F-3EC2-6FBF-1C7EC6A7F096}"/>
          </ac:spMkLst>
        </pc:spChg>
        <pc:spChg chg="add mod">
          <ac:chgData name="Diego Raul Guerrero Anaya" userId="0ce4d9aa-8e9a-49aa-b0f2-d17a32a3775a" providerId="ADAL" clId="{DE868590-9F2C-4B03-9C62-B181C19ADC6C}" dt="2026-03-03T21:03:14.412" v="2599"/>
          <ac:spMkLst>
            <pc:docMk/>
            <pc:sldMk cId="342973568" sldId="257"/>
            <ac:spMk id="14" creationId="{6F934006-4EB8-CAFF-1CFC-058B5E046AF8}"/>
          </ac:spMkLst>
        </pc:spChg>
        <pc:spChg chg="add mod">
          <ac:chgData name="Diego Raul Guerrero Anaya" userId="0ce4d9aa-8e9a-49aa-b0f2-d17a32a3775a" providerId="ADAL" clId="{DE868590-9F2C-4B03-9C62-B181C19ADC6C}" dt="2026-03-03T21:03:14.412" v="2599"/>
          <ac:spMkLst>
            <pc:docMk/>
            <pc:sldMk cId="342973568" sldId="257"/>
            <ac:spMk id="16" creationId="{34411EE4-C6A2-7615-C04C-72AB92201270}"/>
          </ac:spMkLst>
        </pc:spChg>
        <pc:spChg chg="add mod">
          <ac:chgData name="Diego Raul Guerrero Anaya" userId="0ce4d9aa-8e9a-49aa-b0f2-d17a32a3775a" providerId="ADAL" clId="{DE868590-9F2C-4B03-9C62-B181C19ADC6C}" dt="2026-03-03T21:03:14.412" v="2599"/>
          <ac:spMkLst>
            <pc:docMk/>
            <pc:sldMk cId="342973568" sldId="257"/>
            <ac:spMk id="18" creationId="{1481967B-5F52-7613-7E7C-6B837812EADF}"/>
          </ac:spMkLst>
        </pc:spChg>
        <pc:picChg chg="add mod">
          <ac:chgData name="Diego Raul Guerrero Anaya" userId="0ce4d9aa-8e9a-49aa-b0f2-d17a32a3775a" providerId="ADAL" clId="{DE868590-9F2C-4B03-9C62-B181C19ADC6C}" dt="2026-03-03T21:03:14.412" v="2599"/>
          <ac:picMkLst>
            <pc:docMk/>
            <pc:sldMk cId="342973568" sldId="257"/>
            <ac:picMk id="5" creationId="{82BC8DB7-8843-AABF-3D82-2C9BDAE212A0}"/>
          </ac:picMkLst>
        </pc:picChg>
        <pc:picChg chg="add mod">
          <ac:chgData name="Diego Raul Guerrero Anaya" userId="0ce4d9aa-8e9a-49aa-b0f2-d17a32a3775a" providerId="ADAL" clId="{DE868590-9F2C-4B03-9C62-B181C19ADC6C}" dt="2026-03-03T21:03:14.412" v="2599"/>
          <ac:picMkLst>
            <pc:docMk/>
            <pc:sldMk cId="342973568" sldId="257"/>
            <ac:picMk id="9" creationId="{7BB4E960-4438-68F0-7FA1-608F001F86C0}"/>
          </ac:picMkLst>
        </pc:picChg>
        <pc:picChg chg="add mod">
          <ac:chgData name="Diego Raul Guerrero Anaya" userId="0ce4d9aa-8e9a-49aa-b0f2-d17a32a3775a" providerId="ADAL" clId="{DE868590-9F2C-4B03-9C62-B181C19ADC6C}" dt="2026-03-03T21:03:14.412" v="2599"/>
          <ac:picMkLst>
            <pc:docMk/>
            <pc:sldMk cId="342973568" sldId="257"/>
            <ac:picMk id="13" creationId="{331ACE32-5394-EF38-1D77-CDB0D5EE192B}"/>
          </ac:picMkLst>
        </pc:picChg>
        <pc:picChg chg="add mod">
          <ac:chgData name="Diego Raul Guerrero Anaya" userId="0ce4d9aa-8e9a-49aa-b0f2-d17a32a3775a" providerId="ADAL" clId="{DE868590-9F2C-4B03-9C62-B181C19ADC6C}" dt="2026-03-03T21:03:14.412" v="2599"/>
          <ac:picMkLst>
            <pc:docMk/>
            <pc:sldMk cId="342973568" sldId="257"/>
            <ac:picMk id="15" creationId="{D93E8D25-B8D3-3CB3-C017-5CAACB59AC62}"/>
          </ac:picMkLst>
        </pc:picChg>
        <pc:picChg chg="add mod">
          <ac:chgData name="Diego Raul Guerrero Anaya" userId="0ce4d9aa-8e9a-49aa-b0f2-d17a32a3775a" providerId="ADAL" clId="{DE868590-9F2C-4B03-9C62-B181C19ADC6C}" dt="2026-03-03T21:03:14.412" v="2599"/>
          <ac:picMkLst>
            <pc:docMk/>
            <pc:sldMk cId="342973568" sldId="257"/>
            <ac:picMk id="17" creationId="{E72FE12F-3933-237E-89AB-904E2E035474}"/>
          </ac:picMkLst>
        </pc:picChg>
        <pc:picChg chg="add mod">
          <ac:chgData name="Diego Raul Guerrero Anaya" userId="0ce4d9aa-8e9a-49aa-b0f2-d17a32a3775a" providerId="ADAL" clId="{DE868590-9F2C-4B03-9C62-B181C19ADC6C}" dt="2026-03-03T21:06:22.752" v="2635" actId="1076"/>
          <ac:picMkLst>
            <pc:docMk/>
            <pc:sldMk cId="342973568" sldId="257"/>
            <ac:picMk id="19" creationId="{A04F67BA-77A5-13AE-EAB7-0E943BC0F2E9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3T21:03:03.747" v="2597" actId="1076"/>
        <pc:sldMkLst>
          <pc:docMk/>
          <pc:sldMk cId="1408814012" sldId="276"/>
        </pc:sldMkLst>
        <pc:spChg chg="add mod">
          <ac:chgData name="Diego Raul Guerrero Anaya" userId="0ce4d9aa-8e9a-49aa-b0f2-d17a32a3775a" providerId="ADAL" clId="{DE868590-9F2C-4B03-9C62-B181C19ADC6C}" dt="2026-03-03T21:03:03.747" v="2597" actId="1076"/>
          <ac:spMkLst>
            <pc:docMk/>
            <pc:sldMk cId="1408814012" sldId="276"/>
            <ac:spMk id="3" creationId="{9D2E08F5-B510-FE06-B41E-4FB7DF273523}"/>
          </ac:spMkLst>
        </pc:spChg>
        <pc:spChg chg="add mod">
          <ac:chgData name="Diego Raul Guerrero Anaya" userId="0ce4d9aa-8e9a-49aa-b0f2-d17a32a3775a" providerId="ADAL" clId="{DE868590-9F2C-4B03-9C62-B181C19ADC6C}" dt="2026-03-03T21:03:03.747" v="2597" actId="1076"/>
          <ac:spMkLst>
            <pc:docMk/>
            <pc:sldMk cId="1408814012" sldId="276"/>
            <ac:spMk id="9" creationId="{EE239DFB-2386-4AB7-F74B-4DD809211AF4}"/>
          </ac:spMkLst>
        </pc:spChg>
        <pc:spChg chg="add mod">
          <ac:chgData name="Diego Raul Guerrero Anaya" userId="0ce4d9aa-8e9a-49aa-b0f2-d17a32a3775a" providerId="ADAL" clId="{DE868590-9F2C-4B03-9C62-B181C19ADC6C}" dt="2026-03-03T21:03:03.747" v="2597" actId="1076"/>
          <ac:spMkLst>
            <pc:docMk/>
            <pc:sldMk cId="1408814012" sldId="276"/>
            <ac:spMk id="12" creationId="{2831277D-D2C9-EB04-036B-06276EE82E92}"/>
          </ac:spMkLst>
        </pc:spChg>
        <pc:spChg chg="add mod">
          <ac:chgData name="Diego Raul Guerrero Anaya" userId="0ce4d9aa-8e9a-49aa-b0f2-d17a32a3775a" providerId="ADAL" clId="{DE868590-9F2C-4B03-9C62-B181C19ADC6C}" dt="2026-03-03T21:03:03.747" v="2597" actId="1076"/>
          <ac:spMkLst>
            <pc:docMk/>
            <pc:sldMk cId="1408814012" sldId="276"/>
            <ac:spMk id="24" creationId="{1C07066C-8BEA-A9F3-8C31-F3D84CC09AB4}"/>
          </ac:spMkLst>
        </pc:spChg>
        <pc:spChg chg="mod">
          <ac:chgData name="Diego Raul Guerrero Anaya" userId="0ce4d9aa-8e9a-49aa-b0f2-d17a32a3775a" providerId="ADAL" clId="{DE868590-9F2C-4B03-9C62-B181C19ADC6C}" dt="2026-03-03T20:58:39.418" v="2528" actId="20577"/>
          <ac:spMkLst>
            <pc:docMk/>
            <pc:sldMk cId="1408814012" sldId="276"/>
            <ac:spMk id="26" creationId="{1D4B4EC2-2B82-9176-5626-2B64202C2BEA}"/>
          </ac:spMkLst>
        </pc:spChg>
        <pc:spChg chg="add mod">
          <ac:chgData name="Diego Raul Guerrero Anaya" userId="0ce4d9aa-8e9a-49aa-b0f2-d17a32a3775a" providerId="ADAL" clId="{DE868590-9F2C-4B03-9C62-B181C19ADC6C}" dt="2026-03-03T21:03:03.747" v="2597" actId="1076"/>
          <ac:spMkLst>
            <pc:docMk/>
            <pc:sldMk cId="1408814012" sldId="276"/>
            <ac:spMk id="29" creationId="{A6638B4E-B52D-2185-E12A-18B4B73CAF5D}"/>
          </ac:spMkLst>
        </pc:spChg>
        <pc:picChg chg="add mod">
          <ac:chgData name="Diego Raul Guerrero Anaya" userId="0ce4d9aa-8e9a-49aa-b0f2-d17a32a3775a" providerId="ADAL" clId="{DE868590-9F2C-4B03-9C62-B181C19ADC6C}" dt="2026-03-03T21:03:03.747" v="2597" actId="1076"/>
          <ac:picMkLst>
            <pc:docMk/>
            <pc:sldMk cId="1408814012" sldId="276"/>
            <ac:picMk id="2" creationId="{81FE9502-6EA2-6ECC-1050-E1D15CE3862F}"/>
          </ac:picMkLst>
        </pc:picChg>
        <pc:picChg chg="add mod">
          <ac:chgData name="Diego Raul Guerrero Anaya" userId="0ce4d9aa-8e9a-49aa-b0f2-d17a32a3775a" providerId="ADAL" clId="{DE868590-9F2C-4B03-9C62-B181C19ADC6C}" dt="2026-03-03T21:03:03.747" v="2597" actId="1076"/>
          <ac:picMkLst>
            <pc:docMk/>
            <pc:sldMk cId="1408814012" sldId="276"/>
            <ac:picMk id="5" creationId="{C20E2930-599A-7419-C11D-C0E4A40A6375}"/>
          </ac:picMkLst>
        </pc:picChg>
        <pc:picChg chg="add mod">
          <ac:chgData name="Diego Raul Guerrero Anaya" userId="0ce4d9aa-8e9a-49aa-b0f2-d17a32a3775a" providerId="ADAL" clId="{DE868590-9F2C-4B03-9C62-B181C19ADC6C}" dt="2026-03-03T21:03:03.747" v="2597" actId="1076"/>
          <ac:picMkLst>
            <pc:docMk/>
            <pc:sldMk cId="1408814012" sldId="276"/>
            <ac:picMk id="11" creationId="{2D140C20-01C3-7105-AB68-98051006E0EC}"/>
          </ac:picMkLst>
        </pc:picChg>
        <pc:picChg chg="add mod">
          <ac:chgData name="Diego Raul Guerrero Anaya" userId="0ce4d9aa-8e9a-49aa-b0f2-d17a32a3775a" providerId="ADAL" clId="{DE868590-9F2C-4B03-9C62-B181C19ADC6C}" dt="2026-03-03T21:03:03.747" v="2597" actId="1076"/>
          <ac:picMkLst>
            <pc:docMk/>
            <pc:sldMk cId="1408814012" sldId="276"/>
            <ac:picMk id="23" creationId="{D53C147F-A8BB-D2BD-2985-DAC3BE773D83}"/>
          </ac:picMkLst>
        </pc:picChg>
        <pc:picChg chg="add mod">
          <ac:chgData name="Diego Raul Guerrero Anaya" userId="0ce4d9aa-8e9a-49aa-b0f2-d17a32a3775a" providerId="ADAL" clId="{DE868590-9F2C-4B03-9C62-B181C19ADC6C}" dt="2026-03-03T21:03:03.747" v="2597" actId="1076"/>
          <ac:picMkLst>
            <pc:docMk/>
            <pc:sldMk cId="1408814012" sldId="276"/>
            <ac:picMk id="28" creationId="{329F6434-BA0F-2B3B-586C-B0727F92309E}"/>
          </ac:picMkLst>
        </pc:picChg>
      </pc:sldChg>
      <pc:sldChg chg="modSp mod">
        <pc:chgData name="Diego Raul Guerrero Anaya" userId="0ce4d9aa-8e9a-49aa-b0f2-d17a32a3775a" providerId="ADAL" clId="{DE868590-9F2C-4B03-9C62-B181C19ADC6C}" dt="2026-03-03T20:55:45.179" v="2512" actId="20577"/>
        <pc:sldMkLst>
          <pc:docMk/>
          <pc:sldMk cId="1254772405" sldId="331"/>
        </pc:sldMkLst>
        <pc:spChg chg="mod">
          <ac:chgData name="Diego Raul Guerrero Anaya" userId="0ce4d9aa-8e9a-49aa-b0f2-d17a32a3775a" providerId="ADAL" clId="{DE868590-9F2C-4B03-9C62-B181C19ADC6C}" dt="2026-03-03T20:55:45.179" v="2512" actId="20577"/>
          <ac:spMkLst>
            <pc:docMk/>
            <pc:sldMk cId="1254772405" sldId="331"/>
            <ac:spMk id="16" creationId="{CAD1F5A1-A45B-7474-6EF8-7CEEC5771C78}"/>
          </ac:spMkLst>
        </pc:spChg>
      </pc:sldChg>
      <pc:sldChg chg="modSp mod">
        <pc:chgData name="Diego Raul Guerrero Anaya" userId="0ce4d9aa-8e9a-49aa-b0f2-d17a32a3775a" providerId="ADAL" clId="{DE868590-9F2C-4B03-9C62-B181C19ADC6C}" dt="2026-03-03T20:24:01.538" v="2123" actId="20577"/>
        <pc:sldMkLst>
          <pc:docMk/>
          <pc:sldMk cId="3626027867" sldId="332"/>
        </pc:sldMkLst>
        <pc:spChg chg="mod">
          <ac:chgData name="Diego Raul Guerrero Anaya" userId="0ce4d9aa-8e9a-49aa-b0f2-d17a32a3775a" providerId="ADAL" clId="{DE868590-9F2C-4B03-9C62-B181C19ADC6C}" dt="2026-03-03T20:24:01.538" v="2123" actId="20577"/>
          <ac:spMkLst>
            <pc:docMk/>
            <pc:sldMk cId="3626027867" sldId="332"/>
            <ac:spMk id="16" creationId="{7B31CB7F-F65F-251B-F642-C7D40861EB8B}"/>
          </ac:spMkLst>
        </pc:spChg>
      </pc:sldChg>
      <pc:sldChg chg="delSp modSp mod">
        <pc:chgData name="Diego Raul Guerrero Anaya" userId="0ce4d9aa-8e9a-49aa-b0f2-d17a32a3775a" providerId="ADAL" clId="{DE868590-9F2C-4B03-9C62-B181C19ADC6C}" dt="2026-03-03T20:27:39.782" v="2148" actId="478"/>
        <pc:sldMkLst>
          <pc:docMk/>
          <pc:sldMk cId="1081019199" sldId="333"/>
        </pc:sldMkLst>
        <pc:spChg chg="mod">
          <ac:chgData name="Diego Raul Guerrero Anaya" userId="0ce4d9aa-8e9a-49aa-b0f2-d17a32a3775a" providerId="ADAL" clId="{DE868590-9F2C-4B03-9C62-B181C19ADC6C}" dt="2026-03-03T20:27:18.207" v="2146" actId="20577"/>
          <ac:spMkLst>
            <pc:docMk/>
            <pc:sldMk cId="1081019199" sldId="333"/>
            <ac:spMk id="16" creationId="{BCBAF28B-4381-CD77-9109-915F46BB08BF}"/>
          </ac:spMkLst>
        </pc:spChg>
        <pc:spChg chg="mod">
          <ac:chgData name="Diego Raul Guerrero Anaya" userId="0ce4d9aa-8e9a-49aa-b0f2-d17a32a3775a" providerId="ADAL" clId="{DE868590-9F2C-4B03-9C62-B181C19ADC6C}" dt="2026-03-03T20:24:09.085" v="2130" actId="20577"/>
          <ac:spMkLst>
            <pc:docMk/>
            <pc:sldMk cId="1081019199" sldId="333"/>
            <ac:spMk id="26" creationId="{1D4B4EC2-2B82-9176-5626-2B64202C2BEA}"/>
          </ac:spMkLst>
        </pc:spChg>
      </pc:sldChg>
      <pc:sldChg chg="addSp delSp modSp mod">
        <pc:chgData name="Diego Raul Guerrero Anaya" userId="0ce4d9aa-8e9a-49aa-b0f2-d17a32a3775a" providerId="ADAL" clId="{DE868590-9F2C-4B03-9C62-B181C19ADC6C}" dt="2026-03-03T20:36:23.571" v="2188" actId="14100"/>
        <pc:sldMkLst>
          <pc:docMk/>
          <pc:sldMk cId="3879780745" sldId="334"/>
        </pc:sldMkLst>
        <pc:spChg chg="add mod">
          <ac:chgData name="Diego Raul Guerrero Anaya" userId="0ce4d9aa-8e9a-49aa-b0f2-d17a32a3775a" providerId="ADAL" clId="{DE868590-9F2C-4B03-9C62-B181C19ADC6C}" dt="2026-03-03T20:24:23.476" v="2132"/>
          <ac:spMkLst>
            <pc:docMk/>
            <pc:sldMk cId="3879780745" sldId="334"/>
            <ac:spMk id="2" creationId="{21BCDC23-9C1F-D083-1EFB-3E7BE1017AEE}"/>
          </ac:spMkLst>
        </pc:spChg>
        <pc:spChg chg="mod">
          <ac:chgData name="Diego Raul Guerrero Anaya" userId="0ce4d9aa-8e9a-49aa-b0f2-d17a32a3775a" providerId="ADAL" clId="{DE868590-9F2C-4B03-9C62-B181C19ADC6C}" dt="2026-03-03T20:32:59.620" v="2166" actId="20577"/>
          <ac:spMkLst>
            <pc:docMk/>
            <pc:sldMk cId="3879780745" sldId="334"/>
            <ac:spMk id="3" creationId="{5517A915-85AE-5FA2-8B73-8C6D4927CC78}"/>
          </ac:spMkLst>
        </pc:spChg>
        <pc:spChg chg="add mod">
          <ac:chgData name="Diego Raul Guerrero Anaya" userId="0ce4d9aa-8e9a-49aa-b0f2-d17a32a3775a" providerId="ADAL" clId="{DE868590-9F2C-4B03-9C62-B181C19ADC6C}" dt="2026-03-03T20:34:00.202" v="2168"/>
          <ac:spMkLst>
            <pc:docMk/>
            <pc:sldMk cId="3879780745" sldId="334"/>
            <ac:spMk id="6" creationId="{70CF9432-EC05-FD9D-231D-C50FF2C98A62}"/>
          </ac:spMkLst>
        </pc:spChg>
        <pc:spChg chg="add mod">
          <ac:chgData name="Diego Raul Guerrero Anaya" userId="0ce4d9aa-8e9a-49aa-b0f2-d17a32a3775a" providerId="ADAL" clId="{DE868590-9F2C-4B03-9C62-B181C19ADC6C}" dt="2026-03-03T20:34:00.202" v="2168"/>
          <ac:spMkLst>
            <pc:docMk/>
            <pc:sldMk cId="3879780745" sldId="334"/>
            <ac:spMk id="7" creationId="{0E19EFBD-61A8-3A3E-9641-2DBAD2DC6A8D}"/>
          </ac:spMkLst>
        </pc:spChg>
        <pc:spChg chg="add mod">
          <ac:chgData name="Diego Raul Guerrero Anaya" userId="0ce4d9aa-8e9a-49aa-b0f2-d17a32a3775a" providerId="ADAL" clId="{DE868590-9F2C-4B03-9C62-B181C19ADC6C}" dt="2026-03-03T20:34:00.202" v="2168"/>
          <ac:spMkLst>
            <pc:docMk/>
            <pc:sldMk cId="3879780745" sldId="334"/>
            <ac:spMk id="26" creationId="{092EF00A-F5CB-E2F4-D4D9-A06E95E1C851}"/>
          </ac:spMkLst>
        </pc:spChg>
        <pc:spChg chg="mod">
          <ac:chgData name="Diego Raul Guerrero Anaya" userId="0ce4d9aa-8e9a-49aa-b0f2-d17a32a3775a" providerId="ADAL" clId="{DE868590-9F2C-4B03-9C62-B181C19ADC6C}" dt="2026-03-03T20:35:45.450" v="2184" actId="1076"/>
          <ac:spMkLst>
            <pc:docMk/>
            <pc:sldMk cId="3879780745" sldId="334"/>
            <ac:spMk id="44" creationId="{CBFD5C63-9190-FCFB-F015-5ECE2AE5FF00}"/>
          </ac:spMkLst>
        </pc:spChg>
        <pc:picChg chg="add mod">
          <ac:chgData name="Diego Raul Guerrero Anaya" userId="0ce4d9aa-8e9a-49aa-b0f2-d17a32a3775a" providerId="ADAL" clId="{DE868590-9F2C-4B03-9C62-B181C19ADC6C}" dt="2026-03-03T20:34:00.202" v="2168"/>
          <ac:picMkLst>
            <pc:docMk/>
            <pc:sldMk cId="3879780745" sldId="334"/>
            <ac:picMk id="5" creationId="{AB7B0DE1-4713-AF0F-4BEC-BC0FC9F8F29D}"/>
          </ac:picMkLst>
        </pc:picChg>
        <pc:picChg chg="add mod">
          <ac:chgData name="Diego Raul Guerrero Anaya" userId="0ce4d9aa-8e9a-49aa-b0f2-d17a32a3775a" providerId="ADAL" clId="{DE868590-9F2C-4B03-9C62-B181C19ADC6C}" dt="2026-03-03T20:34:00.202" v="2168"/>
          <ac:picMkLst>
            <pc:docMk/>
            <pc:sldMk cId="3879780745" sldId="334"/>
            <ac:picMk id="9" creationId="{80F6C026-B541-F0D6-E09A-57A348669458}"/>
          </ac:picMkLst>
        </pc:picChg>
        <pc:picChg chg="add mod">
          <ac:chgData name="Diego Raul Guerrero Anaya" userId="0ce4d9aa-8e9a-49aa-b0f2-d17a32a3775a" providerId="ADAL" clId="{DE868590-9F2C-4B03-9C62-B181C19ADC6C}" dt="2026-03-03T20:34:00.202" v="2168"/>
          <ac:picMkLst>
            <pc:docMk/>
            <pc:sldMk cId="3879780745" sldId="334"/>
            <ac:picMk id="10" creationId="{B205E347-EA21-0C66-E37A-508AC08E42C0}"/>
          </ac:picMkLst>
        </pc:picChg>
        <pc:picChg chg="add mod">
          <ac:chgData name="Diego Raul Guerrero Anaya" userId="0ce4d9aa-8e9a-49aa-b0f2-d17a32a3775a" providerId="ADAL" clId="{DE868590-9F2C-4B03-9C62-B181C19ADC6C}" dt="2026-03-03T20:35:35.326" v="2183" actId="1076"/>
          <ac:picMkLst>
            <pc:docMk/>
            <pc:sldMk cId="3879780745" sldId="334"/>
            <ac:picMk id="28" creationId="{BB66AD37-7335-BF80-78AB-0FCEE2A4F440}"/>
          </ac:picMkLst>
        </pc:picChg>
        <pc:picChg chg="add mod">
          <ac:chgData name="Diego Raul Guerrero Anaya" userId="0ce4d9aa-8e9a-49aa-b0f2-d17a32a3775a" providerId="ADAL" clId="{DE868590-9F2C-4B03-9C62-B181C19ADC6C}" dt="2026-03-03T20:36:23.571" v="2188" actId="14100"/>
          <ac:picMkLst>
            <pc:docMk/>
            <pc:sldMk cId="3879780745" sldId="334"/>
            <ac:picMk id="30" creationId="{214D18BC-5730-E0DD-055D-B3C0EC58AC64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00:28.445" v="2893" actId="14100"/>
        <pc:sldMkLst>
          <pc:docMk/>
          <pc:sldMk cId="3244617191" sldId="354"/>
        </pc:sldMkLst>
        <pc:spChg chg="add del mod">
          <ac:chgData name="Diego Raul Guerrero Anaya" userId="0ce4d9aa-8e9a-49aa-b0f2-d17a32a3775a" providerId="ADAL" clId="{DE868590-9F2C-4B03-9C62-B181C19ADC6C}" dt="2026-03-03T20:24:34.970" v="2144" actId="20577"/>
          <ac:spMkLst>
            <pc:docMk/>
            <pc:sldMk cId="3244617191" sldId="354"/>
            <ac:spMk id="12" creationId="{A56C0D7C-16C6-2D3B-B087-A36CC226F911}"/>
          </ac:spMkLst>
        </pc:spChg>
        <pc:spChg chg="mod">
          <ac:chgData name="Diego Raul Guerrero Anaya" userId="0ce4d9aa-8e9a-49aa-b0f2-d17a32a3775a" providerId="ADAL" clId="{DE868590-9F2C-4B03-9C62-B181C19ADC6C}" dt="2026-03-06T15:00:16.297" v="2892" actId="20577"/>
          <ac:spMkLst>
            <pc:docMk/>
            <pc:sldMk cId="3244617191" sldId="354"/>
            <ac:spMk id="19" creationId="{DC45A2B3-CBE7-6AF2-715B-B91866D1BE66}"/>
          </ac:spMkLst>
        </pc:spChg>
        <pc:spChg chg="add mod">
          <ac:chgData name="Diego Raul Guerrero Anaya" userId="0ce4d9aa-8e9a-49aa-b0f2-d17a32a3775a" providerId="ADAL" clId="{DE868590-9F2C-4B03-9C62-B181C19ADC6C}" dt="2026-03-03T20:37:04.308" v="2190"/>
          <ac:spMkLst>
            <pc:docMk/>
            <pc:sldMk cId="3244617191" sldId="354"/>
            <ac:spMk id="25" creationId="{5B10581B-A391-A69F-6AB3-6C65FF4B10A9}"/>
          </ac:spMkLst>
        </pc:spChg>
        <pc:spChg chg="add mod">
          <ac:chgData name="Diego Raul Guerrero Anaya" userId="0ce4d9aa-8e9a-49aa-b0f2-d17a32a3775a" providerId="ADAL" clId="{DE868590-9F2C-4B03-9C62-B181C19ADC6C}" dt="2026-03-03T20:37:08.933" v="2192" actId="20577"/>
          <ac:spMkLst>
            <pc:docMk/>
            <pc:sldMk cId="3244617191" sldId="354"/>
            <ac:spMk id="26" creationId="{551A0DCE-413B-A4F9-A773-E7729E82350A}"/>
          </ac:spMkLst>
        </pc:spChg>
        <pc:spChg chg="mod">
          <ac:chgData name="Diego Raul Guerrero Anaya" userId="0ce4d9aa-8e9a-49aa-b0f2-d17a32a3775a" providerId="ADAL" clId="{DE868590-9F2C-4B03-9C62-B181C19ADC6C}" dt="2026-03-06T15:00:28.445" v="2893" actId="14100"/>
          <ac:spMkLst>
            <pc:docMk/>
            <pc:sldMk cId="3244617191" sldId="354"/>
            <ac:spMk id="29" creationId="{7CF8D2E1-1556-C801-9A4E-C3B7E8B3951B}"/>
          </ac:spMkLst>
        </pc:spChg>
        <pc:spChg chg="add mod">
          <ac:chgData name="Diego Raul Guerrero Anaya" userId="0ce4d9aa-8e9a-49aa-b0f2-d17a32a3775a" providerId="ADAL" clId="{DE868590-9F2C-4B03-9C62-B181C19ADC6C}" dt="2026-03-03T20:37:13.773" v="2196" actId="20577"/>
          <ac:spMkLst>
            <pc:docMk/>
            <pc:sldMk cId="3244617191" sldId="354"/>
            <ac:spMk id="30" creationId="{6A43560B-C86C-F1C7-2A9F-C8C8BEC01C02}"/>
          </ac:spMkLst>
        </pc:spChg>
        <pc:spChg chg="mod">
          <ac:chgData name="Diego Raul Guerrero Anaya" userId="0ce4d9aa-8e9a-49aa-b0f2-d17a32a3775a" providerId="ADAL" clId="{DE868590-9F2C-4B03-9C62-B181C19ADC6C}" dt="2026-03-06T14:58:07.544" v="2867" actId="20577"/>
          <ac:spMkLst>
            <pc:docMk/>
            <pc:sldMk cId="3244617191" sldId="354"/>
            <ac:spMk id="31" creationId="{A9D9D877-17BF-C4B1-DBE2-2D740DCE891B}"/>
          </ac:spMkLst>
        </pc:spChg>
        <pc:graphicFrameChg chg="mod">
          <ac:chgData name="Diego Raul Guerrero Anaya" userId="0ce4d9aa-8e9a-49aa-b0f2-d17a32a3775a" providerId="ADAL" clId="{DE868590-9F2C-4B03-9C62-B181C19ADC6C}" dt="2026-03-06T14:58:24.320" v="2873" actId="1076"/>
          <ac:graphicFrameMkLst>
            <pc:docMk/>
            <pc:sldMk cId="3244617191" sldId="354"/>
            <ac:graphicFrameMk id="21" creationId="{D999FE1A-6116-4188-4598-09A426373573}"/>
          </ac:graphicFrameMkLst>
        </pc:graphicFrameChg>
        <pc:picChg chg="add mod">
          <ac:chgData name="Diego Raul Guerrero Anaya" userId="0ce4d9aa-8e9a-49aa-b0f2-d17a32a3775a" providerId="ADAL" clId="{DE868590-9F2C-4B03-9C62-B181C19ADC6C}" dt="2026-03-06T14:59:13.409" v="2881" actId="1076"/>
          <ac:picMkLst>
            <pc:docMk/>
            <pc:sldMk cId="3244617191" sldId="354"/>
            <ac:picMk id="2" creationId="{00AB9047-543A-F798-5FA3-9406CF7319B4}"/>
          </ac:picMkLst>
        </pc:picChg>
        <pc:picChg chg="add mod">
          <ac:chgData name="Diego Raul Guerrero Anaya" userId="0ce4d9aa-8e9a-49aa-b0f2-d17a32a3775a" providerId="ADAL" clId="{DE868590-9F2C-4B03-9C62-B181C19ADC6C}" dt="2026-03-06T15:00:00.190" v="2888" actId="1076"/>
          <ac:picMkLst>
            <pc:docMk/>
            <pc:sldMk cId="3244617191" sldId="354"/>
            <ac:picMk id="3" creationId="{C35B49BD-026A-5168-85CF-B0DC43F38437}"/>
          </ac:picMkLst>
        </pc:picChg>
        <pc:picChg chg="add mod">
          <ac:chgData name="Diego Raul Guerrero Anaya" userId="0ce4d9aa-8e9a-49aa-b0f2-d17a32a3775a" providerId="ADAL" clId="{DE868590-9F2C-4B03-9C62-B181C19ADC6C}" dt="2026-03-03T20:37:04.308" v="2190"/>
          <ac:picMkLst>
            <pc:docMk/>
            <pc:sldMk cId="3244617191" sldId="354"/>
            <ac:picMk id="23" creationId="{2C3FC970-57AB-4FD0-65DF-59A134742285}"/>
          </ac:picMkLst>
        </pc:picChg>
        <pc:picChg chg="add mod">
          <ac:chgData name="Diego Raul Guerrero Anaya" userId="0ce4d9aa-8e9a-49aa-b0f2-d17a32a3775a" providerId="ADAL" clId="{DE868590-9F2C-4B03-9C62-B181C19ADC6C}" dt="2026-03-03T20:37:04.308" v="2190"/>
          <ac:picMkLst>
            <pc:docMk/>
            <pc:sldMk cId="3244617191" sldId="354"/>
            <ac:picMk id="27" creationId="{4F54984D-0544-975B-2BBF-613E956DCF71}"/>
          </ac:picMkLst>
        </pc:picChg>
        <pc:picChg chg="add mod">
          <ac:chgData name="Diego Raul Guerrero Anaya" userId="0ce4d9aa-8e9a-49aa-b0f2-d17a32a3775a" providerId="ADAL" clId="{DE868590-9F2C-4B03-9C62-B181C19ADC6C}" dt="2026-03-03T20:37:04.308" v="2190"/>
          <ac:picMkLst>
            <pc:docMk/>
            <pc:sldMk cId="3244617191" sldId="354"/>
            <ac:picMk id="28" creationId="{8C50A4FE-0CF4-4D0A-FF80-1478B67A80C6}"/>
          </ac:picMkLst>
        </pc:picChg>
        <pc:picChg chg="add del mod">
          <ac:chgData name="Diego Raul Guerrero Anaya" userId="0ce4d9aa-8e9a-49aa-b0f2-d17a32a3775a" providerId="ADAL" clId="{DE868590-9F2C-4B03-9C62-B181C19ADC6C}" dt="2026-03-06T14:59:10.307" v="2880" actId="478"/>
          <ac:picMkLst>
            <pc:docMk/>
            <pc:sldMk cId="3244617191" sldId="354"/>
            <ac:picMk id="32" creationId="{EA4C8DFE-71B1-705C-E752-FBFEAC9BA180}"/>
          </ac:picMkLst>
        </pc:picChg>
        <pc:picChg chg="add del mod">
          <ac:chgData name="Diego Raul Guerrero Anaya" userId="0ce4d9aa-8e9a-49aa-b0f2-d17a32a3775a" providerId="ADAL" clId="{DE868590-9F2C-4B03-9C62-B181C19ADC6C}" dt="2026-03-06T14:59:41.982" v="2887" actId="478"/>
          <ac:picMkLst>
            <pc:docMk/>
            <pc:sldMk cId="3244617191" sldId="354"/>
            <ac:picMk id="33" creationId="{8351490A-577F-ACF5-EAEE-FAC445AEDB3A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6:06:23.162" v="4263" actId="1076"/>
        <pc:sldMkLst>
          <pc:docMk/>
          <pc:sldMk cId="3135349836" sldId="378"/>
        </pc:sldMkLst>
        <pc:spChg chg="add del mod">
          <ac:chgData name="Diego Raul Guerrero Anaya" userId="0ce4d9aa-8e9a-49aa-b0f2-d17a32a3775a" providerId="ADAL" clId="{DE868590-9F2C-4B03-9C62-B181C19ADC6C}" dt="2026-03-03T20:59:05.642" v="2551" actId="20577"/>
          <ac:spMkLst>
            <pc:docMk/>
            <pc:sldMk cId="3135349836" sldId="378"/>
            <ac:spMk id="12" creationId="{CA99E943-61C2-001F-2E86-6BB504A8BCA5}"/>
          </ac:spMkLst>
        </pc:spChg>
        <pc:spChg chg="mod">
          <ac:chgData name="Diego Raul Guerrero Anaya" userId="0ce4d9aa-8e9a-49aa-b0f2-d17a32a3775a" providerId="ADAL" clId="{DE868590-9F2C-4B03-9C62-B181C19ADC6C}" dt="2026-03-03T21:02:22.099" v="2575" actId="20577"/>
          <ac:spMkLst>
            <pc:docMk/>
            <pc:sldMk cId="3135349836" sldId="378"/>
            <ac:spMk id="13" creationId="{54795BA1-49BB-0171-9D95-F942997D9C2A}"/>
          </ac:spMkLst>
        </pc:spChg>
        <pc:spChg chg="mod">
          <ac:chgData name="Diego Raul Guerrero Anaya" userId="0ce4d9aa-8e9a-49aa-b0f2-d17a32a3775a" providerId="ADAL" clId="{DE868590-9F2C-4B03-9C62-B181C19ADC6C}" dt="2026-03-03T21:02:04.035" v="2573" actId="20577"/>
          <ac:spMkLst>
            <pc:docMk/>
            <pc:sldMk cId="3135349836" sldId="378"/>
            <ac:spMk id="15" creationId="{909DFE53-A330-5FD4-90DF-4AD23706C566}"/>
          </ac:spMkLst>
        </pc:spChg>
        <pc:spChg chg="add del mod">
          <ac:chgData name="Diego Raul Guerrero Anaya" userId="0ce4d9aa-8e9a-49aa-b0f2-d17a32a3775a" providerId="ADAL" clId="{DE868590-9F2C-4B03-9C62-B181C19ADC6C}" dt="2026-03-06T16:06:05.441" v="4257" actId="22"/>
          <ac:spMkLst>
            <pc:docMk/>
            <pc:sldMk cId="3135349836" sldId="378"/>
            <ac:spMk id="17" creationId="{259DDF72-2BBF-E722-A11D-23A8081EA25B}"/>
          </ac:spMkLst>
        </pc:spChg>
        <pc:spChg chg="mod">
          <ac:chgData name="Diego Raul Guerrero Anaya" userId="0ce4d9aa-8e9a-49aa-b0f2-d17a32a3775a" providerId="ADAL" clId="{DE868590-9F2C-4B03-9C62-B181C19ADC6C}" dt="2026-03-06T16:05:00.037" v="4236" actId="20577"/>
          <ac:spMkLst>
            <pc:docMk/>
            <pc:sldMk cId="3135349836" sldId="378"/>
            <ac:spMk id="19" creationId="{AAF4DEE6-769C-B912-0714-4AF45BCDF5A3}"/>
          </ac:spMkLst>
        </pc:spChg>
        <pc:spChg chg="mod">
          <ac:chgData name="Diego Raul Guerrero Anaya" userId="0ce4d9aa-8e9a-49aa-b0f2-d17a32a3775a" providerId="ADAL" clId="{DE868590-9F2C-4B03-9C62-B181C19ADC6C}" dt="2026-03-06T16:05:05.065" v="4239" actId="20577"/>
          <ac:spMkLst>
            <pc:docMk/>
            <pc:sldMk cId="3135349836" sldId="378"/>
            <ac:spMk id="31" creationId="{29C5ECE4-EA9C-AB55-6217-E09024B4BBC3}"/>
          </ac:spMkLst>
        </pc:spChg>
        <pc:spChg chg="mod">
          <ac:chgData name="Diego Raul Guerrero Anaya" userId="0ce4d9aa-8e9a-49aa-b0f2-d17a32a3775a" providerId="ADAL" clId="{DE868590-9F2C-4B03-9C62-B181C19ADC6C}" dt="2026-03-03T21:02:42.709" v="2594" actId="20577"/>
          <ac:spMkLst>
            <pc:docMk/>
            <pc:sldMk cId="3135349836" sldId="378"/>
            <ac:spMk id="33" creationId="{AFECAEE7-967D-5965-21F7-A23A2BE42051}"/>
          </ac:spMkLst>
        </pc:spChg>
        <pc:graphicFrameChg chg="mod">
          <ac:chgData name="Diego Raul Guerrero Anaya" userId="0ce4d9aa-8e9a-49aa-b0f2-d17a32a3775a" providerId="ADAL" clId="{DE868590-9F2C-4B03-9C62-B181C19ADC6C}" dt="2026-03-06T16:05:19.522" v="4244" actId="1076"/>
          <ac:graphicFrameMkLst>
            <pc:docMk/>
            <pc:sldMk cId="3135349836" sldId="378"/>
            <ac:graphicFrameMk id="21" creationId="{9953217C-18DA-CBB4-48A3-E9B18F19458C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6:05:42.883" v="4249" actId="478"/>
          <ac:picMkLst>
            <pc:docMk/>
            <pc:sldMk cId="3135349836" sldId="378"/>
            <ac:picMk id="2" creationId="{407AA154-A229-7024-65DE-A10A62B839CC}"/>
          </ac:picMkLst>
        </pc:picChg>
        <pc:picChg chg="add del mod">
          <ac:chgData name="Diego Raul Guerrero Anaya" userId="0ce4d9aa-8e9a-49aa-b0f2-d17a32a3775a" providerId="ADAL" clId="{DE868590-9F2C-4B03-9C62-B181C19ADC6C}" dt="2026-03-06T16:06:19.450" v="4262" actId="478"/>
          <ac:picMkLst>
            <pc:docMk/>
            <pc:sldMk cId="3135349836" sldId="378"/>
            <ac:picMk id="7" creationId="{3F74F554-8D6D-1C27-F8E5-106D59E5B34F}"/>
          </ac:picMkLst>
        </pc:picChg>
        <pc:picChg chg="add mod">
          <ac:chgData name="Diego Raul Guerrero Anaya" userId="0ce4d9aa-8e9a-49aa-b0f2-d17a32a3775a" providerId="ADAL" clId="{DE868590-9F2C-4B03-9C62-B181C19ADC6C}" dt="2026-03-06T16:05:47.192" v="4250" actId="1076"/>
          <ac:picMkLst>
            <pc:docMk/>
            <pc:sldMk cId="3135349836" sldId="378"/>
            <ac:picMk id="11" creationId="{9557A109-28ED-1AFE-6D47-360E3DCC5F98}"/>
          </ac:picMkLst>
        </pc:picChg>
        <pc:picChg chg="add del mod">
          <ac:chgData name="Diego Raul Guerrero Anaya" userId="0ce4d9aa-8e9a-49aa-b0f2-d17a32a3775a" providerId="ADAL" clId="{DE868590-9F2C-4B03-9C62-B181C19ADC6C}" dt="2026-03-06T15:44:40.300" v="4204" actId="478"/>
          <ac:picMkLst>
            <pc:docMk/>
            <pc:sldMk cId="3135349836" sldId="378"/>
            <ac:picMk id="17" creationId="{C7F74C6E-7EFB-D3FB-644B-8EA3C4CEF963}"/>
          </ac:picMkLst>
        </pc:picChg>
        <pc:picChg chg="add del mod">
          <ac:chgData name="Diego Raul Guerrero Anaya" userId="0ce4d9aa-8e9a-49aa-b0f2-d17a32a3775a" providerId="ADAL" clId="{DE868590-9F2C-4B03-9C62-B181C19ADC6C}" dt="2026-03-06T15:44:05.190" v="4197" actId="478"/>
          <ac:picMkLst>
            <pc:docMk/>
            <pc:sldMk cId="3135349836" sldId="378"/>
            <ac:picMk id="18" creationId="{644A958D-4DE8-DEDB-B544-05E792E20443}"/>
          </ac:picMkLst>
        </pc:picChg>
        <pc:picChg chg="add mod">
          <ac:chgData name="Diego Raul Guerrero Anaya" userId="0ce4d9aa-8e9a-49aa-b0f2-d17a32a3775a" providerId="ADAL" clId="{DE868590-9F2C-4B03-9C62-B181C19ADC6C}" dt="2026-03-06T16:06:23.162" v="4263" actId="1076"/>
          <ac:picMkLst>
            <pc:docMk/>
            <pc:sldMk cId="3135349836" sldId="378"/>
            <ac:picMk id="18" creationId="{BFD7AB39-0D59-3368-AE1A-F3716BB7C832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02:43.386" v="2927" actId="20577"/>
        <pc:sldMkLst>
          <pc:docMk/>
          <pc:sldMk cId="3231623758" sldId="379"/>
        </pc:sldMkLst>
        <pc:spChg chg="mod">
          <ac:chgData name="Diego Raul Guerrero Anaya" userId="0ce4d9aa-8e9a-49aa-b0f2-d17a32a3775a" providerId="ADAL" clId="{DE868590-9F2C-4B03-9C62-B181C19ADC6C}" dt="2026-03-06T15:02:43.386" v="2927" actId="20577"/>
          <ac:spMkLst>
            <pc:docMk/>
            <pc:sldMk cId="3231623758" sldId="379"/>
            <ac:spMk id="3" creationId="{EC78A946-812D-AACC-F9D6-6E0EB8E2D2AA}"/>
          </ac:spMkLst>
        </pc:spChg>
        <pc:spChg chg="add del mod">
          <ac:chgData name="Diego Raul Guerrero Anaya" userId="0ce4d9aa-8e9a-49aa-b0f2-d17a32a3775a" providerId="ADAL" clId="{DE868590-9F2C-4B03-9C62-B181C19ADC6C}" dt="2026-03-06T15:02:23.949" v="2919" actId="478"/>
          <ac:spMkLst>
            <pc:docMk/>
            <pc:sldMk cId="3231623758" sldId="379"/>
            <ac:spMk id="6" creationId="{36887552-2AC4-5560-D3C3-60390AB05922}"/>
          </ac:spMkLst>
        </pc:spChg>
        <pc:spChg chg="add del">
          <ac:chgData name="Diego Raul Guerrero Anaya" userId="0ce4d9aa-8e9a-49aa-b0f2-d17a32a3775a" providerId="ADAL" clId="{DE868590-9F2C-4B03-9C62-B181C19ADC6C}" dt="2026-03-06T15:02:21.217" v="2918" actId="478"/>
          <ac:spMkLst>
            <pc:docMk/>
            <pc:sldMk cId="3231623758" sldId="379"/>
            <ac:spMk id="8" creationId="{0EE8686E-B91A-9E6B-62A7-CD883591BEB8}"/>
          </ac:spMkLst>
        </pc:spChg>
        <pc:spChg chg="add mod">
          <ac:chgData name="Diego Raul Guerrero Anaya" userId="0ce4d9aa-8e9a-49aa-b0f2-d17a32a3775a" providerId="ADAL" clId="{DE868590-9F2C-4B03-9C62-B181C19ADC6C}" dt="2026-03-06T15:02:24.953" v="2920"/>
          <ac:spMkLst>
            <pc:docMk/>
            <pc:sldMk cId="3231623758" sldId="379"/>
            <ac:spMk id="11" creationId="{9BD12A49-37B7-3732-8E44-0DE38AC47807}"/>
          </ac:spMkLst>
        </pc:spChg>
        <pc:spChg chg="mod">
          <ac:chgData name="Diego Raul Guerrero Anaya" userId="0ce4d9aa-8e9a-49aa-b0f2-d17a32a3775a" providerId="ADAL" clId="{DE868590-9F2C-4B03-9C62-B181C19ADC6C}" dt="2026-03-03T20:45:20.945" v="2354" actId="20577"/>
          <ac:spMkLst>
            <pc:docMk/>
            <pc:sldMk cId="3231623758" sldId="379"/>
            <ac:spMk id="18" creationId="{FB1B2FE3-5A21-7072-5A93-D55ED8223954}"/>
          </ac:spMkLst>
        </pc:spChg>
        <pc:spChg chg="mod">
          <ac:chgData name="Diego Raul Guerrero Anaya" userId="0ce4d9aa-8e9a-49aa-b0f2-d17a32a3775a" providerId="ADAL" clId="{DE868590-9F2C-4B03-9C62-B181C19ADC6C}" dt="2026-03-03T20:44:30.240" v="2316" actId="20577"/>
          <ac:spMkLst>
            <pc:docMk/>
            <pc:sldMk cId="3231623758" sldId="379"/>
            <ac:spMk id="19" creationId="{65440AAD-38DC-5E8D-EEA7-91B425579C09}"/>
          </ac:spMkLst>
        </pc:spChg>
        <pc:spChg chg="mod">
          <ac:chgData name="Diego Raul Guerrero Anaya" userId="0ce4d9aa-8e9a-49aa-b0f2-d17a32a3775a" providerId="ADAL" clId="{DE868590-9F2C-4B03-9C62-B181C19ADC6C}" dt="2026-03-03T20:45:04.192" v="2351" actId="20577"/>
          <ac:spMkLst>
            <pc:docMk/>
            <pc:sldMk cId="3231623758" sldId="379"/>
            <ac:spMk id="30" creationId="{66A5E136-7154-3260-1737-F7AE658A220B}"/>
          </ac:spMkLst>
        </pc:spChg>
        <pc:graphicFrameChg chg="add del mod">
          <ac:chgData name="Diego Raul Guerrero Anaya" userId="0ce4d9aa-8e9a-49aa-b0f2-d17a32a3775a" providerId="ADAL" clId="{DE868590-9F2C-4B03-9C62-B181C19ADC6C}" dt="2026-03-06T15:02:16.108" v="2916" actId="478"/>
          <ac:graphicFrameMkLst>
            <pc:docMk/>
            <pc:sldMk cId="3231623758" sldId="379"/>
            <ac:graphicFrameMk id="10" creationId="{0ABC34A0-3106-BEC3-9EE1-46E13E357E98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3-06T15:02:24.953" v="2920"/>
          <ac:graphicFrameMkLst>
            <pc:docMk/>
            <pc:sldMk cId="3231623758" sldId="379"/>
            <ac:graphicFrameMk id="13" creationId="{74B4AD8C-7EC4-8F80-7AB1-BF1D9F2C325E}"/>
          </ac:graphicFrameMkLst>
        </pc:graphicFrameChg>
        <pc:picChg chg="add mod">
          <ac:chgData name="Diego Raul Guerrero Anaya" userId="0ce4d9aa-8e9a-49aa-b0f2-d17a32a3775a" providerId="ADAL" clId="{DE868590-9F2C-4B03-9C62-B181C19ADC6C}" dt="2026-03-06T15:01:21.086" v="2902" actId="1076"/>
          <ac:picMkLst>
            <pc:docMk/>
            <pc:sldMk cId="3231623758" sldId="379"/>
            <ac:picMk id="2" creationId="{F70B6834-EE00-C95F-1CC5-034817F45493}"/>
          </ac:picMkLst>
        </pc:picChg>
        <pc:picChg chg="add del mod">
          <ac:chgData name="Diego Raul Guerrero Anaya" userId="0ce4d9aa-8e9a-49aa-b0f2-d17a32a3775a" providerId="ADAL" clId="{DE868590-9F2C-4B03-9C62-B181C19ADC6C}" dt="2026-03-06T15:01:17.681" v="2900" actId="478"/>
          <ac:picMkLst>
            <pc:docMk/>
            <pc:sldMk cId="3231623758" sldId="379"/>
            <ac:picMk id="5" creationId="{3C67D9DB-BFB9-7FDB-04A1-953ADCA6D7FA}"/>
          </ac:picMkLst>
        </pc:picChg>
      </pc:sldChg>
      <pc:sldChg chg="modSp mod">
        <pc:chgData name="Diego Raul Guerrero Anaya" userId="0ce4d9aa-8e9a-49aa-b0f2-d17a32a3775a" providerId="ADAL" clId="{DE868590-9F2C-4B03-9C62-B181C19ADC6C}" dt="2026-03-03T20:52:50.795" v="2461" actId="20577"/>
        <pc:sldMkLst>
          <pc:docMk/>
          <pc:sldMk cId="4030159341" sldId="389"/>
        </pc:sldMkLst>
        <pc:spChg chg="mod">
          <ac:chgData name="Diego Raul Guerrero Anaya" userId="0ce4d9aa-8e9a-49aa-b0f2-d17a32a3775a" providerId="ADAL" clId="{DE868590-9F2C-4B03-9C62-B181C19ADC6C}" dt="2026-03-03T20:52:18.517" v="2453" actId="20577"/>
          <ac:spMkLst>
            <pc:docMk/>
            <pc:sldMk cId="4030159341" sldId="389"/>
            <ac:spMk id="3" creationId="{90CC7BA8-462E-3CE8-E3A4-EA533E1CD942}"/>
          </ac:spMkLst>
        </pc:spChg>
        <pc:spChg chg="mod">
          <ac:chgData name="Diego Raul Guerrero Anaya" userId="0ce4d9aa-8e9a-49aa-b0f2-d17a32a3775a" providerId="ADAL" clId="{DE868590-9F2C-4B03-9C62-B181C19ADC6C}" dt="2026-03-03T20:52:22.495" v="2455" actId="20577"/>
          <ac:spMkLst>
            <pc:docMk/>
            <pc:sldMk cId="4030159341" sldId="389"/>
            <ac:spMk id="5" creationId="{F222933C-BA12-E063-5BCF-E0BE2956583D}"/>
          </ac:spMkLst>
        </pc:spChg>
        <pc:spChg chg="mod">
          <ac:chgData name="Diego Raul Guerrero Anaya" userId="0ce4d9aa-8e9a-49aa-b0f2-d17a32a3775a" providerId="ADAL" clId="{DE868590-9F2C-4B03-9C62-B181C19ADC6C}" dt="2026-03-03T20:52:50.795" v="2461" actId="20577"/>
          <ac:spMkLst>
            <pc:docMk/>
            <pc:sldMk cId="4030159341" sldId="389"/>
            <ac:spMk id="7" creationId="{7C36C4AD-C372-41E2-ECDF-7124B0517EF8}"/>
          </ac:spMkLst>
        </pc:spChg>
      </pc:sldChg>
      <pc:sldChg chg="modSp mod">
        <pc:chgData name="Diego Raul Guerrero Anaya" userId="0ce4d9aa-8e9a-49aa-b0f2-d17a32a3775a" providerId="ADAL" clId="{DE868590-9F2C-4B03-9C62-B181C19ADC6C}" dt="2026-03-03T20:54:18.665" v="2499"/>
        <pc:sldMkLst>
          <pc:docMk/>
          <pc:sldMk cId="1788796161" sldId="391"/>
        </pc:sldMkLst>
        <pc:spChg chg="mod">
          <ac:chgData name="Diego Raul Guerrero Anaya" userId="0ce4d9aa-8e9a-49aa-b0f2-d17a32a3775a" providerId="ADAL" clId="{DE868590-9F2C-4B03-9C62-B181C19ADC6C}" dt="2026-03-03T20:53:46.092" v="2487" actId="1076"/>
          <ac:spMkLst>
            <pc:docMk/>
            <pc:sldMk cId="1788796161" sldId="391"/>
            <ac:spMk id="2" creationId="{686F0888-5E27-713B-1857-BD0F78FCE666}"/>
          </ac:spMkLst>
        </pc:spChg>
        <pc:spChg chg="mod">
          <ac:chgData name="Diego Raul Guerrero Anaya" userId="0ce4d9aa-8e9a-49aa-b0f2-d17a32a3775a" providerId="ADAL" clId="{DE868590-9F2C-4B03-9C62-B181C19ADC6C}" dt="2026-03-03T20:53:21.717" v="2485" actId="20577"/>
          <ac:spMkLst>
            <pc:docMk/>
            <pc:sldMk cId="1788796161" sldId="391"/>
            <ac:spMk id="3" creationId="{45E01CB2-7ED7-CEE3-6ED6-1BBA43CC1EF5}"/>
          </ac:spMkLst>
        </pc:spChg>
        <pc:spChg chg="mod">
          <ac:chgData name="Diego Raul Guerrero Anaya" userId="0ce4d9aa-8e9a-49aa-b0f2-d17a32a3775a" providerId="ADAL" clId="{DE868590-9F2C-4B03-9C62-B181C19ADC6C}" dt="2026-03-03T20:54:18.665" v="2499"/>
          <ac:spMkLst>
            <pc:docMk/>
            <pc:sldMk cId="1788796161" sldId="391"/>
            <ac:spMk id="10" creationId="{33F78E47-312C-F2CF-99FD-7B996F479A9B}"/>
          </ac:spMkLst>
        </pc:spChg>
      </pc:sldChg>
      <pc:sldChg chg="addSp delSp modSp mod">
        <pc:chgData name="Diego Raul Guerrero Anaya" userId="0ce4d9aa-8e9a-49aa-b0f2-d17a32a3775a" providerId="ADAL" clId="{DE868590-9F2C-4B03-9C62-B181C19ADC6C}" dt="2026-03-06T16:00:49.301" v="4230"/>
        <pc:sldMkLst>
          <pc:docMk/>
          <pc:sldMk cId="4191660484" sldId="398"/>
        </pc:sldMkLst>
        <pc:spChg chg="del mod">
          <ac:chgData name="Diego Raul Guerrero Anaya" userId="0ce4d9aa-8e9a-49aa-b0f2-d17a32a3775a" providerId="ADAL" clId="{DE868590-9F2C-4B03-9C62-B181C19ADC6C}" dt="2026-03-06T15:22:52.899" v="3802" actId="478"/>
          <ac:spMkLst>
            <pc:docMk/>
            <pc:sldMk cId="4191660484" sldId="398"/>
            <ac:spMk id="4" creationId="{A829D2C5-B8EB-20AF-0002-57F8E1599B07}"/>
          </ac:spMkLst>
        </pc:spChg>
        <pc:spChg chg="mod">
          <ac:chgData name="Diego Raul Guerrero Anaya" userId="0ce4d9aa-8e9a-49aa-b0f2-d17a32a3775a" providerId="ADAL" clId="{DE868590-9F2C-4B03-9C62-B181C19ADC6C}" dt="2026-03-06T16:00:49.301" v="4230"/>
          <ac:spMkLst>
            <pc:docMk/>
            <pc:sldMk cId="4191660484" sldId="398"/>
            <ac:spMk id="5" creationId="{20A34FFA-D8B6-B012-9C6B-FFF26F57682C}"/>
          </ac:spMkLst>
        </pc:spChg>
        <pc:spChg chg="mod">
          <ac:chgData name="Diego Raul Guerrero Anaya" userId="0ce4d9aa-8e9a-49aa-b0f2-d17a32a3775a" providerId="ADAL" clId="{DE868590-9F2C-4B03-9C62-B181C19ADC6C}" dt="2026-03-03T21:09:50.875" v="2667" actId="20577"/>
          <ac:spMkLst>
            <pc:docMk/>
            <pc:sldMk cId="4191660484" sldId="398"/>
            <ac:spMk id="7" creationId="{A49F2CA2-9CE3-D419-32BB-88B456FF0B65}"/>
          </ac:spMkLst>
        </pc:spChg>
        <pc:spChg chg="add mod">
          <ac:chgData name="Diego Raul Guerrero Anaya" userId="0ce4d9aa-8e9a-49aa-b0f2-d17a32a3775a" providerId="ADAL" clId="{DE868590-9F2C-4B03-9C62-B181C19ADC6C}" dt="2026-03-06T15:23:01.293" v="3804" actId="1076"/>
          <ac:spMkLst>
            <pc:docMk/>
            <pc:sldMk cId="4191660484" sldId="398"/>
            <ac:spMk id="14" creationId="{3A3996F8-EC7E-0317-A99B-F53A3685566F}"/>
          </ac:spMkLst>
        </pc:spChg>
        <pc:graphicFrameChg chg="del mod">
          <ac:chgData name="Diego Raul Guerrero Anaya" userId="0ce4d9aa-8e9a-49aa-b0f2-d17a32a3775a" providerId="ADAL" clId="{DE868590-9F2C-4B03-9C62-B181C19ADC6C}" dt="2026-03-06T15:22:52.899" v="3802" actId="478"/>
          <ac:graphicFrameMkLst>
            <pc:docMk/>
            <pc:sldMk cId="4191660484" sldId="398"/>
            <ac:graphicFrameMk id="12" creationId="{C19F78FB-322C-3091-0141-CED58396C451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3-06T15:23:01.293" v="3804" actId="1076"/>
          <ac:graphicFrameMkLst>
            <pc:docMk/>
            <pc:sldMk cId="4191660484" sldId="398"/>
            <ac:graphicFrameMk id="15" creationId="{6E21671E-929F-FD81-43F1-C77EA013861B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5:22:12.207" v="3799" actId="478"/>
          <ac:picMkLst>
            <pc:docMk/>
            <pc:sldMk cId="4191660484" sldId="398"/>
            <ac:picMk id="2" creationId="{6ECA10FC-EAF8-BF7A-DAEE-313FC1629A14}"/>
          </ac:picMkLst>
        </pc:picChg>
        <pc:picChg chg="add mod">
          <ac:chgData name="Diego Raul Guerrero Anaya" userId="0ce4d9aa-8e9a-49aa-b0f2-d17a32a3775a" providerId="ADAL" clId="{DE868590-9F2C-4B03-9C62-B181C19ADC6C}" dt="2026-03-06T15:22:15.926" v="3800" actId="1076"/>
          <ac:picMkLst>
            <pc:docMk/>
            <pc:sldMk cId="4191660484" sldId="398"/>
            <ac:picMk id="13" creationId="{5DDBA648-E654-7186-96C2-55ACD98FFCD0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19:04.647" v="3794" actId="1076"/>
        <pc:sldMkLst>
          <pc:docMk/>
          <pc:sldMk cId="614563841" sldId="415"/>
        </pc:sldMkLst>
        <pc:spChg chg="mod">
          <ac:chgData name="Diego Raul Guerrero Anaya" userId="0ce4d9aa-8e9a-49aa-b0f2-d17a32a3775a" providerId="ADAL" clId="{DE868590-9F2C-4B03-9C62-B181C19ADC6C}" dt="2026-03-06T15:18:57.403" v="3793" actId="20577"/>
          <ac:spMkLst>
            <pc:docMk/>
            <pc:sldMk cId="614563841" sldId="415"/>
            <ac:spMk id="6" creationId="{F23FFA70-4AA2-24C1-069F-6B943C10B4EF}"/>
          </ac:spMkLst>
        </pc:spChg>
        <pc:spChg chg="add mod">
          <ac:chgData name="Diego Raul Guerrero Anaya" userId="0ce4d9aa-8e9a-49aa-b0f2-d17a32a3775a" providerId="ADAL" clId="{DE868590-9F2C-4B03-9C62-B181C19ADC6C}" dt="2026-03-06T15:05:09.100" v="2956" actId="20577"/>
          <ac:spMkLst>
            <pc:docMk/>
            <pc:sldMk cId="614563841" sldId="415"/>
            <ac:spMk id="10" creationId="{AD043CB2-8208-5E79-8CD4-F0B59B0E3A3F}"/>
          </ac:spMkLst>
        </pc:spChg>
        <pc:spChg chg="mod">
          <ac:chgData name="Diego Raul Guerrero Anaya" userId="0ce4d9aa-8e9a-49aa-b0f2-d17a32a3775a" providerId="ADAL" clId="{DE868590-9F2C-4B03-9C62-B181C19ADC6C}" dt="2026-03-06T15:19:04.647" v="3794" actId="1076"/>
          <ac:spMkLst>
            <pc:docMk/>
            <pc:sldMk cId="614563841" sldId="415"/>
            <ac:spMk id="12" creationId="{99C185CD-5DB2-93ED-6053-E733EB1329BE}"/>
          </ac:spMkLst>
        </pc:spChg>
        <pc:spChg chg="mod">
          <ac:chgData name="Diego Raul Guerrero Anaya" userId="0ce4d9aa-8e9a-49aa-b0f2-d17a32a3775a" providerId="ADAL" clId="{DE868590-9F2C-4B03-9C62-B181C19ADC6C}" dt="2026-03-03T20:48:47.483" v="2416" actId="20577"/>
          <ac:spMkLst>
            <pc:docMk/>
            <pc:sldMk cId="614563841" sldId="415"/>
            <ac:spMk id="30" creationId="{CA1F2FAE-8B57-0936-8041-655FB74C56F2}"/>
          </ac:spMkLst>
        </pc:spChg>
        <pc:graphicFrameChg chg="add mod">
          <ac:chgData name="Diego Raul Guerrero Anaya" userId="0ce4d9aa-8e9a-49aa-b0f2-d17a32a3775a" providerId="ADAL" clId="{DE868590-9F2C-4B03-9C62-B181C19ADC6C}" dt="2026-03-06T15:05:21.832" v="2961" actId="1076"/>
          <ac:graphicFrameMkLst>
            <pc:docMk/>
            <pc:sldMk cId="614563841" sldId="415"/>
            <ac:graphicFrameMk id="14" creationId="{863E7715-C08B-D597-EB65-9709FE4E71A8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5:04:58.319" v="2950" actId="478"/>
          <ac:picMkLst>
            <pc:docMk/>
            <pc:sldMk cId="614563841" sldId="415"/>
            <ac:picMk id="2" creationId="{CF9F86B5-E45B-0877-B1C3-577E61F76E33}"/>
          </ac:picMkLst>
        </pc:picChg>
        <pc:picChg chg="add mod">
          <ac:chgData name="Diego Raul Guerrero Anaya" userId="0ce4d9aa-8e9a-49aa-b0f2-d17a32a3775a" providerId="ADAL" clId="{DE868590-9F2C-4B03-9C62-B181C19ADC6C}" dt="2026-03-06T15:05:02.073" v="2951" actId="1076"/>
          <ac:picMkLst>
            <pc:docMk/>
            <pc:sldMk cId="614563841" sldId="415"/>
            <ac:picMk id="3" creationId="{2A57B4D6-D63E-BF23-00C9-EAE41257565A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34:03.568" v="3818" actId="1076"/>
        <pc:sldMkLst>
          <pc:docMk/>
          <pc:sldMk cId="832973231" sldId="419"/>
        </pc:sldMkLst>
        <pc:spChg chg="mod">
          <ac:chgData name="Diego Raul Guerrero Anaya" userId="0ce4d9aa-8e9a-49aa-b0f2-d17a32a3775a" providerId="ADAL" clId="{DE868590-9F2C-4B03-9C62-B181C19ADC6C}" dt="2026-03-03T21:11:06.445" v="2694" actId="20577"/>
          <ac:spMkLst>
            <pc:docMk/>
            <pc:sldMk cId="832973231" sldId="419"/>
            <ac:spMk id="3" creationId="{1A41E931-A346-1F4E-21EA-085246D6B7DF}"/>
          </ac:spMkLst>
        </pc:spChg>
        <pc:spChg chg="mod">
          <ac:chgData name="Diego Raul Guerrero Anaya" userId="0ce4d9aa-8e9a-49aa-b0f2-d17a32a3775a" providerId="ADAL" clId="{DE868590-9F2C-4B03-9C62-B181C19ADC6C}" dt="2026-03-03T21:12:10.269" v="2713" actId="20577"/>
          <ac:spMkLst>
            <pc:docMk/>
            <pc:sldMk cId="832973231" sldId="419"/>
            <ac:spMk id="7" creationId="{F18C0FEB-B1EF-8F9C-5FFE-58E4F944BBEA}"/>
          </ac:spMkLst>
        </pc:spChg>
        <pc:spChg chg="mod">
          <ac:chgData name="Diego Raul Guerrero Anaya" userId="0ce4d9aa-8e9a-49aa-b0f2-d17a32a3775a" providerId="ADAL" clId="{DE868590-9F2C-4B03-9C62-B181C19ADC6C}" dt="2026-03-06T15:33:51.394" v="3813" actId="20577"/>
          <ac:spMkLst>
            <pc:docMk/>
            <pc:sldMk cId="832973231" sldId="419"/>
            <ac:spMk id="11" creationId="{F9966C62-E72F-1BDE-2BA0-01B2D537C388}"/>
          </ac:spMkLst>
        </pc:spChg>
        <pc:graphicFrameChg chg="mod">
          <ac:chgData name="Diego Raul Guerrero Anaya" userId="0ce4d9aa-8e9a-49aa-b0f2-d17a32a3775a" providerId="ADAL" clId="{DE868590-9F2C-4B03-9C62-B181C19ADC6C}" dt="2026-03-06T15:34:03.568" v="3818" actId="1076"/>
          <ac:graphicFrameMkLst>
            <pc:docMk/>
            <pc:sldMk cId="832973231" sldId="419"/>
            <ac:graphicFrameMk id="13" creationId="{598BF01E-6D3E-D89A-7A26-610C78F6E132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5:33:40.634" v="3809" actId="478"/>
          <ac:picMkLst>
            <pc:docMk/>
            <pc:sldMk cId="832973231" sldId="419"/>
            <ac:picMk id="2" creationId="{5083A9DE-284B-5127-6225-5B5D08DBC277}"/>
          </ac:picMkLst>
        </pc:picChg>
        <pc:picChg chg="add mod">
          <ac:chgData name="Diego Raul Guerrero Anaya" userId="0ce4d9aa-8e9a-49aa-b0f2-d17a32a3775a" providerId="ADAL" clId="{DE868590-9F2C-4B03-9C62-B181C19ADC6C}" dt="2026-03-06T15:33:47.353" v="3810" actId="1076"/>
          <ac:picMkLst>
            <pc:docMk/>
            <pc:sldMk cId="832973231" sldId="419"/>
            <ac:picMk id="4" creationId="{D37B8A22-D24C-E359-6B00-D5157912A608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36:05.808" v="3838" actId="20577"/>
        <pc:sldMkLst>
          <pc:docMk/>
          <pc:sldMk cId="3424735541" sldId="421"/>
        </pc:sldMkLst>
        <pc:spChg chg="mod">
          <ac:chgData name="Diego Raul Guerrero Anaya" userId="0ce4d9aa-8e9a-49aa-b0f2-d17a32a3775a" providerId="ADAL" clId="{DE868590-9F2C-4B03-9C62-B181C19ADC6C}" dt="2026-03-06T15:36:05.808" v="3838" actId="20577"/>
          <ac:spMkLst>
            <pc:docMk/>
            <pc:sldMk cId="3424735541" sldId="421"/>
            <ac:spMk id="2" creationId="{9C914B2D-3E41-6132-155D-E32BF9F79373}"/>
          </ac:spMkLst>
        </pc:spChg>
        <pc:spChg chg="mod">
          <ac:chgData name="Diego Raul Guerrero Anaya" userId="0ce4d9aa-8e9a-49aa-b0f2-d17a32a3775a" providerId="ADAL" clId="{DE868590-9F2C-4B03-9C62-B181C19ADC6C}" dt="2026-03-03T21:15:01.063" v="2753" actId="20577"/>
          <ac:spMkLst>
            <pc:docMk/>
            <pc:sldMk cId="3424735541" sldId="421"/>
            <ac:spMk id="3" creationId="{40D3D79F-D951-5092-92BD-7516AF33A047}"/>
          </ac:spMkLst>
        </pc:spChg>
        <pc:spChg chg="mod">
          <ac:chgData name="Diego Raul Guerrero Anaya" userId="0ce4d9aa-8e9a-49aa-b0f2-d17a32a3775a" providerId="ADAL" clId="{DE868590-9F2C-4B03-9C62-B181C19ADC6C}" dt="2026-03-06T15:34:50.499" v="3827" actId="20577"/>
          <ac:spMkLst>
            <pc:docMk/>
            <pc:sldMk cId="3424735541" sldId="421"/>
            <ac:spMk id="7" creationId="{656F2D4A-F7FE-77A8-656A-11A66F175425}"/>
          </ac:spMkLst>
        </pc:spChg>
        <pc:spChg chg="mod">
          <ac:chgData name="Diego Raul Guerrero Anaya" userId="0ce4d9aa-8e9a-49aa-b0f2-d17a32a3775a" providerId="ADAL" clId="{DE868590-9F2C-4B03-9C62-B181C19ADC6C}" dt="2026-03-03T21:15:23.732" v="2758" actId="20577"/>
          <ac:spMkLst>
            <pc:docMk/>
            <pc:sldMk cId="3424735541" sldId="421"/>
            <ac:spMk id="14" creationId="{7CCF8FF6-1B5E-574E-2C52-7C31631F6CA0}"/>
          </ac:spMkLst>
        </pc:spChg>
        <pc:graphicFrameChg chg="mod">
          <ac:chgData name="Diego Raul Guerrero Anaya" userId="0ce4d9aa-8e9a-49aa-b0f2-d17a32a3775a" providerId="ADAL" clId="{DE868590-9F2C-4B03-9C62-B181C19ADC6C}" dt="2026-03-06T15:35:05.471" v="3832" actId="1076"/>
          <ac:graphicFrameMkLst>
            <pc:docMk/>
            <pc:sldMk cId="3424735541" sldId="421"/>
            <ac:graphicFrameMk id="12" creationId="{6EAB1BD1-3581-504B-3352-C25477B2F743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5:34:38.868" v="3823" actId="478"/>
          <ac:picMkLst>
            <pc:docMk/>
            <pc:sldMk cId="3424735541" sldId="421"/>
            <ac:picMk id="4" creationId="{56A80270-E4FA-4347-B7E6-35B70F31707F}"/>
          </ac:picMkLst>
        </pc:picChg>
        <pc:picChg chg="add mod">
          <ac:chgData name="Diego Raul Guerrero Anaya" userId="0ce4d9aa-8e9a-49aa-b0f2-d17a32a3775a" providerId="ADAL" clId="{DE868590-9F2C-4B03-9C62-B181C19ADC6C}" dt="2026-03-06T15:34:45.055" v="3824" actId="1076"/>
          <ac:picMkLst>
            <pc:docMk/>
            <pc:sldMk cId="3424735541" sldId="421"/>
            <ac:picMk id="6" creationId="{ED0586B9-CC0B-83B2-9070-64217C8FBAC1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43:33.774" v="4192" actId="1076"/>
        <pc:sldMkLst>
          <pc:docMk/>
          <pc:sldMk cId="342598186" sldId="425"/>
        </pc:sldMkLst>
        <pc:spChg chg="mod">
          <ac:chgData name="Diego Raul Guerrero Anaya" userId="0ce4d9aa-8e9a-49aa-b0f2-d17a32a3775a" providerId="ADAL" clId="{DE868590-9F2C-4B03-9C62-B181C19ADC6C}" dt="2026-03-03T21:17:45.536" v="2837" actId="20577"/>
          <ac:spMkLst>
            <pc:docMk/>
            <pc:sldMk cId="342598186" sldId="425"/>
            <ac:spMk id="3" creationId="{D784C140-4A51-7306-3503-01E521742EF0}"/>
          </ac:spMkLst>
        </pc:spChg>
        <pc:spChg chg="mod">
          <ac:chgData name="Diego Raul Guerrero Anaya" userId="0ce4d9aa-8e9a-49aa-b0f2-d17a32a3775a" providerId="ADAL" clId="{DE868590-9F2C-4B03-9C62-B181C19ADC6C}" dt="2026-03-03T21:18:21.811" v="2847" actId="20577"/>
          <ac:spMkLst>
            <pc:docMk/>
            <pc:sldMk cId="342598186" sldId="425"/>
            <ac:spMk id="4" creationId="{083AAA8C-61BD-7E81-9FC4-5BC0655A1099}"/>
          </ac:spMkLst>
        </pc:spChg>
        <pc:spChg chg="mod">
          <ac:chgData name="Diego Raul Guerrero Anaya" userId="0ce4d9aa-8e9a-49aa-b0f2-d17a32a3775a" providerId="ADAL" clId="{DE868590-9F2C-4B03-9C62-B181C19ADC6C}" dt="2026-03-06T15:43:17.493" v="4184" actId="20577"/>
          <ac:spMkLst>
            <pc:docMk/>
            <pc:sldMk cId="342598186" sldId="425"/>
            <ac:spMk id="7" creationId="{0B6D7474-AA42-EBBF-277C-EAB94D47E0D9}"/>
          </ac:spMkLst>
        </pc:spChg>
        <pc:spChg chg="mod">
          <ac:chgData name="Diego Raul Guerrero Anaya" userId="0ce4d9aa-8e9a-49aa-b0f2-d17a32a3775a" providerId="ADAL" clId="{DE868590-9F2C-4B03-9C62-B181C19ADC6C}" dt="2026-03-06T15:43:22.210" v="4187" actId="20577"/>
          <ac:spMkLst>
            <pc:docMk/>
            <pc:sldMk cId="342598186" sldId="425"/>
            <ac:spMk id="12" creationId="{8F5E26FD-0B6B-7078-E238-B327770F9319}"/>
          </ac:spMkLst>
        </pc:spChg>
        <pc:graphicFrameChg chg="mod">
          <ac:chgData name="Diego Raul Guerrero Anaya" userId="0ce4d9aa-8e9a-49aa-b0f2-d17a32a3775a" providerId="ADAL" clId="{DE868590-9F2C-4B03-9C62-B181C19ADC6C}" dt="2026-03-06T15:43:33.774" v="4192" actId="1076"/>
          <ac:graphicFrameMkLst>
            <pc:docMk/>
            <pc:sldMk cId="342598186" sldId="425"/>
            <ac:graphicFrameMk id="15" creationId="{D5909C9E-5B44-6BE9-2775-97E47555E895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5:42:41.783" v="4057" actId="478"/>
          <ac:picMkLst>
            <pc:docMk/>
            <pc:sldMk cId="342598186" sldId="425"/>
            <ac:picMk id="2" creationId="{6B943209-C75C-56F8-C937-B2FC92D41953}"/>
          </ac:picMkLst>
        </pc:picChg>
        <pc:picChg chg="add mod">
          <ac:chgData name="Diego Raul Guerrero Anaya" userId="0ce4d9aa-8e9a-49aa-b0f2-d17a32a3775a" providerId="ADAL" clId="{DE868590-9F2C-4B03-9C62-B181C19ADC6C}" dt="2026-03-06T15:42:46.876" v="4059" actId="1076"/>
          <ac:picMkLst>
            <pc:docMk/>
            <pc:sldMk cId="342598186" sldId="425"/>
            <ac:picMk id="6" creationId="{D452B07D-ADC8-8447-38CB-C2E4341C55AF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3-06T15:13:38.665" v="3465" actId="20577"/>
        <pc:sldMkLst>
          <pc:docMk/>
          <pc:sldMk cId="1583593285" sldId="429"/>
        </pc:sldMkLst>
        <pc:spChg chg="mod">
          <ac:chgData name="Diego Raul Guerrero Anaya" userId="0ce4d9aa-8e9a-49aa-b0f2-d17a32a3775a" providerId="ADAL" clId="{DE868590-9F2C-4B03-9C62-B181C19ADC6C}" dt="2026-03-06T15:13:38.665" v="3465" actId="20577"/>
          <ac:spMkLst>
            <pc:docMk/>
            <pc:sldMk cId="1583593285" sldId="429"/>
            <ac:spMk id="6" creationId="{272CEC18-3BDC-540B-CDCE-AC2774FA12AE}"/>
          </ac:spMkLst>
        </pc:spChg>
        <pc:spChg chg="mod">
          <ac:chgData name="Diego Raul Guerrero Anaya" userId="0ce4d9aa-8e9a-49aa-b0f2-d17a32a3775a" providerId="ADAL" clId="{DE868590-9F2C-4B03-9C62-B181C19ADC6C}" dt="2026-03-06T15:10:23.983" v="3273" actId="1076"/>
          <ac:spMkLst>
            <pc:docMk/>
            <pc:sldMk cId="1583593285" sldId="429"/>
            <ac:spMk id="12" creationId="{3E70EAD9-6002-76BB-69A8-B311249A9F90}"/>
          </ac:spMkLst>
        </pc:spChg>
        <pc:spChg chg="add mod">
          <ac:chgData name="Diego Raul Guerrero Anaya" userId="0ce4d9aa-8e9a-49aa-b0f2-d17a32a3775a" providerId="ADAL" clId="{DE868590-9F2C-4B03-9C62-B181C19ADC6C}" dt="2026-03-06T15:03:32.261" v="2936" actId="20577"/>
          <ac:spMkLst>
            <pc:docMk/>
            <pc:sldMk cId="1583593285" sldId="429"/>
            <ac:spMk id="17" creationId="{840A71F8-5C24-AB99-4202-FE65909F4D93}"/>
          </ac:spMkLst>
        </pc:spChg>
        <pc:spChg chg="mod">
          <ac:chgData name="Diego Raul Guerrero Anaya" userId="0ce4d9aa-8e9a-49aa-b0f2-d17a32a3775a" providerId="ADAL" clId="{DE868590-9F2C-4B03-9C62-B181C19ADC6C}" dt="2026-03-03T20:46:46.392" v="2372" actId="20577"/>
          <ac:spMkLst>
            <pc:docMk/>
            <pc:sldMk cId="1583593285" sldId="429"/>
            <ac:spMk id="30" creationId="{067B48FD-7802-26F4-C490-DB1F37EF58CD}"/>
          </ac:spMkLst>
        </pc:spChg>
        <pc:graphicFrameChg chg="add mod">
          <ac:chgData name="Diego Raul Guerrero Anaya" userId="0ce4d9aa-8e9a-49aa-b0f2-d17a32a3775a" providerId="ADAL" clId="{DE868590-9F2C-4B03-9C62-B181C19ADC6C}" dt="2026-03-06T15:04:02.732" v="2944" actId="1076"/>
          <ac:graphicFrameMkLst>
            <pc:docMk/>
            <pc:sldMk cId="1583593285" sldId="429"/>
            <ac:graphicFrameMk id="18" creationId="{D1F7D06E-1853-FB22-D482-4AFFD8FA4C8D}"/>
          </ac:graphicFrameMkLst>
        </pc:graphicFrameChg>
        <pc:picChg chg="add mod">
          <ac:chgData name="Diego Raul Guerrero Anaya" userId="0ce4d9aa-8e9a-49aa-b0f2-d17a32a3775a" providerId="ADAL" clId="{DE868590-9F2C-4B03-9C62-B181C19ADC6C}" dt="2026-03-06T15:03:25.173" v="2933" actId="1076"/>
          <ac:picMkLst>
            <pc:docMk/>
            <pc:sldMk cId="1583593285" sldId="429"/>
            <ac:picMk id="2" creationId="{DB942E1B-34AA-3FBB-6201-5422C1118BA3}"/>
          </ac:picMkLst>
        </pc:picChg>
        <pc:picChg chg="add del mod">
          <ac:chgData name="Diego Raul Guerrero Anaya" userId="0ce4d9aa-8e9a-49aa-b0f2-d17a32a3775a" providerId="ADAL" clId="{DE868590-9F2C-4B03-9C62-B181C19ADC6C}" dt="2026-03-06T15:03:20.537" v="2932" actId="478"/>
          <ac:picMkLst>
            <pc:docMk/>
            <pc:sldMk cId="1583593285" sldId="429"/>
            <ac:picMk id="3" creationId="{2901A5B1-EF95-959C-9CAE-CFFB25FA6872}"/>
          </ac:picMkLst>
        </pc:picChg>
      </pc:sldChg>
      <pc:sldChg chg="addSp delSp modSp add mod">
        <pc:chgData name="Diego Raul Guerrero Anaya" userId="0ce4d9aa-8e9a-49aa-b0f2-d17a32a3775a" providerId="ADAL" clId="{DE868590-9F2C-4B03-9C62-B181C19ADC6C}" dt="2026-03-06T16:01:00.518" v="4232" actId="20577"/>
        <pc:sldMkLst>
          <pc:docMk/>
          <pc:sldMk cId="1799780152" sldId="437"/>
        </pc:sldMkLst>
        <pc:spChg chg="mod">
          <ac:chgData name="Diego Raul Guerrero Anaya" userId="0ce4d9aa-8e9a-49aa-b0f2-d17a32a3775a" providerId="ADAL" clId="{DE868590-9F2C-4B03-9C62-B181C19ADC6C}" dt="2026-03-06T16:01:00.518" v="4232" actId="20577"/>
          <ac:spMkLst>
            <pc:docMk/>
            <pc:sldMk cId="1799780152" sldId="437"/>
            <ac:spMk id="2" creationId="{EA7288D5-6190-F058-5951-7B1DCA7776B9}"/>
          </ac:spMkLst>
        </pc:spChg>
        <pc:spChg chg="mod">
          <ac:chgData name="Diego Raul Guerrero Anaya" userId="0ce4d9aa-8e9a-49aa-b0f2-d17a32a3775a" providerId="ADAL" clId="{DE868590-9F2C-4B03-9C62-B181C19ADC6C}" dt="2026-03-03T21:17:14.401" v="2805" actId="20577"/>
          <ac:spMkLst>
            <pc:docMk/>
            <pc:sldMk cId="1799780152" sldId="437"/>
            <ac:spMk id="3" creationId="{5E891E83-D61C-350B-D5D0-66D022292DCA}"/>
          </ac:spMkLst>
        </pc:spChg>
        <pc:spChg chg="del mod">
          <ac:chgData name="Diego Raul Guerrero Anaya" userId="0ce4d9aa-8e9a-49aa-b0f2-d17a32a3775a" providerId="ADAL" clId="{DE868590-9F2C-4B03-9C62-B181C19ADC6C}" dt="2026-03-06T15:59:50.439" v="4228" actId="478"/>
          <ac:spMkLst>
            <pc:docMk/>
            <pc:sldMk cId="1799780152" sldId="437"/>
            <ac:spMk id="7" creationId="{220587EB-FE83-16A1-80FF-DBF120E0B105}"/>
          </ac:spMkLst>
        </pc:spChg>
        <pc:spChg chg="mod">
          <ac:chgData name="Diego Raul Guerrero Anaya" userId="0ce4d9aa-8e9a-49aa-b0f2-d17a32a3775a" providerId="ADAL" clId="{DE868590-9F2C-4B03-9C62-B181C19ADC6C}" dt="2026-03-03T21:16:51.752" v="2796" actId="20577"/>
          <ac:spMkLst>
            <pc:docMk/>
            <pc:sldMk cId="1799780152" sldId="437"/>
            <ac:spMk id="14" creationId="{4A043AC1-2D69-D5A6-A9CF-C37D859259BC}"/>
          </ac:spMkLst>
        </pc:spChg>
        <pc:spChg chg="add mod">
          <ac:chgData name="Diego Raul Guerrero Anaya" userId="0ce4d9aa-8e9a-49aa-b0f2-d17a32a3775a" providerId="ADAL" clId="{DE868590-9F2C-4B03-9C62-B181C19ADC6C}" dt="2026-03-06T15:59:51.311" v="4229"/>
          <ac:spMkLst>
            <pc:docMk/>
            <pc:sldMk cId="1799780152" sldId="437"/>
            <ac:spMk id="15" creationId="{F7046244-F50A-5FAD-F8A2-426B50482CEB}"/>
          </ac:spMkLst>
        </pc:spChg>
        <pc:graphicFrameChg chg="del mod">
          <ac:chgData name="Diego Raul Guerrero Anaya" userId="0ce4d9aa-8e9a-49aa-b0f2-d17a32a3775a" providerId="ADAL" clId="{DE868590-9F2C-4B03-9C62-B181C19ADC6C}" dt="2026-03-06T15:59:48.291" v="4227" actId="478"/>
          <ac:graphicFrameMkLst>
            <pc:docMk/>
            <pc:sldMk cId="1799780152" sldId="437"/>
            <ac:graphicFrameMk id="12" creationId="{915A4691-ABAF-141A-F8B5-06AD9347DAB2}"/>
          </ac:graphicFrameMkLst>
        </pc:graphicFrameChg>
        <pc:graphicFrameChg chg="add mod">
          <ac:chgData name="Diego Raul Guerrero Anaya" userId="0ce4d9aa-8e9a-49aa-b0f2-d17a32a3775a" providerId="ADAL" clId="{DE868590-9F2C-4B03-9C62-B181C19ADC6C}" dt="2026-03-06T15:59:51.311" v="4229"/>
          <ac:graphicFrameMkLst>
            <pc:docMk/>
            <pc:sldMk cId="1799780152" sldId="437"/>
            <ac:graphicFrameMk id="16" creationId="{2B4728EA-C5CF-BE1C-B485-19ED1D19F005}"/>
          </ac:graphicFrameMkLst>
        </pc:graphicFrameChg>
        <pc:picChg chg="add del mod">
          <ac:chgData name="Diego Raul Guerrero Anaya" userId="0ce4d9aa-8e9a-49aa-b0f2-d17a32a3775a" providerId="ADAL" clId="{DE868590-9F2C-4B03-9C62-B181C19ADC6C}" dt="2026-03-06T15:59:18.676" v="4225" actId="478"/>
          <ac:picMkLst>
            <pc:docMk/>
            <pc:sldMk cId="1799780152" sldId="437"/>
            <ac:picMk id="4" creationId="{315A8862-BC3B-82A8-96C7-BEFD2D8D42F7}"/>
          </ac:picMkLst>
        </pc:picChg>
        <pc:picChg chg="add del mod">
          <ac:chgData name="Diego Raul Guerrero Anaya" userId="0ce4d9aa-8e9a-49aa-b0f2-d17a32a3775a" providerId="ADAL" clId="{DE868590-9F2C-4B03-9C62-B181C19ADC6C}" dt="2026-03-06T15:58:27.276" v="4220" actId="478"/>
          <ac:picMkLst>
            <pc:docMk/>
            <pc:sldMk cId="1799780152" sldId="437"/>
            <ac:picMk id="6" creationId="{7E6E5176-56FF-B52F-1C6E-8FAF02D0D8A6}"/>
          </ac:picMkLst>
        </pc:picChg>
        <pc:picChg chg="add del mod">
          <ac:chgData name="Diego Raul Guerrero Anaya" userId="0ce4d9aa-8e9a-49aa-b0f2-d17a32a3775a" providerId="ADAL" clId="{DE868590-9F2C-4B03-9C62-B181C19ADC6C}" dt="2026-03-06T15:37:47.668" v="3843" actId="478"/>
          <ac:picMkLst>
            <pc:docMk/>
            <pc:sldMk cId="1799780152" sldId="437"/>
            <ac:picMk id="6" creationId="{E77FABCC-A284-4625-5C3C-64615EC8B338}"/>
          </ac:picMkLst>
        </pc:picChg>
        <pc:picChg chg="add mod">
          <ac:chgData name="Diego Raul Guerrero Anaya" userId="0ce4d9aa-8e9a-49aa-b0f2-d17a32a3775a" providerId="ADAL" clId="{DE868590-9F2C-4B03-9C62-B181C19ADC6C}" dt="2026-03-06T15:59:23.985" v="4226" actId="1076"/>
          <ac:picMkLst>
            <pc:docMk/>
            <pc:sldMk cId="1799780152" sldId="437"/>
            <ac:picMk id="13" creationId="{D1F7C1E4-2EEA-F8FB-1155-A6665B49C3A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BA-4475-9198-2702789E2E7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BA-4475-9198-2702789E2E7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BA-4475-9198-2702789E2E7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BA-4475-9198-2702789E2E7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93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A-4CAF-AE44-9DF1ECB0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F1-4C41-AF7D-CEFF718D5DA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F1-4C41-AF7D-CEFF718D5DA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F1-4C41-AF7D-CEFF718D5DA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F1-4C41-AF7D-CEFF718D5DA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F1-4C41-AF7D-CEFF718D5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BD-4998-AE4A-CD7688CB558B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BD-4998-AE4A-CD7688CB558B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BD-4998-AE4A-CD7688CB558B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BD-4998-AE4A-CD7688CB558B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86</c:v>
                </c:pt>
                <c:pt idx="1">
                  <c:v>14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BD-4998-AE4A-CD7688CB5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95-43ED-A568-B619A749C69F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95-43ED-A568-B619A749C69F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95-43ED-A568-B619A749C69F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995-43ED-A568-B619A749C69F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93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995-43ED-A568-B619A749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BA-4475-9198-2702789E2E7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BA-4475-9198-2702789E2E7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BA-4475-9198-2702789E2E7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BA-4475-9198-2702789E2E7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98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A-4CAF-AE44-9DF1ECB0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8D-4ABA-809F-DE9F6A9754AD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8D-4ABA-809F-DE9F6A9754AD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8D-4ABA-809F-DE9F6A9754AD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8D-4ABA-809F-DE9F6A9754AD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8D-4ABA-809F-DE9F6A975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3A-4DD1-B669-8B6553A84228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3A-4DD1-B669-8B6553A84228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3A-4DD1-B669-8B6553A84228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3A-4DD1-B669-8B6553A8422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97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3A-4DD1-B669-8B6553A84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9F-4D1A-B1F9-5B257D075FBA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9F-4D1A-B1F9-5B257D075FBA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9F-4D1A-B1F9-5B257D075FBA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99F-4D1A-B1F9-5B257D075FBA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94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9F-4D1A-B1F9-5B257D075F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FF-46AD-A2C1-C17B2A7001C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FF-46AD-A2C1-C17B2A7001C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0FF-46AD-A2C1-C17B2A7001C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0FF-46AD-A2C1-C17B2A7001C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FF-46AD-A2C1-C17B2A700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95-4BC3-B24D-82D64B57299F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95-4BC3-B24D-82D64B57299F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95-4BC3-B24D-82D64B57299F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95-4BC3-B24D-82D64B57299F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99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95-4BC3-B24D-82D64B572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EFB4B-FD0F-477A-B24D-2809953E74D7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5ECE-ACD0-4162-81D4-6AB2045C4D1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4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11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E411-40DD-4B0A-5168-3C9C3A92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30F8C2-23E1-1574-1FCD-ABA82F83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925683-158D-615B-FA74-945C22707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47F73A-BD4B-585D-3A54-96BE2B8AF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42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ACEFA-DFB7-4347-27DB-4FEBFAC7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278C7-C559-E1BC-41BB-FA6D23E21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4513F-67EF-01D5-EB2B-0B1B7902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CF3A9C-A675-2083-6266-566B4FC7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BBBCD-5989-C3BC-A034-9B69068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31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63BB-83F4-1488-AAFA-3A1BCF50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2ED79-98A3-28A0-647E-9CCFB12D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4AC606-28FC-48D5-4CDC-ED071E7B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99D14-0038-1F77-CDED-A08ECD1F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D1123-6F26-EFEE-1C08-8736579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79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C4743-3797-8EF2-54A6-2940A271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D0B07-F8A5-DC14-18FB-A4E474F5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3B3F7-0121-CE8C-25DB-25F3932D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CC36C-6547-E97B-2DA8-798437B1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F53F5-61E5-F47F-D5E4-4505C797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5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D1600-18E9-3780-C21A-4DA9FF4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7A6EC-91D0-3E68-103B-BCF12881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ADF4F3-06DE-6D83-7700-ABB40B2E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79D79B-4BD4-6605-4F6D-CCED1A26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F05AC-CFCE-9BB7-83C0-CFDCABBC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BAB0A-EF13-2518-5E13-187FC21C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A756-2D08-DC5B-6E75-775C08F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51D1C4-6D1E-11E3-4FFD-2958ADCA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0582D3-FA06-662C-CF85-56150FAB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4B67F-FAC7-A2FB-B22A-DCF429E93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BD0DF1-037F-B8E5-6E9C-1C04CFDDE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57F22E-1B69-1ECE-530A-9EF708E8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34BC52-AA33-0C60-B68D-C8834129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12CC42-039D-0DC9-160A-02378CA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96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D7C3D-9DFE-F065-25B5-BCE0679B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8ADFB9-187B-EA28-D84A-B062DDAE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C3CBF9-B46C-C1BA-C6FF-6C452C4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85F4E5-EEE4-6487-2D09-A044296D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44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973A7B-A1E0-F895-72AD-3DE739B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D86808-12FB-21C8-E274-F1D77362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C0A6B-95FD-A557-589A-2CE02C15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3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FD864-8826-7329-51E5-9CD1A063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9ADB9-885E-7E7B-9A2C-87499566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5B5454-5468-6E6C-8853-960D6D437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CDDAB4-E7A0-1173-7A43-EA615188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CBB48C-4002-A526-C2BB-F2D3D10B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41ECB-8AE1-BB38-EF81-4DBD9326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388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DC84-9312-37EC-E4FD-86008977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17A30E-2F86-5B90-A4B1-3A2B5443D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092E0-BCB0-9282-7A3F-F1516474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F91D30-F39C-702D-4BFE-EDCE1E6F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6B9C29-71E5-A677-6912-359645AE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09A72A-CA7D-C2AF-B32B-00B7888F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71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04287-89E9-6A06-68B1-B739DFB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2327C-4C34-B17F-D025-065373711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DDE24-D2B2-6945-6223-0FAC668D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A85D8-E75A-716A-5AED-F0F5B7D9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B26EB-3EED-F7C5-D125-13B2BE2A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385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7AFA14-DBF8-5C9D-2DD8-B1BD0E195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47767C-3976-5BB8-F6D7-43B33748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DEF89-245A-A6EA-A491-FA68305E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9CBE9C-176F-8B7D-AA5C-7B353126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6B3040-EFBC-2E04-2044-696B004B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511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7BE2EC-586A-DD9E-C280-FB23A33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94821B-7E1E-5B88-0C2C-4C14E87C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861983-7AB0-F5B7-4A23-3E7917DA4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EB5A-F4D6-4C7F-84CB-78EC876CF29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6E65D-85D1-8556-46A3-C09F8919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45D03-B164-5562-C207-79E7B5F74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4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eRCCYthAzvCgQOio-oPfOK8VAr4HoLa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9.e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JWpWSS8-ihN1wHYWCH_enxrecjsFmYh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8HdOQ3cIPQg8K6pAdi0GoxDMYCU2Ddc3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eh8XAEJHJGGAKvLx92drOqWRGQvgLr4e/view" TargetMode="External"/><Relationship Id="rId2" Type="http://schemas.openxmlformats.org/officeDocument/2006/relationships/hyperlink" Target="https://drive.google.com/file/d/1zMvfsxRwfHSuAowOHdxxpP7AYkJ94KfK/view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OkwxQpw9YwYOoL_nswO8kCgNttLDwCu/view?usp=drive_link" TargetMode="External"/><Relationship Id="rId2" Type="http://schemas.openxmlformats.org/officeDocument/2006/relationships/hyperlink" Target="https://drive.google.com/file/d/1OWGjUzGWnXXHK-x6fzF5F7Kt7H2HKClX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image" Target="../media/image4.png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xTD_FOrp9xtvriAa06FlOXCv68XCzmiX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XwWPqfXlZvb88B3cSTKLog57F9yO7lr7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X-s8H1oACzvA35fty4K9UX9b91Xfq0SH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d05UXeDeoqZnEk22-rnJUqOPPo2LWPzt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bCvezGqCU1ZmOXb2u7xi19jBsQPGJxb/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emf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317-B3C6-544A-9CEC-25C65915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12C31D-3CC5-AE6F-6DC6-DC2AB7DB08B7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D12CA50E-0C11-3EB7-AA8E-DD7D2EFB3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D74108FF-D162-4798-6724-54AB54E7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B31CB7F-F65F-251B-F642-C7D40861EB8B}"/>
              </a:ext>
            </a:extLst>
          </p:cNvPr>
          <p:cNvSpPr txBox="1"/>
          <p:nvPr/>
        </p:nvSpPr>
        <p:spPr>
          <a:xfrm>
            <a:off x="125833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AUDITORIA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Febrero 2026 -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2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La auditoria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Febrero</a:t>
            </a:r>
            <a:endParaRPr lang="es-CO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889029" y="2879302"/>
            <a:ext cx="87573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12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ACTIVIDADES DEL MES: </a:t>
            </a:r>
            <a:r>
              <a:rPr lang="es-MX" sz="1200" dirty="0"/>
              <a:t>Implementación de las actividades de acuerdo al canal: </a:t>
            </a:r>
            <a:endParaRPr lang="es-MX" sz="1200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Moderno:</a:t>
            </a:r>
            <a:r>
              <a:rPr lang="es-CO" sz="1200" dirty="0"/>
              <a:t> Tiene implementado el material pop correspondiente a las promociones que aplican en el pdv.</a:t>
            </a:r>
          </a:p>
          <a:p>
            <a:pPr lvl="3" algn="just"/>
            <a:r>
              <a:rPr lang="es-CO" sz="1200" dirty="0"/>
              <a:t> Tiene implementadas las exhibiciones negociadas en el pdv.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CO" sz="1200" dirty="0"/>
              <a:t>    Se encuentra el material pop de Félix nuevas referencias " aplica donde esta codificado“.			Se encuentra en el lineal las referencias 1,5 en pu y adu de la marca excellent.</a:t>
            </a:r>
          </a:p>
          <a:p>
            <a:pPr lvl="1" algn="just"/>
            <a:r>
              <a:rPr lang="es-CO" sz="1200" dirty="0"/>
              <a:t>		Se encuentra la nueva referencia de excellent esterilizado de 1k.</a:t>
            </a:r>
          </a:p>
          <a:p>
            <a:pPr lvl="1" algn="just"/>
            <a:r>
              <a:rPr lang="es-CO" sz="1200" dirty="0"/>
              <a:t>		S</a:t>
            </a:r>
            <a:r>
              <a:rPr lang="es-ES" sz="1200" dirty="0"/>
              <a:t>e encuentra la referencia pro plan wet de salmón y/urinario.</a:t>
            </a:r>
          </a:p>
          <a:p>
            <a:pPr lvl="1" algn="just"/>
            <a:r>
              <a:rPr lang="es-ES" sz="1200" dirty="0"/>
              <a:t>		El pdv maneja categoría de snacks.</a:t>
            </a:r>
            <a:endParaRPr lang="es-CO" sz="12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Tradicional:</a:t>
            </a:r>
            <a:r>
              <a:rPr lang="es-CO" sz="1200" dirty="0"/>
              <a:t> </a:t>
            </a:r>
            <a:r>
              <a:rPr lang="es-ES" sz="1200" dirty="0"/>
              <a:t>Conoce el precio de la paquetería dog chow 350g / 475g; cat chow 200g.</a:t>
            </a:r>
            <a:endParaRPr lang="es-MX" sz="12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EJECUCION DEL PDV:  </a:t>
            </a:r>
            <a:r>
              <a:rPr lang="es-MX" sz="1200" dirty="0"/>
              <a:t>Limpieza del pdv, Precio y surtido de productos, Infaltables, ayuda ventas, conocimiento en surtidos, estrategia de exhibición para las marcas Mainstrain (Alpo y Gatsy) de Purina , % de participación que tiene en el punto de venta.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9D9442A-C892-F626-09BD-F1584A65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920" y="1620770"/>
            <a:ext cx="3227614" cy="123940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6FB5FE9-B5FF-430C-70DD-1A98F0726A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C9301DA-7D65-61FA-00C5-DCF2DF3F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4F262B-A3D1-E975-4AE9-A13AE152931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E7339F9-75FA-3788-907E-F9E8AD0C0471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CBAF28B-4381-CD77-9109-915F46BB08BF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7FE0B76-7830-BB16-89A4-2E7C21EFA57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F4BE0E8-4C86-8B69-84A8-6CA58B6C966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897E9EAB-B351-D02D-23DD-CF9BBD6E16A7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328821"/>
            <a:ext cx="8652072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Del panel propuesto de 5 PDV , se logran visitar 5 pdv con 3 auditorias efectivas.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Detalle de la ejecucion por ciudad de acuerdo con los objetivos propuestos: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77350" y="3772842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AUDITORIA EFECTIVA</a:t>
            </a:r>
            <a:r>
              <a:rPr lang="es-MX" sz="1400" dirty="0"/>
              <a:t>: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BCDC23-9C1F-D083-1EFB-3E7BE1017AEE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Febrero</a:t>
            </a:r>
            <a:endParaRPr lang="es-CO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7B0DE1-4713-AF0F-4BEC-BC0FC9F8F29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0CF9432-EC05-FD9D-231D-C50FF2C98A62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19EFBD-61A8-3A3E-9641-2DBAD2DC6A8D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0F6C026-B541-F0D6-E09A-57A34866945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205E347-EA21-0C66-E37A-508AC08E42C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92EF00A-F5CB-E2F4-D4D9-A06E95E1C851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BB66AD37-7335-BF80-78AB-0FCEE2A4F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126" y="1996508"/>
            <a:ext cx="8807920" cy="138593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14D18BC-5730-E0DD-055D-B3C0EC58A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125" y="4297846"/>
            <a:ext cx="7316719" cy="77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74E-B733-B0F9-1088-1EB4EA92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BDE0322-30DB-9007-ED46-C39CBD8D1A5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1F8664AF-1E86-C238-78AC-FD7CDD600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C45A2B3-CBE7-6AF2-715B-B91866D1BE66}"/>
              </a:ext>
            </a:extLst>
          </p:cNvPr>
          <p:cNvSpPr txBox="1"/>
          <p:nvPr/>
        </p:nvSpPr>
        <p:spPr>
          <a:xfrm>
            <a:off x="2902157" y="843199"/>
            <a:ext cx="85725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93% frente a los KPIS propuestos de gestión. </a:t>
            </a:r>
          </a:p>
          <a:p>
            <a:r>
              <a:rPr lang="es-MX" sz="1600" dirty="0"/>
              <a:t>Se evidencia oportunidad en todos los clústeres evaluados en cada uno de los canales. </a:t>
            </a:r>
            <a:endParaRPr lang="es-CO" sz="16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89F43F9-A8D1-2800-F11E-55D722EFFAFC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92EF89-8EA7-2F37-9EBE-23952BEC36F9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9D9D877-17BF-C4B1-DBE2-2D740DCE891B}"/>
              </a:ext>
            </a:extLst>
          </p:cNvPr>
          <p:cNvSpPr txBox="1"/>
          <p:nvPr/>
        </p:nvSpPr>
        <p:spPr>
          <a:xfrm>
            <a:off x="1052118" y="583506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93%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7E81395-129E-34AB-56A2-C2BF691746BB}"/>
              </a:ext>
            </a:extLst>
          </p:cNvPr>
          <p:cNvSpPr txBox="1"/>
          <p:nvPr/>
        </p:nvSpPr>
        <p:spPr>
          <a:xfrm>
            <a:off x="148165" y="5037938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6C0D7C-16C6-2D3B-B087-A36CC226F911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Febrero</a:t>
            </a:r>
            <a:endParaRPr lang="es-CO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CF8D2E1-1556-C801-9A4E-C3B7E8B3951B}"/>
              </a:ext>
            </a:extLst>
          </p:cNvPr>
          <p:cNvSpPr txBox="1"/>
          <p:nvPr/>
        </p:nvSpPr>
        <p:spPr>
          <a:xfrm>
            <a:off x="2946880" y="5722413"/>
            <a:ext cx="8734783" cy="5847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600" dirty="0"/>
              <a:t>Las novedades identificadas se presentan en ejecución del punto de venta y presentación personal del equipo.</a:t>
            </a:r>
            <a:endParaRPr lang="es-MX" sz="1600" dirty="0">
              <a:highlight>
                <a:srgbClr val="FFFF00"/>
              </a:highlight>
              <a:latin typeface="+mj-lt"/>
            </a:endParaRP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D999FE1A-6116-4188-4598-09A4263735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586661"/>
              </p:ext>
            </p:extLst>
          </p:nvPr>
        </p:nvGraphicFramePr>
        <p:xfrm>
          <a:off x="440403" y="5333410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3" name="Imagen 22">
            <a:extLst>
              <a:ext uri="{FF2B5EF4-FFF2-40B4-BE49-F238E27FC236}">
                <a16:creationId xmlns:a16="http://schemas.microsoft.com/office/drawing/2014/main" id="{2C3FC970-57AB-4FD0-65DF-59A13474228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5B10581B-A391-A69F-6AB3-6C65FF4B10A9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51A0DCE-413B-A4F9-A773-E7729E82350A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F54984D-0544-975B-2BBF-613E956DCF71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C50A4FE-0CF4-4D0A-FF80-1478B67A80C6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A43560B-C86C-F1C7-2A9F-C8C8BEC01C02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0AB9047-543A-F798-5FA3-9406CF731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878" y="1788770"/>
            <a:ext cx="5429025" cy="17536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35B49BD-026A-5168-85CF-B0DC43F384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878" y="3703584"/>
            <a:ext cx="8734786" cy="175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CA72-C7DC-7745-1CC6-BDBCF856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EE8686E-B91A-9E6B-62A7-CD883591BEB8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25997A0A-64EC-2C6D-0BAF-049280E0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70A9143-A4D1-C278-F938-ABF6B4364DBE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6A5E136-7154-3260-1737-F7AE658A220B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MERCADOS ALCOSTO ALMENDROS – BOGOTA          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A7B6B1-B361-B3A7-C3F5-E70E2BA9AF3E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1B2FE3-5A21-7072-5A93-D55ED8223954}"/>
              </a:ext>
            </a:extLst>
          </p:cNvPr>
          <p:cNvSpPr txBox="1"/>
          <p:nvPr/>
        </p:nvSpPr>
        <p:spPr>
          <a:xfrm>
            <a:off x="3020825" y="4982353"/>
            <a:ext cx="7199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https://drive.google.com/file/d/1keRCCYthAzvCgQOio-oPfOK8VAr4HoLa/view</a:t>
            </a:r>
            <a:endParaRPr lang="es-CO" u="sng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78A946-812D-AACC-F9D6-6E0EB8E2D2AA}"/>
              </a:ext>
            </a:extLst>
          </p:cNvPr>
          <p:cNvSpPr txBox="1"/>
          <p:nvPr/>
        </p:nvSpPr>
        <p:spPr>
          <a:xfrm>
            <a:off x="3020824" y="3330863"/>
            <a:ext cx="7200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8839C6-D8EE-6AD3-22C7-F9BFCD494DD7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FA6951D-F398-08F1-31FE-29E0764DA21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5440AAD-38DC-5E8D-EEA7-91B425579C09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0B6834-EE00-C95F-1CC5-034817F45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295" y="1137198"/>
            <a:ext cx="7193529" cy="19781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BD12A49-37B7-3732-8E44-0DE38AC47807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74B4AD8C-7EC4-8F80-7AB1-BF1D9F2C32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226166"/>
              </p:ext>
            </p:extLst>
          </p:nvPr>
        </p:nvGraphicFramePr>
        <p:xfrm>
          <a:off x="315162" y="3965824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23162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12A0-EB53-B354-655A-143B8838E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5D58195-F4EB-46B6-3886-659FFC768A33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0D32D1A-1740-1B8A-19E6-D676A1AE3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0322D1E-416E-851C-EBD2-82A58ECA8187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67B48FD-7802-26F4-C490-DB1F37EF58CD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GRANERO PAUL - CALI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4150EB1-D48E-BBBB-A871-7EE10C82DB4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2CEC18-3BDC-540B-CDCE-AC2774FA12AE}"/>
              </a:ext>
            </a:extLst>
          </p:cNvPr>
          <p:cNvSpPr txBox="1"/>
          <p:nvPr/>
        </p:nvSpPr>
        <p:spPr>
          <a:xfrm>
            <a:off x="3020824" y="3279862"/>
            <a:ext cx="7200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que no tiene clara la estrategia de exhibición para las marcas mainstrain, no todos los productos se encuentran con el precio, y hay espacios vacíos en el lineal y productos con polvo.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Hay oportunidad en tema de presentación personal, el uniforme se ve decolorado y los zapatos se encuentran en muy mal estado.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E70EAD9-6002-76BB-69A8-B311249A9F90}"/>
              </a:ext>
            </a:extLst>
          </p:cNvPr>
          <p:cNvSpPr txBox="1"/>
          <p:nvPr/>
        </p:nvSpPr>
        <p:spPr>
          <a:xfrm>
            <a:off x="3020824" y="5267814"/>
            <a:ext cx="7199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https://drive.google.com/file/d/1LJWpWSS8-ihN1wHYWCH_enxrecjsFmYh/view</a:t>
            </a:r>
            <a:endParaRPr lang="es-CO" u="sng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FFC7E08-41A2-7F53-2E1F-18479C5FE99C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4BACEF-5FB8-900F-6076-B1D29A05204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29B5177-AABF-EDC7-6472-2B18A8B6820F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40A71F8-5C24-AB99-4202-FE65909F4D93}"/>
              </a:ext>
            </a:extLst>
          </p:cNvPr>
          <p:cNvSpPr txBox="1"/>
          <p:nvPr/>
        </p:nvSpPr>
        <p:spPr>
          <a:xfrm>
            <a:off x="1013355" y="452786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86%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D1F7D06E-1853-FB22-D482-4AFFD8FA4C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371348"/>
              </p:ext>
            </p:extLst>
          </p:nvPr>
        </p:nvGraphicFramePr>
        <p:xfrm>
          <a:off x="414374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DB942E1B-34AA-3FBB-6201-5422C1118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994112"/>
            <a:ext cx="7200000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9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6A1B-E456-26BB-1AF2-6C2CB533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82C1985-410C-9553-5885-5802CC657D4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05153E9-7639-51F7-21D9-900A1B100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C90A6B-1169-CF13-567C-425DB098762F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A1F2FAE-8B57-0936-8041-655FB74C56F2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SURTIDOR OLAYA - CARTAGENA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7E1F476-1AC5-357A-4BE2-0CDFF285050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3FFA70-4AA2-24C1-069F-6B943C10B4EF}"/>
              </a:ext>
            </a:extLst>
          </p:cNvPr>
          <p:cNvSpPr txBox="1"/>
          <p:nvPr/>
        </p:nvSpPr>
        <p:spPr>
          <a:xfrm>
            <a:off x="3020824" y="3279862"/>
            <a:ext cx="7200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que tiene clara la estrategia de exhibición, sin embargo, este es un supermercado independiente y los espacios se brindan por negociación y según el dueño del PDV los asigne. Tampoco se encuentra surtido el lineal por completo, debido a que los estantes son muy altos para la mercaderista y subir a surtir representa una actividad peligrosa, por ultimo, no todos los productos se encuentran con el precio correspondiente.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C185CD-5DB2-93ED-6053-E733EB1329BE}"/>
              </a:ext>
            </a:extLst>
          </p:cNvPr>
          <p:cNvSpPr txBox="1"/>
          <p:nvPr/>
        </p:nvSpPr>
        <p:spPr>
          <a:xfrm>
            <a:off x="3020824" y="5540722"/>
            <a:ext cx="72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https://drive.google.com/file/d/18HdOQ3cIPQg8K6pAdi0GoxDMYCU2Ddc3/view</a:t>
            </a:r>
            <a:endParaRPr lang="es-CO" u="sng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3401C4-3EF1-A2C1-FD65-82E50534F12B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DC120C-F1DB-8A82-48B8-B09C2630476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7435D61-6C46-95F8-7A5F-4204433C3511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043CB2-8208-5E79-8CD4-F0B59B0E3A3F}"/>
              </a:ext>
            </a:extLst>
          </p:cNvPr>
          <p:cNvSpPr txBox="1"/>
          <p:nvPr/>
        </p:nvSpPr>
        <p:spPr>
          <a:xfrm>
            <a:off x="1013355" y="452786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93%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863E7715-C08B-D597-EB65-9709FE4E71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645749"/>
              </p:ext>
            </p:extLst>
          </p:nvPr>
        </p:nvGraphicFramePr>
        <p:xfrm>
          <a:off x="376202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2A57B4D6-D63E-BF23-00C9-EAE4125756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994112"/>
            <a:ext cx="7199999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6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DA81-7E67-20D2-07F1-F66B7E65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35E8222-C1C6-18CA-C525-73654A76D1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435962-EC1D-78A9-248D-800CD3E528F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CC7BA8-462E-3CE8-E3A4-EA533E1CD942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SUPERTIENDAS COMUNAL CARDIO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F0B0BC-435B-DBB6-2746-CC63F3DEAFD1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18D1376-9561-828A-CF36-824547D0752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36C4AD-C372-41E2-ECDF-7124B0517EF8}"/>
              </a:ext>
            </a:extLst>
          </p:cNvPr>
          <p:cNvSpPr txBox="1"/>
          <p:nvPr/>
        </p:nvSpPr>
        <p:spPr>
          <a:xfrm>
            <a:off x="2877350" y="3167612"/>
            <a:ext cx="75857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https://drive.google.com/file/d/1zMvfsxRwfHSuAowOHdxxpP7AYkJ94KfK/view</a:t>
            </a:r>
            <a:endParaRPr lang="es-CO" u="sng" dirty="0"/>
          </a:p>
          <a:p>
            <a:endParaRPr lang="es-CO" u="sng" dirty="0"/>
          </a:p>
          <a:p>
            <a:r>
              <a:rPr lang="es-CO" u="sng" dirty="0">
                <a:hlinkClick r:id="rId3"/>
              </a:rPr>
              <a:t>https://drive.google.com/file/d/1eh8XAEJHJGGAKvLx92drOqWRGQvgLr4e/view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22933C-BA12-E063-5BCF-E0BE2956583D}"/>
              </a:ext>
            </a:extLst>
          </p:cNvPr>
          <p:cNvSpPr txBox="1"/>
          <p:nvPr/>
        </p:nvSpPr>
        <p:spPr>
          <a:xfrm>
            <a:off x="2877350" y="2282599"/>
            <a:ext cx="758578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 SE LOGRA REALIZAR LA AUDITORIA, SE ESPERA POR 45 MINUTOS Y EL IMPULSADOR NO SE ENCUENTRA EN EL PUNTO DE VENTA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7CB25710-62D1-D60E-F4F8-346AD4010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5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990C-5F5B-674D-E734-2D19DE5A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93856FB-3977-B393-ACB0-5EEC4702170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CF08A25-4EEF-A06F-8416-77F92F479AF4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5E01CB2-7ED7-CEE3-6ED6-1BBA43CC1EF5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Franklin Gothic Demi" panose="020B0703020102020204" pitchFamily="34" charset="0"/>
              </a:rPr>
              <a:t>DROGUERIA VETERINARIA CENTRO - CARTAGENA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735A0A7-43FF-F5B9-7651-CF6FAA20E963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6F0888-5E27-713B-1857-BD0F78FCE666}"/>
              </a:ext>
            </a:extLst>
          </p:cNvPr>
          <p:cNvSpPr txBox="1"/>
          <p:nvPr/>
        </p:nvSpPr>
        <p:spPr>
          <a:xfrm>
            <a:off x="2877350" y="3429690"/>
            <a:ext cx="75857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https://drive.google.com/file/d/1OWGjUzGWnXXHK-x6fzF5F7Kt7H2HKClX/view?usp=drive_link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https://drive.google.com/file/d/1oOkwxQpw9YwYOoL_nswO8kCgNttLDwCu/view?usp=drive_link</a:t>
            </a:r>
            <a:endParaRPr lang="es-CO" dirty="0"/>
          </a:p>
          <a:p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3F78E47-312C-F2CF-99FD-7B996F479A9B}"/>
              </a:ext>
            </a:extLst>
          </p:cNvPr>
          <p:cNvSpPr txBox="1"/>
          <p:nvPr/>
        </p:nvSpPr>
        <p:spPr>
          <a:xfrm>
            <a:off x="2877350" y="2206169"/>
            <a:ext cx="758578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EL PUNTO DE VENTA NO SE PUEDE HACER DEBIDO A QUE LA MERCANCÍA SE ENCUENTRA ADENTRO EN LOS LINEALES Y EL ADMINISTRADOR NO PERMITE EL INGRESO, CABE RESALTAR QUE LA MERCADERISTA SE ENCONTRABA EN PUNTO DE VENTA PERO AFUERA PORQUE NO PERMITE EL INGRESO 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EB6B137-483B-CC1C-6CC6-7C51A6EA2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9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534D02-B8C7-B74F-CB12-01F23F1DF649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A0D168E-1DD6-DBBA-D591-BCE26B9F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5A180245-F026-E164-C1D0-FEAD3A5BE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AD1F5A1-A45B-7474-6EF8-7CEEC5771C78}"/>
              </a:ext>
            </a:extLst>
          </p:cNvPr>
          <p:cNvSpPr txBox="1"/>
          <p:nvPr/>
        </p:nvSpPr>
        <p:spPr>
          <a:xfrm>
            <a:off x="88425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MISTERY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Febrero 2026 -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77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55CB5D-BA0C-CAF7-2F0F-4394F9AD584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F66B9E6-5CEA-0421-DFAD-B5F1900E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El mystery shopper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Febrero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787898" y="3318570"/>
            <a:ext cx="828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5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PORTAFOLIO Y MANEJO DE OBJECIONES: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Se debe indagar sobre las necesidades del cliente con respecto a su consumo habitual, ya sean marcas propias o de la competencia.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Capacidad de atención a objeciones del mystery shopper ofreciendo los productos en orden de segmentación.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MX" sz="1200" dirty="0"/>
              <a:t> Comunica la actividad PRO PLAN y frente a objeción ofrecimiento de Marca Excellent.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</a:t>
            </a:r>
            <a:r>
              <a:rPr lang="es-MX" sz="1200" dirty="0"/>
              <a:t>: Ofrecimiento de Dog Chow o Cat Chow como primera opción, ofrecimiento de alimento húmedo de Dog Chow y Félix.</a:t>
            </a:r>
          </a:p>
          <a:p>
            <a:pPr algn="just"/>
            <a:endParaRPr lang="es-MX" sz="5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ABORDAJE: </a:t>
            </a:r>
            <a:r>
              <a:rPr lang="es-MX" sz="1200" dirty="0"/>
              <a:t>Se debe realizar un abordaje proactivo en pdv (inferior a 1 min) </a:t>
            </a:r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LABOR DE VENTA:</a:t>
            </a:r>
            <a:r>
              <a:rPr lang="es-MX" sz="1200" dirty="0"/>
              <a:t> El asesor debe realizar un speech que incentive la compra de producto al mystery shopper.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B4B897-BD9D-FD79-10CF-D6D3A0F7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340" y="1665366"/>
            <a:ext cx="3794721" cy="149037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1FE9502-6EA2-6ECC-1050-E1D15CE3862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70220" y="3561912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D2E08F5-B510-FE06-B41E-4FB7DF273523}"/>
              </a:ext>
            </a:extLst>
          </p:cNvPr>
          <p:cNvSpPr txBox="1"/>
          <p:nvPr/>
        </p:nvSpPr>
        <p:spPr>
          <a:xfrm>
            <a:off x="958373" y="3542784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0E2930-599A-7419-C11D-C0E4A40A637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4279045"/>
            <a:ext cx="463336" cy="46333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E239DFB-2386-4AB7-F74B-4DD809211AF4}"/>
              </a:ext>
            </a:extLst>
          </p:cNvPr>
          <p:cNvSpPr txBox="1"/>
          <p:nvPr/>
        </p:nvSpPr>
        <p:spPr>
          <a:xfrm>
            <a:off x="953701" y="425991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D140C20-01C3-7105-AB68-98051006E0E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5072365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831277D-D2C9-EB04-036B-06276EE82E92}"/>
              </a:ext>
            </a:extLst>
          </p:cNvPr>
          <p:cNvSpPr txBox="1"/>
          <p:nvPr/>
        </p:nvSpPr>
        <p:spPr>
          <a:xfrm>
            <a:off x="953701" y="505323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53C147F-A8BB-D2BD-2985-DAC3BE773D8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2018140"/>
            <a:ext cx="463336" cy="46333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C07066C-8BEA-A9F3-8C31-F3D84CC09AB4}"/>
              </a:ext>
            </a:extLst>
          </p:cNvPr>
          <p:cNvSpPr txBox="1"/>
          <p:nvPr/>
        </p:nvSpPr>
        <p:spPr>
          <a:xfrm>
            <a:off x="968467" y="196184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29F6434-BA0F-2B3B-586C-B0727F92309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2747265"/>
            <a:ext cx="463336" cy="463336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A6638B4E-B52D-2185-E12A-18B4B73CAF5D}"/>
              </a:ext>
            </a:extLst>
          </p:cNvPr>
          <p:cNvSpPr txBox="1"/>
          <p:nvPr/>
        </p:nvSpPr>
        <p:spPr>
          <a:xfrm>
            <a:off x="953701" y="272813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 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814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-41188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749334" y="1418811"/>
            <a:ext cx="865207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 logran impactar un total de 5 </a:t>
            </a:r>
            <a:r>
              <a:rPr lang="es-MX" sz="1600" dirty="0" err="1"/>
              <a:t>pdv</a:t>
            </a:r>
            <a:r>
              <a:rPr lang="es-MX" sz="1600" dirty="0"/>
              <a:t> con 5 mysterys efectivos.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Detalle de la ejecución por ciudad de acuerdo con los objetivos propuestos:</a:t>
            </a:r>
            <a:br>
              <a:rPr lang="es-MX" sz="1600" dirty="0"/>
            </a:br>
            <a:endParaRPr lang="es-MX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036DD4A-848D-2BA4-1DA0-5236E5D1A7D5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Febrero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BC8DB7-8843-AABF-3D82-2C9BDAE212A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70220" y="3561912"/>
            <a:ext cx="463336" cy="463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B2B7956-0589-602B-6775-2258858EA593}"/>
              </a:ext>
            </a:extLst>
          </p:cNvPr>
          <p:cNvSpPr txBox="1"/>
          <p:nvPr/>
        </p:nvSpPr>
        <p:spPr>
          <a:xfrm>
            <a:off x="958373" y="3542784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BB4E960-4438-68F0-7FA1-608F001F86C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4279045"/>
            <a:ext cx="463336" cy="46333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66C0D91-F28F-3EC2-6FBF-1C7EC6A7F096}"/>
              </a:ext>
            </a:extLst>
          </p:cNvPr>
          <p:cNvSpPr txBox="1"/>
          <p:nvPr/>
        </p:nvSpPr>
        <p:spPr>
          <a:xfrm>
            <a:off x="953701" y="425991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31ACE32-5394-EF38-1D77-CDB0D5EE192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5072365"/>
            <a:ext cx="463336" cy="46333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F934006-4EB8-CAFF-1CFC-058B5E046AF8}"/>
              </a:ext>
            </a:extLst>
          </p:cNvPr>
          <p:cNvSpPr txBox="1"/>
          <p:nvPr/>
        </p:nvSpPr>
        <p:spPr>
          <a:xfrm>
            <a:off x="953701" y="505323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93E8D25-B8D3-3CB3-C017-5CAACB59AC6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2018140"/>
            <a:ext cx="463336" cy="46333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4411EE4-C6A2-7615-C04C-72AB92201270}"/>
              </a:ext>
            </a:extLst>
          </p:cNvPr>
          <p:cNvSpPr txBox="1"/>
          <p:nvPr/>
        </p:nvSpPr>
        <p:spPr>
          <a:xfrm>
            <a:off x="968467" y="196184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72FE12F-3933-237E-89AB-904E2E03547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2747265"/>
            <a:ext cx="463336" cy="463336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1481967B-5F52-7613-7E7C-6B837812EADF}"/>
              </a:ext>
            </a:extLst>
          </p:cNvPr>
          <p:cNvSpPr txBox="1"/>
          <p:nvPr/>
        </p:nvSpPr>
        <p:spPr>
          <a:xfrm>
            <a:off x="953701" y="272813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 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04F67BA-77A5-13AE-EAB7-0E943BC0F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705" y="2249808"/>
            <a:ext cx="8704800" cy="17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B7A4-7FEE-C255-C88E-6291B7C1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DDB5FB5-DBA7-32AF-7850-44C9AB9537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BFBC2EA-2855-C20B-54D3-EB6BED5DC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182372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AF4DEE6-769C-B912-0714-4AF45BCDF5A3}"/>
              </a:ext>
            </a:extLst>
          </p:cNvPr>
          <p:cNvSpPr txBox="1"/>
          <p:nvPr/>
        </p:nvSpPr>
        <p:spPr>
          <a:xfrm>
            <a:off x="2946880" y="852225"/>
            <a:ext cx="796699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98% frente a los KPIS propuestos de gestión.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04800E-534E-910F-993C-E2246B4B7515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81AFCE6-2261-7527-935F-42662EFC9A0D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9C5ECE4-EA9C-AB55-6217-E09024B4BBC3}"/>
              </a:ext>
            </a:extLst>
          </p:cNvPr>
          <p:cNvSpPr txBox="1"/>
          <p:nvPr/>
        </p:nvSpPr>
        <p:spPr>
          <a:xfrm>
            <a:off x="1072581" y="5706322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98%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05B9B16-CC31-890A-EB18-C198391ACA87}"/>
              </a:ext>
            </a:extLst>
          </p:cNvPr>
          <p:cNvSpPr txBox="1"/>
          <p:nvPr/>
        </p:nvSpPr>
        <p:spPr>
          <a:xfrm>
            <a:off x="168630" y="4885530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99E943-61C2-001F-2E86-6BB504A8BCA5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PURINA</a:t>
            </a:r>
          </a:p>
          <a:p>
            <a:r>
              <a:rPr lang="es-MX" sz="1600" dirty="0"/>
              <a:t>Febrero</a:t>
            </a:r>
            <a:endParaRPr lang="es-CO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6FA386-4DA2-F905-4FF4-15EB8127A018}"/>
              </a:ext>
            </a:extLst>
          </p:cNvPr>
          <p:cNvSpPr txBox="1"/>
          <p:nvPr/>
        </p:nvSpPr>
        <p:spPr>
          <a:xfrm>
            <a:off x="2946879" y="5539275"/>
            <a:ext cx="8695924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600" dirty="0"/>
              <a:t>Las novedades identificadas se presentan en el clúster de portafolio y manejo de objeciones, específicamente en el no ofrecimiento de alimentos húmedos o de las referencias correspondientes al canal del PDV.</a:t>
            </a:r>
            <a:endParaRPr lang="es-MX" sz="1600" dirty="0">
              <a:highlight>
                <a:srgbClr val="FFFF00"/>
              </a:highlight>
              <a:latin typeface="+mj-lt"/>
            </a:endParaRP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9953217C-18DA-CBB4-48A3-E9B18F194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844027"/>
              </p:ext>
            </p:extLst>
          </p:nvPr>
        </p:nvGraphicFramePr>
        <p:xfrm>
          <a:off x="460868" y="5253068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98F474C2-0FBE-B9EF-7020-4B6E4CB10BE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9136" y="2655745"/>
            <a:ext cx="463336" cy="4633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B68A462-BE41-31A8-69FF-D6173D3A9E61}"/>
              </a:ext>
            </a:extLst>
          </p:cNvPr>
          <p:cNvSpPr txBox="1"/>
          <p:nvPr/>
        </p:nvSpPr>
        <p:spPr>
          <a:xfrm>
            <a:off x="977289" y="263661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4803BB-9162-77DC-4670-75352309EE3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4464" y="3372878"/>
            <a:ext cx="463336" cy="46333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4795BA1-49BB-0171-9D95-F942997D9C2A}"/>
              </a:ext>
            </a:extLst>
          </p:cNvPr>
          <p:cNvSpPr txBox="1"/>
          <p:nvPr/>
        </p:nvSpPr>
        <p:spPr>
          <a:xfrm>
            <a:off x="972617" y="335375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613827-8FDC-2F7C-E0CC-952EB2120BFC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4464" y="4166198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09DFE53-A330-5FD4-90DF-4AD23706C566}"/>
              </a:ext>
            </a:extLst>
          </p:cNvPr>
          <p:cNvSpPr txBox="1"/>
          <p:nvPr/>
        </p:nvSpPr>
        <p:spPr>
          <a:xfrm>
            <a:off x="972617" y="414707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4F1C8090-BA06-D129-15E3-8F80784136DA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84464" y="1841098"/>
            <a:ext cx="463336" cy="463336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AFECAEE7-967D-5965-21F7-A23A2BE42051}"/>
              </a:ext>
            </a:extLst>
          </p:cNvPr>
          <p:cNvSpPr txBox="1"/>
          <p:nvPr/>
        </p:nvSpPr>
        <p:spPr>
          <a:xfrm>
            <a:off x="972617" y="182197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 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557A109-28ED-1AFE-6D47-360E3DCC5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879" y="1523215"/>
            <a:ext cx="7468138" cy="19057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FD7AB39-0D59-3368-AE1A-F3716BB7C8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879" y="3515215"/>
            <a:ext cx="8695924" cy="190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49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2ECE-B13F-970C-FBC8-3B794519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05C490F-6124-9A31-37E1-1F82D5DAAA8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74BCBB5-D4EE-3CF3-7BF0-1DF6D1A212A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0E2745FE-A0F9-27E0-71F2-773BAF3F720B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LA FAVORITA DE LA 14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BARRANQUILLA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5A37219-4E80-AFD6-6C54-80902834497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9F2CA2-9CE3-D419-32BB-88B456FF0B65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https://drive.google.com/file/d/1xTD_FOrp9xtvriAa06FlOXCv68XCzmiX/view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A34FFA-D8B6-B012-9C6B-FFF26F57682C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63C17357-0230-100E-48E4-3703AFE1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E817EA1-A0D5-7B29-17C2-4283AFCEAAC6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DDBA648-E654-7186-96C2-55ACD98FF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3" y="1142525"/>
            <a:ext cx="6527898" cy="212641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A3996F8-EC7E-0317-A99B-F53A3685566F}"/>
              </a:ext>
            </a:extLst>
          </p:cNvPr>
          <p:cNvSpPr txBox="1"/>
          <p:nvPr/>
        </p:nvSpPr>
        <p:spPr>
          <a:xfrm>
            <a:off x="830475" y="499209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6E21671E-929F-FD81-43F1-C77EA0138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939056"/>
              </p:ext>
            </p:extLst>
          </p:nvPr>
        </p:nvGraphicFramePr>
        <p:xfrm>
          <a:off x="324306" y="4450456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91660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978A-D444-3F40-7551-F51BA533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33DBF28-D28F-A28C-E933-53606715D32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02DFC6C-3CE6-6BA3-6E86-33276B7A78C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A41E931-A346-1F4E-21EA-085246D6B7DF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AGROCAMPO SAS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623B81A-8A17-AA44-4A66-168C25A8895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8C0FEB-B1EF-8F9C-5FFE-58E4F944BBEA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https://drive.google.com/file/d/1XwWPqfXlZvb88B3cSTKLog57F9yO7lr7/view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0A9DD0-76B8-C5FA-0194-C6F9BBAD8723}"/>
              </a:ext>
            </a:extLst>
          </p:cNvPr>
          <p:cNvSpPr txBox="1"/>
          <p:nvPr/>
        </p:nvSpPr>
        <p:spPr>
          <a:xfrm>
            <a:off x="3020834" y="4094081"/>
            <a:ext cx="652789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</a:t>
            </a:r>
            <a:r>
              <a:rPr lang="es-ES" sz="1600" dirty="0"/>
              <a:t>o realiza ofrecimiento de alimento húmedo, ni enfatiza en packs por temas de precio.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E8789DD6-2E0C-C6DB-3C64-B79675115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9966C62-E72F-1BDE-2BA0-01B2D537C388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97%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4502521-10FB-513B-C36C-068D8C3F501B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98BF01E-6D3E-D89A-7A26-610C78F6E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994957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D37B8A22-D24C-E359-6B00-D5157912A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3" y="994465"/>
            <a:ext cx="6527898" cy="220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73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86ABA-A21B-784E-0380-B31F1782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2E15EFD-C1BB-4964-CEE4-0E8CA1935982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0EECC38-B9CF-1773-F157-058CAE5C7CD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0D3D79F-D951-5092-92BD-7516AF33A04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0000"/>
                </a:solidFill>
                <a:latin typeface="Aptos Narrow" panose="020B0004020202020204" pitchFamily="34" charset="0"/>
              </a:rPr>
              <a:t>LA CASA DE LOS TENDEROS </a:t>
            </a:r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Tradicional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597333C-BC97-80CA-6FD8-C46A6ECB31C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CF8FF6-1B5E-574E-2C52-7C31631F6CA0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https://drive.google.com/file/d/1X-s8H1oACzvA35fty4K9UX9b91Xfq0SH/view</a:t>
            </a:r>
            <a:endParaRPr lang="es-CO" u="sng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C914B2D-3E41-6132-155D-E32BF9F79373}"/>
              </a:ext>
            </a:extLst>
          </p:cNvPr>
          <p:cNvSpPr txBox="1"/>
          <p:nvPr/>
        </p:nvSpPr>
        <p:spPr>
          <a:xfrm>
            <a:off x="3020834" y="4094081"/>
            <a:ext cx="6527898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</a:t>
            </a:r>
            <a:r>
              <a:rPr lang="es-ES" sz="1600" dirty="0"/>
              <a:t>o realiza ofrecimiento de alimento húmedo, ni enfatiza en packs por temas de precio.</a:t>
            </a:r>
            <a:endParaRPr lang="es-MX" sz="1600" dirty="0"/>
          </a:p>
          <a:p>
            <a:pPr algn="just"/>
            <a:endParaRPr lang="es-MX" sz="1600" dirty="0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24DE5CA-B0B8-F208-0CE2-9A20D309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56F2D4A-F7FE-77A8-656A-11A66F175425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94%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7826ECB-F685-1889-B281-B932F78A3AD9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6EAB1BD1-3581-504B-3352-C25477B2F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809881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ED0586B9-CC0B-83B2-9070-64217C8FB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3" y="1142525"/>
            <a:ext cx="6527897" cy="21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35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E8F1-9060-DABA-1600-531020D6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9B2B74D-1458-F5BD-7E71-157B79105E33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A56BFC-8D73-D034-81A9-4A53639DA62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5E891E83-D61C-350B-D5D0-66D022292DCA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0000"/>
                </a:solidFill>
                <a:latin typeface="Aptos Narrow" panose="020B0004020202020204" pitchFamily="34" charset="0"/>
              </a:rPr>
              <a:t>HOLANDA NORTE </a:t>
            </a:r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7A08AEF-569B-59DC-13E7-71AEE61A3D63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043AC1-2D69-D5A6-A9CF-C37D859259BC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https://drive.google.com/file/d/1d05UXeDeoqZnEk22-rnJUqOPPo2LWPzt/view</a:t>
            </a:r>
            <a:endParaRPr lang="es-CO" u="sng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A7288D5-6190-F058-5951-7B1DCA7776B9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C037595-9016-1F3A-053B-07832B2C2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971BF3D-1157-6498-41C4-DCC56313ED5F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1F7C1E4-2EEA-F8FB-1155-A6665B49C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4" y="1142525"/>
            <a:ext cx="6585830" cy="212641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7046244-F50A-5FAD-F8A2-426B50482CEB}"/>
              </a:ext>
            </a:extLst>
          </p:cNvPr>
          <p:cNvSpPr txBox="1"/>
          <p:nvPr/>
        </p:nvSpPr>
        <p:spPr>
          <a:xfrm>
            <a:off x="830475" y="499209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2B4728EA-C5CF-BE1C-B485-19ED1D19F0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079928"/>
              </p:ext>
            </p:extLst>
          </p:nvPr>
        </p:nvGraphicFramePr>
        <p:xfrm>
          <a:off x="324306" y="4450456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99780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C583-30AC-B1A0-6FB7-A1FA49CD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8EF85BB-DDA1-52BA-23D4-A906B23920E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874F7-1701-6EAB-119B-606A35E5C30B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784C140-4A51-7306-3503-01E521742EF0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HOMECENTER - CARTAGENA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C33DC76-392D-CBAE-D51F-FC40AB265E6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BC011137-AAE8-2EC2-B039-A06D0110A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83AAA8C-61BD-7E81-9FC4-5BC0655A1099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https://drive.google.com/file/d/1abCvezGqCU1ZmOXb2u7xi19jBsQPGJxb/view</a:t>
            </a:r>
            <a:endParaRPr lang="es-CO"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6D7474-AA42-EBBF-277C-EAB94D47E0D9}"/>
              </a:ext>
            </a:extLst>
          </p:cNvPr>
          <p:cNvSpPr txBox="1"/>
          <p:nvPr/>
        </p:nvSpPr>
        <p:spPr>
          <a:xfrm>
            <a:off x="3020834" y="4094081"/>
            <a:ext cx="652789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no realiza ofrecimiento de purina </a:t>
            </a:r>
            <a:r>
              <a:rPr lang="es-MX" sz="1600" dirty="0" err="1"/>
              <a:t>one</a:t>
            </a:r>
            <a:r>
              <a:rPr lang="es-MX" sz="1600" dirty="0"/>
              <a:t>, es el </a:t>
            </a:r>
            <a:r>
              <a:rPr lang="es-MX" sz="1600" dirty="0" err="1"/>
              <a:t>mystery</a:t>
            </a:r>
            <a:r>
              <a:rPr lang="es-MX" sz="1600" dirty="0"/>
              <a:t> quien lo lleva a la conversación sobre este producto.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F5E26FD-0B6B-7078-E238-B327770F9319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99%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966D63-DF05-6677-12C3-757198261443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D5909C9E-5B44-6BE9-2775-97E47555E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8229362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D452B07D-ADC8-8447-38CB-C2E4341C5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3" y="1134144"/>
            <a:ext cx="6527898" cy="21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8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D363-22FB-0167-1AEC-42103661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CEC202C-0003-BB2D-42EE-0B4435FB8D1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5D53E87-9F23-A22C-2547-0DF1F4F52E98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AEC1A9-BC3E-83F3-7E36-EA16B624E7FE}"/>
              </a:ext>
            </a:extLst>
          </p:cNvPr>
          <p:cNvSpPr txBox="1"/>
          <p:nvPr/>
        </p:nvSpPr>
        <p:spPr>
          <a:xfrm>
            <a:off x="2877350" y="272904"/>
            <a:ext cx="614362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latin typeface="Franklin Gothic Demi"/>
              </a:rPr>
              <a:t>PLANES DE ACCIÓN</a:t>
            </a:r>
            <a:endParaRPr lang="es-MX" dirty="0">
              <a:latin typeface="Franklin Gothic Demi" panose="020B07030201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6363B1-09DA-100B-8CBE-639B6623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915" y="1239571"/>
            <a:ext cx="87979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Portafolio y Manejo de Objeciones: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Capacitación en argumentación de ventas: Realizar talleres prácticos sobre los beneficios del portafolio y cómo responder objeciones comunes.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Guías rápidas de objeciones: Crear material de consulta rápida con respuestas efectivas a dudas frecuentes.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Role </a:t>
            </a:r>
            <a:r>
              <a:rPr lang="es-CO" altLang="es-CO" sz="1600" dirty="0" err="1"/>
              <a:t>playing</a:t>
            </a:r>
            <a:r>
              <a:rPr lang="es-CO" altLang="es-CO" sz="1600" dirty="0"/>
              <a:t> semanal: Simulaciones de ventas para mejorar la confianza en la argumentación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altLang="es-CO" sz="1600" dirty="0"/>
          </a:p>
          <a:p>
            <a:r>
              <a:rPr lang="es-CO" sz="1600" b="1" dirty="0"/>
              <a:t>Labor de Venta</a:t>
            </a:r>
            <a:r>
              <a:rPr lang="es-CO" sz="1600" dirty="0"/>
              <a:t> </a:t>
            </a:r>
            <a:r>
              <a:rPr lang="es-MX" sz="1600" b="1" dirty="0"/>
              <a:t>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Entrenamiento en técnicas de cierre de ventas: Reforzar la venta consultiva con enfoque en necesidades del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Seguimiento con evaluaciones internas: </a:t>
            </a:r>
            <a:r>
              <a:rPr lang="es-CO" altLang="es-CO" sz="1600" dirty="0" err="1"/>
              <a:t>Mistery</a:t>
            </a:r>
            <a:r>
              <a:rPr lang="es-CO" altLang="es-CO" sz="1600" dirty="0"/>
              <a:t> </a:t>
            </a:r>
            <a:r>
              <a:rPr lang="es-CO" altLang="es-CO" sz="1600" dirty="0" err="1"/>
              <a:t>shoppers</a:t>
            </a:r>
            <a:r>
              <a:rPr lang="es-CO" altLang="es-CO" sz="1600" dirty="0"/>
              <a:t> internos para validar mejoras.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Incentivos por conversión: Recompensar a asesores con mayores tasas de cierre.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573C6342-79EA-66F6-3FE9-DED0F002C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40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A310A980BBAC44A75191F65BAE12E7" ma:contentTypeVersion="17" ma:contentTypeDescription="Crear nuevo documento." ma:contentTypeScope="" ma:versionID="1b66a577699fb63061267e374f5870ae">
  <xsd:schema xmlns:xsd="http://www.w3.org/2001/XMLSchema" xmlns:xs="http://www.w3.org/2001/XMLSchema" xmlns:p="http://schemas.microsoft.com/office/2006/metadata/properties" xmlns:ns3="e523bf45-09fb-4f9b-aa49-e403c0417b10" xmlns:ns4="726c8eaf-14c1-4e89-a6e9-59524033e4a7" targetNamespace="http://schemas.microsoft.com/office/2006/metadata/properties" ma:root="true" ma:fieldsID="1778c55661338f28ad7931875976b49f" ns3:_="" ns4:_="">
    <xsd:import namespace="e523bf45-09fb-4f9b-aa49-e403c0417b10"/>
    <xsd:import namespace="726c8eaf-14c1-4e89-a6e9-59524033e4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3bf45-09fb-4f9b-aa49-e403c0417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8eaf-14c1-4e89-a6e9-59524033e4a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23bf45-09fb-4f9b-aa49-e403c0417b10" xsi:nil="true"/>
  </documentManagement>
</p:properties>
</file>

<file path=customXml/itemProps1.xml><?xml version="1.0" encoding="utf-8"?>
<ds:datastoreItem xmlns:ds="http://schemas.openxmlformats.org/officeDocument/2006/customXml" ds:itemID="{C04E4501-7E14-43A4-96E9-4CECCAB4F3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C701C1-7C78-499B-B1A4-7BF88100E1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3bf45-09fb-4f9b-aa49-e403c0417b10"/>
    <ds:schemaRef ds:uri="726c8eaf-14c1-4e89-a6e9-59524033e4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446356-CFDD-47F4-A1AC-D66587E12E15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e523bf45-09fb-4f9b-aa49-e403c0417b10"/>
    <ds:schemaRef ds:uri="http://purl.org/dc/elements/1.1/"/>
    <ds:schemaRef ds:uri="http://purl.org/dc/dcmitype/"/>
    <ds:schemaRef ds:uri="726c8eaf-14c1-4e89-a6e9-59524033e4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6129</TotalTime>
  <Words>1718</Words>
  <Application>Microsoft Office PowerPoint</Application>
  <PresentationFormat>Panorámica</PresentationFormat>
  <Paragraphs>223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Franklin Gothic Demi</vt:lpstr>
      <vt:lpstr>ui-sans-serif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Angie Lorena Gomez Romero</dc:creator>
  <cp:lastModifiedBy>Diego Raul Guerrero Anaya</cp:lastModifiedBy>
  <cp:revision>35</cp:revision>
  <dcterms:created xsi:type="dcterms:W3CDTF">2024-07-23T15:31:20Z</dcterms:created>
  <dcterms:modified xsi:type="dcterms:W3CDTF">2026-03-06T16:06:23Z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4e5b13-2d98-4ce3-adad-008bcee42cb2_Enabled">
    <vt:lpwstr>true</vt:lpwstr>
  </property>
  <property fmtid="{D5CDD505-2E9C-101B-9397-08002B2CF9AE}" pid="3" name="MSIP_Label_b64e5b13-2d98-4ce3-adad-008bcee42cb2_SetDate">
    <vt:lpwstr>2025-02-18T12:54:11Z</vt:lpwstr>
  </property>
  <property fmtid="{D5CDD505-2E9C-101B-9397-08002B2CF9AE}" pid="4" name="MSIP_Label_b64e5b13-2d98-4ce3-adad-008bcee42cb2_Method">
    <vt:lpwstr>Standard</vt:lpwstr>
  </property>
  <property fmtid="{D5CDD505-2E9C-101B-9397-08002B2CF9AE}" pid="5" name="MSIP_Label_b64e5b13-2d98-4ce3-adad-008bcee42cb2_Name">
    <vt:lpwstr>Información Confidencial</vt:lpwstr>
  </property>
  <property fmtid="{D5CDD505-2E9C-101B-9397-08002B2CF9AE}" pid="6" name="MSIP_Label_b64e5b13-2d98-4ce3-adad-008bcee42cb2_SiteId">
    <vt:lpwstr>d2bc208e-4fff-4078-b5ac-f69a6a266ff3</vt:lpwstr>
  </property>
  <property fmtid="{D5CDD505-2E9C-101B-9397-08002B2CF9AE}" pid="7" name="MSIP_Label_b64e5b13-2d98-4ce3-adad-008bcee42cb2_ActionId">
    <vt:lpwstr>cc883d48-43a9-431b-b437-4e3ce90acde8</vt:lpwstr>
  </property>
  <property fmtid="{D5CDD505-2E9C-101B-9397-08002B2CF9AE}" pid="8" name="MSIP_Label_b64e5b13-2d98-4ce3-adad-008bcee42cb2_ContentBits">
    <vt:lpwstr>0</vt:lpwstr>
  </property>
  <property fmtid="{D5CDD505-2E9C-101B-9397-08002B2CF9AE}" pid="9" name="MSIP_Label_b64e5b13-2d98-4ce3-adad-008bcee42cb2_Tag">
    <vt:lpwstr>10, 3, 0, 2</vt:lpwstr>
  </property>
  <property fmtid="{D5CDD505-2E9C-101B-9397-08002B2CF9AE}" pid="10" name="ContentTypeId">
    <vt:lpwstr>0x0101009FA310A980BBAC44A75191F65BAE12E7</vt:lpwstr>
  </property>
</Properties>
</file>