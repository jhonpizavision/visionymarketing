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5"/>
  </p:notesMasterIdLst>
  <p:sldIdLst>
    <p:sldId id="332" r:id="rId5"/>
    <p:sldId id="333" r:id="rId6"/>
    <p:sldId id="334" r:id="rId7"/>
    <p:sldId id="354" r:id="rId8"/>
    <p:sldId id="442" r:id="rId9"/>
    <p:sldId id="415" r:id="rId10"/>
    <p:sldId id="445" r:id="rId11"/>
    <p:sldId id="389" r:id="rId12"/>
    <p:sldId id="331" r:id="rId13"/>
    <p:sldId id="276" r:id="rId14"/>
    <p:sldId id="257" r:id="rId15"/>
    <p:sldId id="378" r:id="rId16"/>
    <p:sldId id="398" r:id="rId17"/>
    <p:sldId id="438" r:id="rId18"/>
    <p:sldId id="447" r:id="rId19"/>
    <p:sldId id="448" r:id="rId20"/>
    <p:sldId id="449" r:id="rId21"/>
    <p:sldId id="450" r:id="rId22"/>
    <p:sldId id="440" r:id="rId23"/>
    <p:sldId id="330" r:id="rId24"/>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forme Auditoria" id="{A25F183A-8BA2-49AA-B54A-A2BC4D92F211}">
          <p14:sldIdLst>
            <p14:sldId id="332"/>
            <p14:sldId id="333"/>
            <p14:sldId id="334"/>
            <p14:sldId id="354"/>
            <p14:sldId id="442"/>
            <p14:sldId id="415"/>
            <p14:sldId id="445"/>
            <p14:sldId id="389"/>
          </p14:sldIdLst>
        </p14:section>
        <p14:section name="Informe Impulso" id="{E8B82DF3-41FF-4FB9-AD16-3D52B042A577}">
          <p14:sldIdLst>
            <p14:sldId id="331"/>
            <p14:sldId id="276"/>
            <p14:sldId id="257"/>
            <p14:sldId id="378"/>
            <p14:sldId id="398"/>
            <p14:sldId id="438"/>
            <p14:sldId id="447"/>
            <p14:sldId id="448"/>
            <p14:sldId id="449"/>
            <p14:sldId id="450"/>
            <p14:sldId id="440"/>
            <p14:sldId id="33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1C24"/>
    <a:srgbClr val="AA050B"/>
    <a:srgbClr val="F7A720"/>
    <a:srgbClr val="6717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9AB965-22EC-4DD3-895D-1BEA2747E0B7}" v="62" dt="2026-06-03T14:07:28.53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03" autoAdjust="0"/>
    <p:restoredTop sz="94660"/>
  </p:normalViewPr>
  <p:slideViewPr>
    <p:cSldViewPr snapToGrid="0">
      <p:cViewPr varScale="1">
        <p:scale>
          <a:sx n="70" d="100"/>
          <a:sy n="70" d="100"/>
        </p:scale>
        <p:origin x="4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mila Buitrago Buitrago" userId="0ce4d9aa-8e9a-49aa-b0f2-d17a32a3775a" providerId="ADAL" clId="{DE868590-9F2C-4B03-9C62-B181C19ADC6C}"/>
    <pc:docChg chg="undo custSel addSld delSld modSld modSection">
      <pc:chgData name="Camila Buitrago Buitrago" userId="0ce4d9aa-8e9a-49aa-b0f2-d17a32a3775a" providerId="ADAL" clId="{DE868590-9F2C-4B03-9C62-B181C19ADC6C}" dt="2026-06-03T14:07:30.505" v="4318" actId="1076"/>
      <pc:docMkLst>
        <pc:docMk/>
      </pc:docMkLst>
      <pc:sldChg chg="addSp delSp modSp mod">
        <pc:chgData name="Camila Buitrago Buitrago" userId="0ce4d9aa-8e9a-49aa-b0f2-d17a32a3775a" providerId="ADAL" clId="{DE868590-9F2C-4B03-9C62-B181C19ADC6C}" dt="2026-06-03T13:48:06.597" v="3788" actId="1076"/>
        <pc:sldMkLst>
          <pc:docMk/>
          <pc:sldMk cId="342973568" sldId="257"/>
        </pc:sldMkLst>
        <pc:spChg chg="mod">
          <ac:chgData name="Camila Buitrago Buitrago" userId="0ce4d9aa-8e9a-49aa-b0f2-d17a32a3775a" providerId="ADAL" clId="{DE868590-9F2C-4B03-9C62-B181C19ADC6C}" dt="2026-06-02T21:51:35.322" v="1938" actId="20577"/>
          <ac:spMkLst>
            <pc:docMk/>
            <pc:sldMk cId="342973568" sldId="257"/>
            <ac:spMk id="3" creationId="{5517A915-85AE-5FA2-8B73-8C6D4927CC78}"/>
          </ac:spMkLst>
        </pc:spChg>
        <pc:spChg chg="mod">
          <ac:chgData name="Camila Buitrago Buitrago" userId="0ce4d9aa-8e9a-49aa-b0f2-d17a32a3775a" providerId="ADAL" clId="{DE868590-9F2C-4B03-9C62-B181C19ADC6C}" dt="2026-06-02T21:51:29.422" v="1936" actId="113"/>
          <ac:spMkLst>
            <pc:docMk/>
            <pc:sldMk cId="342973568" sldId="257"/>
            <ac:spMk id="5" creationId="{A1296894-E928-DBEF-B258-D6E02AA03E37}"/>
          </ac:spMkLst>
        </pc:spChg>
        <pc:spChg chg="mod">
          <ac:chgData name="Camila Buitrago Buitrago" userId="0ce4d9aa-8e9a-49aa-b0f2-d17a32a3775a" providerId="ADAL" clId="{DE868590-9F2C-4B03-9C62-B181C19ADC6C}" dt="2026-06-02T21:51:21.522" v="1935" actId="20577"/>
          <ac:spMkLst>
            <pc:docMk/>
            <pc:sldMk cId="342973568" sldId="257"/>
            <ac:spMk id="6" creationId="{53F5D50B-9597-D73D-43D4-B892F015D54F}"/>
          </ac:spMkLst>
        </pc:spChg>
        <pc:spChg chg="mod">
          <ac:chgData name="Camila Buitrago Buitrago" userId="0ce4d9aa-8e9a-49aa-b0f2-d17a32a3775a" providerId="ADAL" clId="{DE868590-9F2C-4B03-9C62-B181C19ADC6C}" dt="2026-06-02T21:51:55.052" v="1960" actId="20577"/>
          <ac:spMkLst>
            <pc:docMk/>
            <pc:sldMk cId="342973568" sldId="257"/>
            <ac:spMk id="7" creationId="{514FA1C8-16CE-F1F1-0F72-53231C1F0B27}"/>
          </ac:spMkLst>
        </pc:spChg>
        <pc:spChg chg="add del mod">
          <ac:chgData name="Camila Buitrago Buitrago" userId="0ce4d9aa-8e9a-49aa-b0f2-d17a32a3775a" providerId="ADAL" clId="{DE868590-9F2C-4B03-9C62-B181C19ADC6C}" dt="2026-06-02T21:50:15.989" v="1903" actId="478"/>
          <ac:spMkLst>
            <pc:docMk/>
            <pc:sldMk cId="342973568" sldId="257"/>
            <ac:spMk id="13" creationId="{F8B58658-5EC7-EF91-E40F-80AF71B0B7FB}"/>
          </ac:spMkLst>
        </pc:spChg>
        <pc:spChg chg="add del mod">
          <ac:chgData name="Camila Buitrago Buitrago" userId="0ce4d9aa-8e9a-49aa-b0f2-d17a32a3775a" providerId="ADAL" clId="{DE868590-9F2C-4B03-9C62-B181C19ADC6C}" dt="2026-06-03T13:47:13.502" v="3784" actId="478"/>
          <ac:spMkLst>
            <pc:docMk/>
            <pc:sldMk cId="342973568" sldId="257"/>
            <ac:spMk id="25" creationId="{D4E68823-6711-9A20-7D97-278EC289A0FA}"/>
          </ac:spMkLst>
        </pc:spChg>
        <pc:graphicFrameChg chg="add mod">
          <ac:chgData name="Camila Buitrago Buitrago" userId="0ce4d9aa-8e9a-49aa-b0f2-d17a32a3775a" providerId="ADAL" clId="{DE868590-9F2C-4B03-9C62-B181C19ADC6C}" dt="2026-06-02T21:50:18.637" v="1905"/>
          <ac:graphicFrameMkLst>
            <pc:docMk/>
            <pc:sldMk cId="342973568" sldId="257"/>
            <ac:graphicFrameMk id="16" creationId="{C2217D56-BDA5-7268-AC12-38F4A2CCAAAD}"/>
          </ac:graphicFrameMkLst>
        </pc:graphicFrameChg>
        <pc:picChg chg="del">
          <ac:chgData name="Camila Buitrago Buitrago" userId="0ce4d9aa-8e9a-49aa-b0f2-d17a32a3775a" providerId="ADAL" clId="{DE868590-9F2C-4B03-9C62-B181C19ADC6C}" dt="2026-06-02T21:50:26.466" v="1908" actId="478"/>
          <ac:picMkLst>
            <pc:docMk/>
            <pc:sldMk cId="342973568" sldId="257"/>
            <ac:picMk id="14" creationId="{2AC9FAB2-E8D2-B273-CB22-2ED5A79DF128}"/>
          </ac:picMkLst>
        </pc:picChg>
        <pc:picChg chg="add mod">
          <ac:chgData name="Camila Buitrago Buitrago" userId="0ce4d9aa-8e9a-49aa-b0f2-d17a32a3775a" providerId="ADAL" clId="{DE868590-9F2C-4B03-9C62-B181C19ADC6C}" dt="2026-06-03T13:48:06.597" v="3788" actId="1076"/>
          <ac:picMkLst>
            <pc:docMk/>
            <pc:sldMk cId="342973568" sldId="257"/>
            <ac:picMk id="14" creationId="{7CCDF972-37AB-4F6F-BF69-882B0DFCF8F4}"/>
          </ac:picMkLst>
        </pc:picChg>
        <pc:picChg chg="del">
          <ac:chgData name="Camila Buitrago Buitrago" userId="0ce4d9aa-8e9a-49aa-b0f2-d17a32a3775a" providerId="ADAL" clId="{DE868590-9F2C-4B03-9C62-B181C19ADC6C}" dt="2026-06-02T21:50:17.306" v="1904" actId="478"/>
          <ac:picMkLst>
            <pc:docMk/>
            <pc:sldMk cId="342973568" sldId="257"/>
            <ac:picMk id="15" creationId="{443E8D4C-FB2D-2FCA-DC66-BDA9E7D48963}"/>
          </ac:picMkLst>
        </pc:picChg>
        <pc:picChg chg="add mod">
          <ac:chgData name="Camila Buitrago Buitrago" userId="0ce4d9aa-8e9a-49aa-b0f2-d17a32a3775a" providerId="ADAL" clId="{DE868590-9F2C-4B03-9C62-B181C19ADC6C}" dt="2026-06-02T21:50:23.933" v="1907" actId="1076"/>
          <ac:picMkLst>
            <pc:docMk/>
            <pc:sldMk cId="342973568" sldId="257"/>
            <ac:picMk id="18" creationId="{6E7E4B6C-7432-96AB-E4A3-D7DEB5C7088D}"/>
          </ac:picMkLst>
        </pc:picChg>
        <pc:picChg chg="add del mod">
          <ac:chgData name="Camila Buitrago Buitrago" userId="0ce4d9aa-8e9a-49aa-b0f2-d17a32a3775a" providerId="ADAL" clId="{DE868590-9F2C-4B03-9C62-B181C19ADC6C}" dt="2026-06-03T13:48:01.785" v="3786" actId="478"/>
          <ac:picMkLst>
            <pc:docMk/>
            <pc:sldMk cId="342973568" sldId="257"/>
            <ac:picMk id="23" creationId="{9246719E-31C5-D309-3E61-D5B1190F4CBE}"/>
          </ac:picMkLst>
        </pc:picChg>
      </pc:sldChg>
      <pc:sldChg chg="addSp delSp modSp mod">
        <pc:chgData name="Camila Buitrago Buitrago" userId="0ce4d9aa-8e9a-49aa-b0f2-d17a32a3775a" providerId="ADAL" clId="{DE868590-9F2C-4B03-9C62-B181C19ADC6C}" dt="2026-06-03T13:48:42.613" v="3793"/>
        <pc:sldMkLst>
          <pc:docMk/>
          <pc:sldMk cId="1408814012" sldId="276"/>
        </pc:sldMkLst>
        <pc:spChg chg="del">
          <ac:chgData name="Camila Buitrago Buitrago" userId="0ce4d9aa-8e9a-49aa-b0f2-d17a32a3775a" providerId="ADAL" clId="{DE868590-9F2C-4B03-9C62-B181C19ADC6C}" dt="2026-06-03T13:48:30.908" v="3789" actId="478"/>
          <ac:spMkLst>
            <pc:docMk/>
            <pc:sldMk cId="1408814012" sldId="276"/>
            <ac:spMk id="3" creationId="{9D2E08F5-B510-FE06-B41E-4FB7DF273523}"/>
          </ac:spMkLst>
        </pc:spChg>
        <pc:spChg chg="add del mod">
          <ac:chgData name="Camila Buitrago Buitrago" userId="0ce4d9aa-8e9a-49aa-b0f2-d17a32a3775a" providerId="ADAL" clId="{DE868590-9F2C-4B03-9C62-B181C19ADC6C}" dt="2026-06-02T21:47:22.081" v="1902" actId="478"/>
          <ac:spMkLst>
            <pc:docMk/>
            <pc:sldMk cId="1408814012" sldId="276"/>
            <ac:spMk id="6" creationId="{B1F222BC-4A9C-3CE0-06C1-DAF733509F92}"/>
          </ac:spMkLst>
        </pc:spChg>
        <pc:spChg chg="add mod">
          <ac:chgData name="Camila Buitrago Buitrago" userId="0ce4d9aa-8e9a-49aa-b0f2-d17a32a3775a" providerId="ADAL" clId="{DE868590-9F2C-4B03-9C62-B181C19ADC6C}" dt="2026-06-03T13:48:42.613" v="3793"/>
          <ac:spMkLst>
            <pc:docMk/>
            <pc:sldMk cId="1408814012" sldId="276"/>
            <ac:spMk id="6" creationId="{E3C391CC-F04A-DB23-292F-311123A9D0DB}"/>
          </ac:spMkLst>
        </pc:spChg>
        <pc:spChg chg="del">
          <ac:chgData name="Camila Buitrago Buitrago" userId="0ce4d9aa-8e9a-49aa-b0f2-d17a32a3775a" providerId="ADAL" clId="{DE868590-9F2C-4B03-9C62-B181C19ADC6C}" dt="2026-06-03T13:48:32.257" v="3790" actId="478"/>
          <ac:spMkLst>
            <pc:docMk/>
            <pc:sldMk cId="1408814012" sldId="276"/>
            <ac:spMk id="9" creationId="{EE239DFB-2386-4AB7-F74B-4DD809211AF4}"/>
          </ac:spMkLst>
        </pc:spChg>
        <pc:spChg chg="del">
          <ac:chgData name="Camila Buitrago Buitrago" userId="0ce4d9aa-8e9a-49aa-b0f2-d17a32a3775a" providerId="ADAL" clId="{DE868590-9F2C-4B03-9C62-B181C19ADC6C}" dt="2026-06-03T13:48:34.278" v="3792" actId="478"/>
          <ac:spMkLst>
            <pc:docMk/>
            <pc:sldMk cId="1408814012" sldId="276"/>
            <ac:spMk id="10" creationId="{534B949C-24C9-B59B-7580-7636EB5B2836}"/>
          </ac:spMkLst>
        </pc:spChg>
        <pc:spChg chg="del">
          <ac:chgData name="Camila Buitrago Buitrago" userId="0ce4d9aa-8e9a-49aa-b0f2-d17a32a3775a" providerId="ADAL" clId="{DE868590-9F2C-4B03-9C62-B181C19ADC6C}" dt="2026-06-03T13:48:33.328" v="3791" actId="478"/>
          <ac:spMkLst>
            <pc:docMk/>
            <pc:sldMk cId="1408814012" sldId="276"/>
            <ac:spMk id="12" creationId="{2831277D-D2C9-EB04-036B-06276EE82E92}"/>
          </ac:spMkLst>
        </pc:spChg>
        <pc:spChg chg="add del mod">
          <ac:chgData name="Camila Buitrago Buitrago" userId="0ce4d9aa-8e9a-49aa-b0f2-d17a32a3775a" providerId="ADAL" clId="{DE868590-9F2C-4B03-9C62-B181C19ADC6C}" dt="2026-06-03T13:47:06.014" v="3783" actId="478"/>
          <ac:spMkLst>
            <pc:docMk/>
            <pc:sldMk cId="1408814012" sldId="276"/>
            <ac:spMk id="14" creationId="{116421AA-6188-DE61-22AE-F1A552E1B37B}"/>
          </ac:spMkLst>
        </pc:spChg>
        <pc:spChg chg="add mod">
          <ac:chgData name="Camila Buitrago Buitrago" userId="0ce4d9aa-8e9a-49aa-b0f2-d17a32a3775a" providerId="ADAL" clId="{DE868590-9F2C-4B03-9C62-B181C19ADC6C}" dt="2026-06-03T13:48:42.613" v="3793"/>
          <ac:spMkLst>
            <pc:docMk/>
            <pc:sldMk cId="1408814012" sldId="276"/>
            <ac:spMk id="16" creationId="{E41B6F05-D0FB-153F-B6B2-08AB2053DFE7}"/>
          </ac:spMkLst>
        </pc:spChg>
        <pc:spChg chg="add mod">
          <ac:chgData name="Camila Buitrago Buitrago" userId="0ce4d9aa-8e9a-49aa-b0f2-d17a32a3775a" providerId="ADAL" clId="{DE868590-9F2C-4B03-9C62-B181C19ADC6C}" dt="2026-06-03T13:48:42.613" v="3793"/>
          <ac:spMkLst>
            <pc:docMk/>
            <pc:sldMk cId="1408814012" sldId="276"/>
            <ac:spMk id="17" creationId="{B1FE5C58-2C93-3566-C37F-4030F59D1AC4}"/>
          </ac:spMkLst>
        </pc:spChg>
        <pc:spChg chg="add mod">
          <ac:chgData name="Camila Buitrago Buitrago" userId="0ce4d9aa-8e9a-49aa-b0f2-d17a32a3775a" providerId="ADAL" clId="{DE868590-9F2C-4B03-9C62-B181C19ADC6C}" dt="2026-06-03T13:48:42.613" v="3793"/>
          <ac:spMkLst>
            <pc:docMk/>
            <pc:sldMk cId="1408814012" sldId="276"/>
            <ac:spMk id="18" creationId="{2D365E1D-1586-DF82-ECCE-5103BE870E62}"/>
          </ac:spMkLst>
        </pc:spChg>
        <pc:spChg chg="mod">
          <ac:chgData name="Camila Buitrago Buitrago" userId="0ce4d9aa-8e9a-49aa-b0f2-d17a32a3775a" providerId="ADAL" clId="{DE868590-9F2C-4B03-9C62-B181C19ADC6C}" dt="2026-06-02T21:47:17.083" v="1901" actId="20577"/>
          <ac:spMkLst>
            <pc:docMk/>
            <pc:sldMk cId="1408814012" sldId="276"/>
            <ac:spMk id="26" creationId="{1D4B4EC2-2B82-9176-5626-2B64202C2BEA}"/>
          </ac:spMkLst>
        </pc:spChg>
      </pc:sldChg>
      <pc:sldChg chg="modSp mod">
        <pc:chgData name="Camila Buitrago Buitrago" userId="0ce4d9aa-8e9a-49aa-b0f2-d17a32a3775a" providerId="ADAL" clId="{DE868590-9F2C-4B03-9C62-B181C19ADC6C}" dt="2026-06-03T13:56:44.639" v="4228" actId="1076"/>
        <pc:sldMkLst>
          <pc:docMk/>
          <pc:sldMk cId="1823940296" sldId="330"/>
        </pc:sldMkLst>
        <pc:spChg chg="mod">
          <ac:chgData name="Camila Buitrago Buitrago" userId="0ce4d9aa-8e9a-49aa-b0f2-d17a32a3775a" providerId="ADAL" clId="{DE868590-9F2C-4B03-9C62-B181C19ADC6C}" dt="2026-06-03T13:56:44.639" v="4228" actId="1076"/>
          <ac:spMkLst>
            <pc:docMk/>
            <pc:sldMk cId="1823940296" sldId="330"/>
            <ac:spMk id="7" creationId="{3C6363B1-09DA-100B-8CBE-639B6623CA69}"/>
          </ac:spMkLst>
        </pc:spChg>
      </pc:sldChg>
      <pc:sldChg chg="modSp mod">
        <pc:chgData name="Camila Buitrago Buitrago" userId="0ce4d9aa-8e9a-49aa-b0f2-d17a32a3775a" providerId="ADAL" clId="{DE868590-9F2C-4B03-9C62-B181C19ADC6C}" dt="2026-05-31T05:10:56.649" v="8" actId="20577"/>
        <pc:sldMkLst>
          <pc:docMk/>
          <pc:sldMk cId="1254772405" sldId="331"/>
        </pc:sldMkLst>
        <pc:spChg chg="mod">
          <ac:chgData name="Camila Buitrago Buitrago" userId="0ce4d9aa-8e9a-49aa-b0f2-d17a32a3775a" providerId="ADAL" clId="{DE868590-9F2C-4B03-9C62-B181C19ADC6C}" dt="2026-05-31T05:10:56.649" v="8" actId="20577"/>
          <ac:spMkLst>
            <pc:docMk/>
            <pc:sldMk cId="1254772405" sldId="331"/>
            <ac:spMk id="16" creationId="{CAD1F5A1-A45B-7474-6EF8-7CEEC5771C78}"/>
          </ac:spMkLst>
        </pc:spChg>
      </pc:sldChg>
      <pc:sldChg chg="modSp mod">
        <pc:chgData name="Camila Buitrago Buitrago" userId="0ce4d9aa-8e9a-49aa-b0f2-d17a32a3775a" providerId="ADAL" clId="{DE868590-9F2C-4B03-9C62-B181C19ADC6C}" dt="2026-06-02T21:15:01.002" v="1830" actId="20577"/>
        <pc:sldMkLst>
          <pc:docMk/>
          <pc:sldMk cId="1081019199" sldId="333"/>
        </pc:sldMkLst>
        <pc:spChg chg="mod">
          <ac:chgData name="Camila Buitrago Buitrago" userId="0ce4d9aa-8e9a-49aa-b0f2-d17a32a3775a" providerId="ADAL" clId="{DE868590-9F2C-4B03-9C62-B181C19ADC6C}" dt="2026-06-02T21:15:01.002" v="1830" actId="20577"/>
          <ac:spMkLst>
            <pc:docMk/>
            <pc:sldMk cId="1081019199" sldId="333"/>
            <ac:spMk id="26" creationId="{1D4B4EC2-2B82-9176-5626-2B64202C2BEA}"/>
          </ac:spMkLst>
        </pc:spChg>
      </pc:sldChg>
      <pc:sldChg chg="addSp delSp modSp mod">
        <pc:chgData name="Camila Buitrago Buitrago" userId="0ce4d9aa-8e9a-49aa-b0f2-d17a32a3775a" providerId="ADAL" clId="{DE868590-9F2C-4B03-9C62-B181C19ADC6C}" dt="2026-06-03T14:06:23.834" v="4309" actId="1076"/>
        <pc:sldMkLst>
          <pc:docMk/>
          <pc:sldMk cId="3879780745" sldId="334"/>
        </pc:sldMkLst>
        <pc:spChg chg="del">
          <ac:chgData name="Camila Buitrago Buitrago" userId="0ce4d9aa-8e9a-49aa-b0f2-d17a32a3775a" providerId="ADAL" clId="{DE868590-9F2C-4B03-9C62-B181C19ADC6C}" dt="2026-06-02T21:12:34.568" v="1790" actId="478"/>
          <ac:spMkLst>
            <pc:docMk/>
            <pc:sldMk cId="3879780745" sldId="334"/>
            <ac:spMk id="2" creationId="{441B8C5F-C6BB-7D29-5BC4-FDBAD4CFC728}"/>
          </ac:spMkLst>
        </pc:spChg>
        <pc:spChg chg="mod">
          <ac:chgData name="Camila Buitrago Buitrago" userId="0ce4d9aa-8e9a-49aa-b0f2-d17a32a3775a" providerId="ADAL" clId="{DE868590-9F2C-4B03-9C62-B181C19ADC6C}" dt="2026-06-02T21:13:37.098" v="1802" actId="20577"/>
          <ac:spMkLst>
            <pc:docMk/>
            <pc:sldMk cId="3879780745" sldId="334"/>
            <ac:spMk id="3" creationId="{5517A915-85AE-5FA2-8B73-8C6D4927CC78}"/>
          </ac:spMkLst>
        </pc:spChg>
        <pc:spChg chg="add del mod">
          <ac:chgData name="Camila Buitrago Buitrago" userId="0ce4d9aa-8e9a-49aa-b0f2-d17a32a3775a" providerId="ADAL" clId="{DE868590-9F2C-4B03-9C62-B181C19ADC6C}" dt="2026-06-03T14:05:43" v="4274" actId="22"/>
          <ac:spMkLst>
            <pc:docMk/>
            <pc:sldMk cId="3879780745" sldId="334"/>
            <ac:spMk id="9" creationId="{C2E3F045-C5BF-8D97-B7CD-326B54F671B4}"/>
          </ac:spMkLst>
        </pc:spChg>
        <pc:spChg chg="mod">
          <ac:chgData name="Camila Buitrago Buitrago" userId="0ce4d9aa-8e9a-49aa-b0f2-d17a32a3775a" providerId="ADAL" clId="{DE868590-9F2C-4B03-9C62-B181C19ADC6C}" dt="2026-06-02T21:14:32.766" v="1815" actId="20577"/>
          <ac:spMkLst>
            <pc:docMk/>
            <pc:sldMk cId="3879780745" sldId="334"/>
            <ac:spMk id="11" creationId="{8BA27AD2-FF10-D704-B2E0-9BCAC1184AF8}"/>
          </ac:spMkLst>
        </pc:spChg>
        <pc:spChg chg="add mod">
          <ac:chgData name="Camila Buitrago Buitrago" userId="0ce4d9aa-8e9a-49aa-b0f2-d17a32a3775a" providerId="ADAL" clId="{DE868590-9F2C-4B03-9C62-B181C19ADC6C}" dt="2026-06-03T14:06:02.808" v="4307" actId="1076"/>
          <ac:spMkLst>
            <pc:docMk/>
            <pc:sldMk cId="3879780745" sldId="334"/>
            <ac:spMk id="12" creationId="{58AEFCE8-0358-9632-BA54-6155679693FD}"/>
          </ac:spMkLst>
        </pc:spChg>
        <pc:spChg chg="add mod">
          <ac:chgData name="Camila Buitrago Buitrago" userId="0ce4d9aa-8e9a-49aa-b0f2-d17a32a3775a" providerId="ADAL" clId="{DE868590-9F2C-4B03-9C62-B181C19ADC6C}" dt="2026-06-02T21:14:50.549" v="1819"/>
          <ac:spMkLst>
            <pc:docMk/>
            <pc:sldMk cId="3879780745" sldId="334"/>
            <ac:spMk id="13" creationId="{34A81ABB-D111-F86E-5E89-C0323F5CABC1}"/>
          </ac:spMkLst>
        </pc:spChg>
        <pc:spChg chg="add mod">
          <ac:chgData name="Camila Buitrago Buitrago" userId="0ce4d9aa-8e9a-49aa-b0f2-d17a32a3775a" providerId="ADAL" clId="{DE868590-9F2C-4B03-9C62-B181C19ADC6C}" dt="2026-06-02T21:14:50.549" v="1819"/>
          <ac:spMkLst>
            <pc:docMk/>
            <pc:sldMk cId="3879780745" sldId="334"/>
            <ac:spMk id="14" creationId="{D6B314C5-3992-21B2-4EBF-0E516F2D2031}"/>
          </ac:spMkLst>
        </pc:spChg>
        <pc:spChg chg="add mod">
          <ac:chgData name="Camila Buitrago Buitrago" userId="0ce4d9aa-8e9a-49aa-b0f2-d17a32a3775a" providerId="ADAL" clId="{DE868590-9F2C-4B03-9C62-B181C19ADC6C}" dt="2026-06-02T21:14:50.549" v="1819"/>
          <ac:spMkLst>
            <pc:docMk/>
            <pc:sldMk cId="3879780745" sldId="334"/>
            <ac:spMk id="15" creationId="{0D28435E-A8DD-E05A-B154-9057F2C8A516}"/>
          </ac:spMkLst>
        </pc:spChg>
        <pc:spChg chg="add mod">
          <ac:chgData name="Camila Buitrago Buitrago" userId="0ce4d9aa-8e9a-49aa-b0f2-d17a32a3775a" providerId="ADAL" clId="{DE868590-9F2C-4B03-9C62-B181C19ADC6C}" dt="2026-06-02T21:14:50.549" v="1819"/>
          <ac:spMkLst>
            <pc:docMk/>
            <pc:sldMk cId="3879780745" sldId="334"/>
            <ac:spMk id="17" creationId="{26C6129F-0314-45E7-20B6-ABCDC78528F2}"/>
          </ac:spMkLst>
        </pc:spChg>
        <pc:spChg chg="del">
          <ac:chgData name="Camila Buitrago Buitrago" userId="0ce4d9aa-8e9a-49aa-b0f2-d17a32a3775a" providerId="ADAL" clId="{DE868590-9F2C-4B03-9C62-B181C19ADC6C}" dt="2026-06-02T21:14:43.214" v="1817" actId="478"/>
          <ac:spMkLst>
            <pc:docMk/>
            <pc:sldMk cId="3879780745" sldId="334"/>
            <ac:spMk id="23" creationId="{1C7F55D6-A264-B727-E600-FAE8E859ADEB}"/>
          </ac:spMkLst>
        </pc:spChg>
        <pc:spChg chg="del">
          <ac:chgData name="Camila Buitrago Buitrago" userId="0ce4d9aa-8e9a-49aa-b0f2-d17a32a3775a" providerId="ADAL" clId="{DE868590-9F2C-4B03-9C62-B181C19ADC6C}" dt="2026-06-02T21:14:41.549" v="1816" actId="478"/>
          <ac:spMkLst>
            <pc:docMk/>
            <pc:sldMk cId="3879780745" sldId="334"/>
            <ac:spMk id="24" creationId="{4754FD07-B477-EFF9-2083-7A754F88E7D4}"/>
          </ac:spMkLst>
        </pc:spChg>
        <pc:spChg chg="del">
          <ac:chgData name="Camila Buitrago Buitrago" userId="0ce4d9aa-8e9a-49aa-b0f2-d17a32a3775a" providerId="ADAL" clId="{DE868590-9F2C-4B03-9C62-B181C19ADC6C}" dt="2026-06-02T21:14:44.231" v="1818" actId="478"/>
          <ac:spMkLst>
            <pc:docMk/>
            <pc:sldMk cId="3879780745" sldId="334"/>
            <ac:spMk id="29" creationId="{7E2870BA-A285-9D5B-9F6B-50D42D2AE4E9}"/>
          </ac:spMkLst>
        </pc:spChg>
        <pc:spChg chg="mod">
          <ac:chgData name="Camila Buitrago Buitrago" userId="0ce4d9aa-8e9a-49aa-b0f2-d17a32a3775a" providerId="ADAL" clId="{DE868590-9F2C-4B03-9C62-B181C19ADC6C}" dt="2026-06-03T14:05:58.927" v="4306" actId="20577"/>
          <ac:spMkLst>
            <pc:docMk/>
            <pc:sldMk cId="3879780745" sldId="334"/>
            <ac:spMk id="44" creationId="{CBFD5C63-9190-FCFB-F015-5ECE2AE5FF00}"/>
          </ac:spMkLst>
        </pc:spChg>
        <pc:graphicFrameChg chg="add mod">
          <ac:chgData name="Camila Buitrago Buitrago" userId="0ce4d9aa-8e9a-49aa-b0f2-d17a32a3775a" providerId="ADAL" clId="{DE868590-9F2C-4B03-9C62-B181C19ADC6C}" dt="2026-06-02T21:14:12.336" v="1803"/>
          <ac:graphicFrameMkLst>
            <pc:docMk/>
            <pc:sldMk cId="3879780745" sldId="334"/>
            <ac:graphicFrameMk id="7" creationId="{36EB17F2-6755-BAF6-ED1A-6245E32DB9E6}"/>
          </ac:graphicFrameMkLst>
        </pc:graphicFrameChg>
        <pc:picChg chg="add mod modCrop">
          <ac:chgData name="Camila Buitrago Buitrago" userId="0ce4d9aa-8e9a-49aa-b0f2-d17a32a3775a" providerId="ADAL" clId="{DE868590-9F2C-4B03-9C62-B181C19ADC6C}" dt="2026-06-03T14:05:33.432" v="4270" actId="1076"/>
          <ac:picMkLst>
            <pc:docMk/>
            <pc:sldMk cId="3879780745" sldId="334"/>
            <ac:picMk id="5" creationId="{3DA440CA-59A6-65B1-AE9D-186BA3D2EFFE}"/>
          </ac:picMkLst>
        </pc:picChg>
        <pc:picChg chg="add mod">
          <ac:chgData name="Camila Buitrago Buitrago" userId="0ce4d9aa-8e9a-49aa-b0f2-d17a32a3775a" providerId="ADAL" clId="{DE868590-9F2C-4B03-9C62-B181C19ADC6C}" dt="2026-06-02T21:13:03.653" v="1796" actId="1076"/>
          <ac:picMkLst>
            <pc:docMk/>
            <pc:sldMk cId="3879780745" sldId="334"/>
            <ac:picMk id="6" creationId="{02615545-6AF3-C039-9FAB-D9E1252E7F47}"/>
          </ac:picMkLst>
        </pc:picChg>
        <pc:picChg chg="add del mod">
          <ac:chgData name="Camila Buitrago Buitrago" userId="0ce4d9aa-8e9a-49aa-b0f2-d17a32a3775a" providerId="ADAL" clId="{DE868590-9F2C-4B03-9C62-B181C19ADC6C}" dt="2026-06-03T14:04:36.185" v="4266" actId="478"/>
          <ac:picMkLst>
            <pc:docMk/>
            <pc:sldMk cId="3879780745" sldId="334"/>
            <ac:picMk id="10" creationId="{953C4A19-6B38-F28C-C94A-F898F83B0FE4}"/>
          </ac:picMkLst>
        </pc:picChg>
        <pc:picChg chg="add del">
          <ac:chgData name="Camila Buitrago Buitrago" userId="0ce4d9aa-8e9a-49aa-b0f2-d17a32a3775a" providerId="ADAL" clId="{DE868590-9F2C-4B03-9C62-B181C19ADC6C}" dt="2026-06-02T21:13:00.156" v="1795" actId="478"/>
          <ac:picMkLst>
            <pc:docMk/>
            <pc:sldMk cId="3879780745" sldId="334"/>
            <ac:picMk id="12" creationId="{25CC716F-C0B3-E083-1AB6-66528B48808E}"/>
          </ac:picMkLst>
        </pc:picChg>
        <pc:picChg chg="del">
          <ac:chgData name="Camila Buitrago Buitrago" userId="0ce4d9aa-8e9a-49aa-b0f2-d17a32a3775a" providerId="ADAL" clId="{DE868590-9F2C-4B03-9C62-B181C19ADC6C}" dt="2026-06-02T21:14:14.648" v="1804" actId="478"/>
          <ac:picMkLst>
            <pc:docMk/>
            <pc:sldMk cId="3879780745" sldId="334"/>
            <ac:picMk id="16" creationId="{27D70C84-5435-A1DA-EE2B-56D05274EBDA}"/>
          </ac:picMkLst>
        </pc:picChg>
        <pc:picChg chg="add mod">
          <ac:chgData name="Camila Buitrago Buitrago" userId="0ce4d9aa-8e9a-49aa-b0f2-d17a32a3775a" providerId="ADAL" clId="{DE868590-9F2C-4B03-9C62-B181C19ADC6C}" dt="2026-06-02T21:14:56.407" v="1821" actId="1076"/>
          <ac:picMkLst>
            <pc:docMk/>
            <pc:sldMk cId="3879780745" sldId="334"/>
            <ac:picMk id="18" creationId="{DF79CE41-3040-5CC9-0F27-0E653CBD40F4}"/>
          </ac:picMkLst>
        </pc:picChg>
        <pc:picChg chg="add mod">
          <ac:chgData name="Camila Buitrago Buitrago" userId="0ce4d9aa-8e9a-49aa-b0f2-d17a32a3775a" providerId="ADAL" clId="{DE868590-9F2C-4B03-9C62-B181C19ADC6C}" dt="2026-06-03T14:06:23.834" v="4309" actId="1076"/>
          <ac:picMkLst>
            <pc:docMk/>
            <pc:sldMk cId="3879780745" sldId="334"/>
            <ac:picMk id="19" creationId="{694D9BC5-3DBB-C69A-79CF-19BDB9F8F792}"/>
          </ac:picMkLst>
        </pc:picChg>
      </pc:sldChg>
      <pc:sldChg chg="addSp delSp modSp mod">
        <pc:chgData name="Camila Buitrago Buitrago" userId="0ce4d9aa-8e9a-49aa-b0f2-d17a32a3775a" providerId="ADAL" clId="{DE868590-9F2C-4B03-9C62-B181C19ADC6C}" dt="2026-06-03T13:59:24.167" v="4237" actId="20577"/>
        <pc:sldMkLst>
          <pc:docMk/>
          <pc:sldMk cId="3244617191" sldId="354"/>
        </pc:sldMkLst>
        <pc:spChg chg="del mod">
          <ac:chgData name="Camila Buitrago Buitrago" userId="0ce4d9aa-8e9a-49aa-b0f2-d17a32a3775a" providerId="ADAL" clId="{DE868590-9F2C-4B03-9C62-B181C19ADC6C}" dt="2026-06-02T21:15:25.896" v="1832" actId="478"/>
          <ac:spMkLst>
            <pc:docMk/>
            <pc:sldMk cId="3244617191" sldId="354"/>
            <ac:spMk id="2" creationId="{01EF922F-7708-A4FC-061A-D9E042B4548A}"/>
          </ac:spMkLst>
        </pc:spChg>
        <pc:spChg chg="mod">
          <ac:chgData name="Camila Buitrago Buitrago" userId="0ce4d9aa-8e9a-49aa-b0f2-d17a32a3775a" providerId="ADAL" clId="{DE868590-9F2C-4B03-9C62-B181C19ADC6C}" dt="2026-06-02T21:16:25.088" v="1864" actId="20577"/>
          <ac:spMkLst>
            <pc:docMk/>
            <pc:sldMk cId="3244617191" sldId="354"/>
            <ac:spMk id="6" creationId="{1B33E685-CB0A-3924-CB71-EF4AB275B73D}"/>
          </ac:spMkLst>
        </pc:spChg>
        <pc:spChg chg="mod">
          <ac:chgData name="Camila Buitrago Buitrago" userId="0ce4d9aa-8e9a-49aa-b0f2-d17a32a3775a" providerId="ADAL" clId="{DE868590-9F2C-4B03-9C62-B181C19ADC6C}" dt="2026-06-02T21:16:52.131" v="1875" actId="1076"/>
          <ac:spMkLst>
            <pc:docMk/>
            <pc:sldMk cId="3244617191" sldId="354"/>
            <ac:spMk id="8" creationId="{8BDE0322-30DB-9007-ED46-C39CBD8D1A59}"/>
          </ac:spMkLst>
        </pc:spChg>
        <pc:spChg chg="mod">
          <ac:chgData name="Camila Buitrago Buitrago" userId="0ce4d9aa-8e9a-49aa-b0f2-d17a32a3775a" providerId="ADAL" clId="{DE868590-9F2C-4B03-9C62-B181C19ADC6C}" dt="2026-06-03T13:59:24.167" v="4237" actId="20577"/>
          <ac:spMkLst>
            <pc:docMk/>
            <pc:sldMk cId="3244617191" sldId="354"/>
            <ac:spMk id="12" creationId="{A56C0D7C-16C6-2D3B-B087-A36CC226F911}"/>
          </ac:spMkLst>
        </pc:spChg>
        <pc:spChg chg="mod">
          <ac:chgData name="Camila Buitrago Buitrago" userId="0ce4d9aa-8e9a-49aa-b0f2-d17a32a3775a" providerId="ADAL" clId="{DE868590-9F2C-4B03-9C62-B181C19ADC6C}" dt="2026-06-02T21:15:29.777" v="1837" actId="20577"/>
          <ac:spMkLst>
            <pc:docMk/>
            <pc:sldMk cId="3244617191" sldId="354"/>
            <ac:spMk id="19" creationId="{DC45A2B3-CBE7-6AF2-715B-B91866D1BE66}"/>
          </ac:spMkLst>
        </pc:spChg>
        <pc:spChg chg="add mod">
          <ac:chgData name="Camila Buitrago Buitrago" userId="0ce4d9aa-8e9a-49aa-b0f2-d17a32a3775a" providerId="ADAL" clId="{DE868590-9F2C-4B03-9C62-B181C19ADC6C}" dt="2026-06-02T21:16:44.155" v="1870"/>
          <ac:spMkLst>
            <pc:docMk/>
            <pc:sldMk cId="3244617191" sldId="354"/>
            <ac:spMk id="20" creationId="{1B97B287-223C-777C-BA8E-CF916C926A4F}"/>
          </ac:spMkLst>
        </pc:spChg>
        <pc:spChg chg="del">
          <ac:chgData name="Camila Buitrago Buitrago" userId="0ce4d9aa-8e9a-49aa-b0f2-d17a32a3775a" providerId="ADAL" clId="{DE868590-9F2C-4B03-9C62-B181C19ADC6C}" dt="2026-06-02T21:16:35.190" v="1868" actId="478"/>
          <ac:spMkLst>
            <pc:docMk/>
            <pc:sldMk cId="3244617191" sldId="354"/>
            <ac:spMk id="24" creationId="{FD14D792-22DE-F1FE-EF17-CAF5C629EFED}"/>
          </ac:spMkLst>
        </pc:spChg>
        <pc:spChg chg="add mod">
          <ac:chgData name="Camila Buitrago Buitrago" userId="0ce4d9aa-8e9a-49aa-b0f2-d17a32a3775a" providerId="ADAL" clId="{DE868590-9F2C-4B03-9C62-B181C19ADC6C}" dt="2026-06-02T21:16:44.155" v="1870"/>
          <ac:spMkLst>
            <pc:docMk/>
            <pc:sldMk cId="3244617191" sldId="354"/>
            <ac:spMk id="25" creationId="{F1082196-1249-CD5A-9596-9FF644A077BA}"/>
          </ac:spMkLst>
        </pc:spChg>
        <pc:spChg chg="del">
          <ac:chgData name="Camila Buitrago Buitrago" userId="0ce4d9aa-8e9a-49aa-b0f2-d17a32a3775a" providerId="ADAL" clId="{DE868590-9F2C-4B03-9C62-B181C19ADC6C}" dt="2026-06-02T21:16:36.265" v="1869" actId="478"/>
          <ac:spMkLst>
            <pc:docMk/>
            <pc:sldMk cId="3244617191" sldId="354"/>
            <ac:spMk id="26" creationId="{199F17F9-4356-6DD4-A8B5-6AAA53D78866}"/>
          </ac:spMkLst>
        </pc:spChg>
        <pc:spChg chg="del">
          <ac:chgData name="Camila Buitrago Buitrago" userId="0ce4d9aa-8e9a-49aa-b0f2-d17a32a3775a" providerId="ADAL" clId="{DE868590-9F2C-4B03-9C62-B181C19ADC6C}" dt="2026-06-02T21:16:34.025" v="1867" actId="478"/>
          <ac:spMkLst>
            <pc:docMk/>
            <pc:sldMk cId="3244617191" sldId="354"/>
            <ac:spMk id="27" creationId="{055D0609-F13B-5E9C-E0D6-0C9A3A27F6A6}"/>
          </ac:spMkLst>
        </pc:spChg>
        <pc:spChg chg="add mod">
          <ac:chgData name="Camila Buitrago Buitrago" userId="0ce4d9aa-8e9a-49aa-b0f2-d17a32a3775a" providerId="ADAL" clId="{DE868590-9F2C-4B03-9C62-B181C19ADC6C}" dt="2026-06-02T21:16:44.155" v="1870"/>
          <ac:spMkLst>
            <pc:docMk/>
            <pc:sldMk cId="3244617191" sldId="354"/>
            <ac:spMk id="29" creationId="{65EB76AC-94A5-E3B5-B9BC-D1F546C4BC5C}"/>
          </ac:spMkLst>
        </pc:spChg>
        <pc:spChg chg="add mod">
          <ac:chgData name="Camila Buitrago Buitrago" userId="0ce4d9aa-8e9a-49aa-b0f2-d17a32a3775a" providerId="ADAL" clId="{DE868590-9F2C-4B03-9C62-B181C19ADC6C}" dt="2026-06-02T21:16:44.155" v="1870"/>
          <ac:spMkLst>
            <pc:docMk/>
            <pc:sldMk cId="3244617191" sldId="354"/>
            <ac:spMk id="30" creationId="{89DF39CF-22BB-7F69-C2F9-BF3C383E3742}"/>
          </ac:spMkLst>
        </pc:spChg>
        <pc:spChg chg="add mod">
          <ac:chgData name="Camila Buitrago Buitrago" userId="0ce4d9aa-8e9a-49aa-b0f2-d17a32a3775a" providerId="ADAL" clId="{DE868590-9F2C-4B03-9C62-B181C19ADC6C}" dt="2026-06-02T21:16:49.710" v="1873"/>
          <ac:spMkLst>
            <pc:docMk/>
            <pc:sldMk cId="3244617191" sldId="354"/>
            <ac:spMk id="31" creationId="{2B66C071-FD46-A811-1D81-8594E8113B68}"/>
          </ac:spMkLst>
        </pc:spChg>
        <pc:spChg chg="add mod">
          <ac:chgData name="Camila Buitrago Buitrago" userId="0ce4d9aa-8e9a-49aa-b0f2-d17a32a3775a" providerId="ADAL" clId="{DE868590-9F2C-4B03-9C62-B181C19ADC6C}" dt="2026-06-02T21:16:49.710" v="1873"/>
          <ac:spMkLst>
            <pc:docMk/>
            <pc:sldMk cId="3244617191" sldId="354"/>
            <ac:spMk id="32" creationId="{687EF815-803C-E201-DF3B-A6F444965749}"/>
          </ac:spMkLst>
        </pc:spChg>
        <pc:spChg chg="add mod">
          <ac:chgData name="Camila Buitrago Buitrago" userId="0ce4d9aa-8e9a-49aa-b0f2-d17a32a3775a" providerId="ADAL" clId="{DE868590-9F2C-4B03-9C62-B181C19ADC6C}" dt="2026-06-02T21:16:49.710" v="1873"/>
          <ac:spMkLst>
            <pc:docMk/>
            <pc:sldMk cId="3244617191" sldId="354"/>
            <ac:spMk id="33" creationId="{939D339E-16D3-484E-1A01-0E1476C53019}"/>
          </ac:spMkLst>
        </pc:spChg>
        <pc:spChg chg="mod">
          <ac:chgData name="Camila Buitrago Buitrago" userId="0ce4d9aa-8e9a-49aa-b0f2-d17a32a3775a" providerId="ADAL" clId="{DE868590-9F2C-4B03-9C62-B181C19ADC6C}" dt="2026-06-02T21:16:31.969" v="1866" actId="1076"/>
          <ac:spMkLst>
            <pc:docMk/>
            <pc:sldMk cId="3244617191" sldId="354"/>
            <ac:spMk id="34" creationId="{F7E81395-129E-34AB-56A2-C2BF691746BB}"/>
          </ac:spMkLst>
        </pc:spChg>
        <pc:spChg chg="add mod">
          <ac:chgData name="Camila Buitrago Buitrago" userId="0ce4d9aa-8e9a-49aa-b0f2-d17a32a3775a" providerId="ADAL" clId="{DE868590-9F2C-4B03-9C62-B181C19ADC6C}" dt="2026-06-02T21:16:49.710" v="1873"/>
          <ac:spMkLst>
            <pc:docMk/>
            <pc:sldMk cId="3244617191" sldId="354"/>
            <ac:spMk id="35" creationId="{B820A58B-054D-0D86-D867-7C9D54E4693E}"/>
          </ac:spMkLst>
        </pc:spChg>
        <pc:spChg chg="add mod">
          <ac:chgData name="Camila Buitrago Buitrago" userId="0ce4d9aa-8e9a-49aa-b0f2-d17a32a3775a" providerId="ADAL" clId="{DE868590-9F2C-4B03-9C62-B181C19ADC6C}" dt="2026-06-02T21:16:57.942" v="1877" actId="1076"/>
          <ac:spMkLst>
            <pc:docMk/>
            <pc:sldMk cId="3244617191" sldId="354"/>
            <ac:spMk id="36" creationId="{4591CBD7-493C-BE02-1AC7-0757F1BAE772}"/>
          </ac:spMkLst>
        </pc:spChg>
        <pc:spChg chg="add mod">
          <ac:chgData name="Camila Buitrago Buitrago" userId="0ce4d9aa-8e9a-49aa-b0f2-d17a32a3775a" providerId="ADAL" clId="{DE868590-9F2C-4B03-9C62-B181C19ADC6C}" dt="2026-06-02T21:16:57.942" v="1877" actId="1076"/>
          <ac:spMkLst>
            <pc:docMk/>
            <pc:sldMk cId="3244617191" sldId="354"/>
            <ac:spMk id="37" creationId="{1E080EFE-E2C0-2BEC-5740-F5FC6C9A33A8}"/>
          </ac:spMkLst>
        </pc:spChg>
        <pc:spChg chg="add mod">
          <ac:chgData name="Camila Buitrago Buitrago" userId="0ce4d9aa-8e9a-49aa-b0f2-d17a32a3775a" providerId="ADAL" clId="{DE868590-9F2C-4B03-9C62-B181C19ADC6C}" dt="2026-06-02T21:16:57.942" v="1877" actId="1076"/>
          <ac:spMkLst>
            <pc:docMk/>
            <pc:sldMk cId="3244617191" sldId="354"/>
            <ac:spMk id="38" creationId="{E66D8E30-6643-1A78-DDE7-0D27A6CA37CC}"/>
          </ac:spMkLst>
        </pc:spChg>
        <pc:spChg chg="add mod">
          <ac:chgData name="Camila Buitrago Buitrago" userId="0ce4d9aa-8e9a-49aa-b0f2-d17a32a3775a" providerId="ADAL" clId="{DE868590-9F2C-4B03-9C62-B181C19ADC6C}" dt="2026-06-02T21:16:57.942" v="1877" actId="1076"/>
          <ac:spMkLst>
            <pc:docMk/>
            <pc:sldMk cId="3244617191" sldId="354"/>
            <ac:spMk id="39" creationId="{5372F210-6222-7538-3CB3-358A3B914666}"/>
          </ac:spMkLst>
        </pc:spChg>
        <pc:graphicFrameChg chg="add mod">
          <ac:chgData name="Camila Buitrago Buitrago" userId="0ce4d9aa-8e9a-49aa-b0f2-d17a32a3775a" providerId="ADAL" clId="{DE868590-9F2C-4B03-9C62-B181C19ADC6C}" dt="2026-06-02T21:15:41.631" v="1841"/>
          <ac:graphicFrameMkLst>
            <pc:docMk/>
            <pc:sldMk cId="3244617191" sldId="354"/>
            <ac:graphicFrameMk id="3" creationId="{982110B3-3763-B5FB-EF89-D70F6E5D4EBA}"/>
          </ac:graphicFrameMkLst>
        </pc:graphicFrameChg>
        <pc:graphicFrameChg chg="mod">
          <ac:chgData name="Camila Buitrago Buitrago" userId="0ce4d9aa-8e9a-49aa-b0f2-d17a32a3775a" providerId="ADAL" clId="{DE868590-9F2C-4B03-9C62-B181C19ADC6C}" dt="2026-06-02T21:16:29.193" v="1865" actId="1076"/>
          <ac:graphicFrameMkLst>
            <pc:docMk/>
            <pc:sldMk cId="3244617191" sldId="354"/>
            <ac:graphicFrameMk id="7" creationId="{8E940711-7320-EC9B-E285-9B038A984E0A}"/>
          </ac:graphicFrameMkLst>
        </pc:graphicFrameChg>
        <pc:graphicFrameChg chg="add mod">
          <ac:chgData name="Camila Buitrago Buitrago" userId="0ce4d9aa-8e9a-49aa-b0f2-d17a32a3775a" providerId="ADAL" clId="{DE868590-9F2C-4B03-9C62-B181C19ADC6C}" dt="2026-06-02T21:16:04.691" v="1852"/>
          <ac:graphicFrameMkLst>
            <pc:docMk/>
            <pc:sldMk cId="3244617191" sldId="354"/>
            <ac:graphicFrameMk id="15" creationId="{DAA64C90-2574-83BF-17C5-62D5C48BAF6F}"/>
          </ac:graphicFrameMkLst>
        </pc:graphicFrameChg>
        <pc:picChg chg="add mod">
          <ac:chgData name="Camila Buitrago Buitrago" userId="0ce4d9aa-8e9a-49aa-b0f2-d17a32a3775a" providerId="ADAL" clId="{DE868590-9F2C-4B03-9C62-B181C19ADC6C}" dt="2026-06-02T21:15:47.583" v="1844" actId="14100"/>
          <ac:picMkLst>
            <pc:docMk/>
            <pc:sldMk cId="3244617191" sldId="354"/>
            <ac:picMk id="11" creationId="{D06779C2-F769-7164-8342-815E2DC8CBBD}"/>
          </ac:picMkLst>
        </pc:picChg>
        <pc:picChg chg="add del mod">
          <ac:chgData name="Camila Buitrago Buitrago" userId="0ce4d9aa-8e9a-49aa-b0f2-d17a32a3775a" providerId="ADAL" clId="{DE868590-9F2C-4B03-9C62-B181C19ADC6C}" dt="2026-06-02T21:16:02.065" v="1849" actId="22"/>
          <ac:picMkLst>
            <pc:docMk/>
            <pc:sldMk cId="3244617191" sldId="354"/>
            <ac:picMk id="14" creationId="{C6E8E8CD-24F4-D0D5-3D4B-361E240445CD}"/>
          </ac:picMkLst>
        </pc:picChg>
        <pc:picChg chg="add mod">
          <ac:chgData name="Camila Buitrago Buitrago" userId="0ce4d9aa-8e9a-49aa-b0f2-d17a32a3775a" providerId="ADAL" clId="{DE868590-9F2C-4B03-9C62-B181C19ADC6C}" dt="2026-06-02T21:16:09.601" v="1854" actId="1076"/>
          <ac:picMkLst>
            <pc:docMk/>
            <pc:sldMk cId="3244617191" sldId="354"/>
            <ac:picMk id="17" creationId="{01C9DF29-4B3A-4E39-A816-0B74956D4BC8}"/>
          </ac:picMkLst>
        </pc:picChg>
        <pc:picChg chg="add del">
          <ac:chgData name="Camila Buitrago Buitrago" userId="0ce4d9aa-8e9a-49aa-b0f2-d17a32a3775a" providerId="ADAL" clId="{DE868590-9F2C-4B03-9C62-B181C19ADC6C}" dt="2026-06-02T21:15:41.252" v="1840" actId="478"/>
          <ac:picMkLst>
            <pc:docMk/>
            <pc:sldMk cId="3244617191" sldId="354"/>
            <ac:picMk id="18" creationId="{8B193FD5-1422-F822-D2F2-671CC6907313}"/>
          </ac:picMkLst>
        </pc:picChg>
        <pc:picChg chg="add del">
          <ac:chgData name="Camila Buitrago Buitrago" userId="0ce4d9aa-8e9a-49aa-b0f2-d17a32a3775a" providerId="ADAL" clId="{DE868590-9F2C-4B03-9C62-B181C19ADC6C}" dt="2026-06-02T21:16:03.959" v="1851" actId="478"/>
          <ac:picMkLst>
            <pc:docMk/>
            <pc:sldMk cId="3244617191" sldId="354"/>
            <ac:picMk id="21" creationId="{DA419A44-23DA-E1D4-3176-F6929282D0D4}"/>
          </ac:picMkLst>
        </pc:picChg>
        <pc:picChg chg="mod">
          <ac:chgData name="Camila Buitrago Buitrago" userId="0ce4d9aa-8e9a-49aa-b0f2-d17a32a3775a" providerId="ADAL" clId="{DE868590-9F2C-4B03-9C62-B181C19ADC6C}" dt="2026-06-02T21:17:13.575" v="1884" actId="1076"/>
          <ac:picMkLst>
            <pc:docMk/>
            <pc:sldMk cId="3244617191" sldId="354"/>
            <ac:picMk id="22" creationId="{28C01613-0401-DDB9-E6E1-1BDE16E3C0A5}"/>
          </ac:picMkLst>
        </pc:picChg>
        <pc:picChg chg="mod">
          <ac:chgData name="Camila Buitrago Buitrago" userId="0ce4d9aa-8e9a-49aa-b0f2-d17a32a3775a" providerId="ADAL" clId="{DE868590-9F2C-4B03-9C62-B181C19ADC6C}" dt="2026-06-02T21:17:04.789" v="1879" actId="1076"/>
          <ac:picMkLst>
            <pc:docMk/>
            <pc:sldMk cId="3244617191" sldId="354"/>
            <ac:picMk id="23" creationId="{2C3FC970-57AB-4FD0-65DF-59A134742285}"/>
          </ac:picMkLst>
        </pc:picChg>
        <pc:picChg chg="mod">
          <ac:chgData name="Camila Buitrago Buitrago" userId="0ce4d9aa-8e9a-49aa-b0f2-d17a32a3775a" providerId="ADAL" clId="{DE868590-9F2C-4B03-9C62-B181C19ADC6C}" dt="2026-06-02T21:17:01.252" v="1878" actId="1076"/>
          <ac:picMkLst>
            <pc:docMk/>
            <pc:sldMk cId="3244617191" sldId="354"/>
            <ac:picMk id="28" creationId="{8C50A4FE-0CF4-4D0A-FF80-1478B67A80C6}"/>
          </ac:picMkLst>
        </pc:picChg>
        <pc:picChg chg="add mod">
          <ac:chgData name="Camila Buitrago Buitrago" userId="0ce4d9aa-8e9a-49aa-b0f2-d17a32a3775a" providerId="ADAL" clId="{DE868590-9F2C-4B03-9C62-B181C19ADC6C}" dt="2026-06-02T21:17:11.903" v="1883" actId="1076"/>
          <ac:picMkLst>
            <pc:docMk/>
            <pc:sldMk cId="3244617191" sldId="354"/>
            <ac:picMk id="40" creationId="{F634801E-4C7D-89A5-4D1A-3710ED19430A}"/>
          </ac:picMkLst>
        </pc:picChg>
      </pc:sldChg>
      <pc:sldChg chg="addSp delSp modSp mod">
        <pc:chgData name="Camila Buitrago Buitrago" userId="0ce4d9aa-8e9a-49aa-b0f2-d17a32a3775a" providerId="ADAL" clId="{DE868590-9F2C-4B03-9C62-B181C19ADC6C}" dt="2026-06-03T13:55:05.408" v="4140" actId="20577"/>
        <pc:sldMkLst>
          <pc:docMk/>
          <pc:sldMk cId="3135349836" sldId="378"/>
        </pc:sldMkLst>
        <pc:spChg chg="add del mod">
          <ac:chgData name="Camila Buitrago Buitrago" userId="0ce4d9aa-8e9a-49aa-b0f2-d17a32a3775a" providerId="ADAL" clId="{DE868590-9F2C-4B03-9C62-B181C19ADC6C}" dt="2026-06-03T13:49:47.729" v="3806" actId="478"/>
          <ac:spMkLst>
            <pc:docMk/>
            <pc:sldMk cId="3135349836" sldId="378"/>
            <ac:spMk id="5" creationId="{2673DFCF-389D-547E-9B61-E3A2A6798635}"/>
          </ac:spMkLst>
        </pc:spChg>
        <pc:spChg chg="del">
          <ac:chgData name="Camila Buitrago Buitrago" userId="0ce4d9aa-8e9a-49aa-b0f2-d17a32a3775a" providerId="ADAL" clId="{DE868590-9F2C-4B03-9C62-B181C19ADC6C}" dt="2026-06-02T21:52:10.214" v="1966" actId="478"/>
          <ac:spMkLst>
            <pc:docMk/>
            <pc:sldMk cId="3135349836" sldId="378"/>
            <ac:spMk id="5" creationId="{40EF9765-095A-0F79-965C-A10F4784641C}"/>
          </ac:spMkLst>
        </pc:spChg>
        <pc:spChg chg="del">
          <ac:chgData name="Camila Buitrago Buitrago" userId="0ce4d9aa-8e9a-49aa-b0f2-d17a32a3775a" providerId="ADAL" clId="{DE868590-9F2C-4B03-9C62-B181C19ADC6C}" dt="2026-06-02T21:52:09.335" v="1965" actId="478"/>
          <ac:spMkLst>
            <pc:docMk/>
            <pc:sldMk cId="3135349836" sldId="378"/>
            <ac:spMk id="6" creationId="{48D9D529-5E4D-BC21-7228-F76E479CF660}"/>
          </ac:spMkLst>
        </pc:spChg>
        <pc:spChg chg="add del mod">
          <ac:chgData name="Camila Buitrago Buitrago" userId="0ce4d9aa-8e9a-49aa-b0f2-d17a32a3775a" providerId="ADAL" clId="{DE868590-9F2C-4B03-9C62-B181C19ADC6C}" dt="2026-06-03T13:49:49.571" v="3807" actId="478"/>
          <ac:spMkLst>
            <pc:docMk/>
            <pc:sldMk cId="3135349836" sldId="378"/>
            <ac:spMk id="6" creationId="{97496E8F-5A91-EC28-D14D-F2FE87B0B903}"/>
          </ac:spMkLst>
        </pc:spChg>
        <pc:spChg chg="add del mod">
          <ac:chgData name="Camila Buitrago Buitrago" userId="0ce4d9aa-8e9a-49aa-b0f2-d17a32a3775a" providerId="ADAL" clId="{DE868590-9F2C-4B03-9C62-B181C19ADC6C}" dt="2026-06-03T13:49:30.158" v="3805" actId="478"/>
          <ac:spMkLst>
            <pc:docMk/>
            <pc:sldMk cId="3135349836" sldId="378"/>
            <ac:spMk id="7" creationId="{2039188A-8534-B74B-1407-E8B3F6D675A1}"/>
          </ac:spMkLst>
        </pc:spChg>
        <pc:spChg chg="add del mod">
          <ac:chgData name="Camila Buitrago Buitrago" userId="0ce4d9aa-8e9a-49aa-b0f2-d17a32a3775a" providerId="ADAL" clId="{DE868590-9F2C-4B03-9C62-B181C19ADC6C}" dt="2026-06-02T21:52:27.829" v="1969" actId="1076"/>
          <ac:spMkLst>
            <pc:docMk/>
            <pc:sldMk cId="3135349836" sldId="378"/>
            <ac:spMk id="8" creationId="{EDDB5FB5-DBA7-32AF-7850-44C9AB95377D}"/>
          </ac:spMkLst>
        </pc:spChg>
        <pc:spChg chg="del">
          <ac:chgData name="Camila Buitrago Buitrago" userId="0ce4d9aa-8e9a-49aa-b0f2-d17a32a3775a" providerId="ADAL" clId="{DE868590-9F2C-4B03-9C62-B181C19ADC6C}" dt="2026-06-02T21:52:08.101" v="1964" actId="478"/>
          <ac:spMkLst>
            <pc:docMk/>
            <pc:sldMk cId="3135349836" sldId="378"/>
            <ac:spMk id="11" creationId="{9352F445-0D7E-F735-ED60-440CF84D12AC}"/>
          </ac:spMkLst>
        </pc:spChg>
        <pc:spChg chg="add del mod">
          <ac:chgData name="Camila Buitrago Buitrago" userId="0ce4d9aa-8e9a-49aa-b0f2-d17a32a3775a" providerId="ADAL" clId="{DE868590-9F2C-4B03-9C62-B181C19ADC6C}" dt="2026-06-03T13:49:51.672" v="3808" actId="478"/>
          <ac:spMkLst>
            <pc:docMk/>
            <pc:sldMk cId="3135349836" sldId="378"/>
            <ac:spMk id="11" creationId="{A1DFA9E2-BCF9-DCC6-582A-B78F73EF742D}"/>
          </ac:spMkLst>
        </pc:spChg>
        <pc:spChg chg="mod">
          <ac:chgData name="Camila Buitrago Buitrago" userId="0ce4d9aa-8e9a-49aa-b0f2-d17a32a3775a" providerId="ADAL" clId="{DE868590-9F2C-4B03-9C62-B181C19ADC6C}" dt="2026-06-03T13:49:27.654" v="3804" actId="20577"/>
          <ac:spMkLst>
            <pc:docMk/>
            <pc:sldMk cId="3135349836" sldId="378"/>
            <ac:spMk id="12" creationId="{CA99E943-61C2-001F-2E86-6BB504A8BCA5}"/>
          </ac:spMkLst>
        </pc:spChg>
        <pc:spChg chg="add del mod">
          <ac:chgData name="Camila Buitrago Buitrago" userId="0ce4d9aa-8e9a-49aa-b0f2-d17a32a3775a" providerId="ADAL" clId="{DE868590-9F2C-4B03-9C62-B181C19ADC6C}" dt="2026-06-03T13:49:52.965" v="3809" actId="478"/>
          <ac:spMkLst>
            <pc:docMk/>
            <pc:sldMk cId="3135349836" sldId="378"/>
            <ac:spMk id="13" creationId="{8609E8A4-AB35-2EB7-1DF0-9AEBCED0E3CF}"/>
          </ac:spMkLst>
        </pc:spChg>
        <pc:spChg chg="del">
          <ac:chgData name="Camila Buitrago Buitrago" userId="0ce4d9aa-8e9a-49aa-b0f2-d17a32a3775a" providerId="ADAL" clId="{DE868590-9F2C-4B03-9C62-B181C19ADC6C}" dt="2026-06-02T21:52:03.505" v="1961" actId="478"/>
          <ac:spMkLst>
            <pc:docMk/>
            <pc:sldMk cId="3135349836" sldId="378"/>
            <ac:spMk id="13" creationId="{B412F8B3-3C73-C2EC-5603-2E1EA0E94768}"/>
          </ac:spMkLst>
        </pc:spChg>
        <pc:spChg chg="add mod">
          <ac:chgData name="Camila Buitrago Buitrago" userId="0ce4d9aa-8e9a-49aa-b0f2-d17a32a3775a" providerId="ADAL" clId="{DE868590-9F2C-4B03-9C62-B181C19ADC6C}" dt="2026-06-02T21:52:25.138" v="1967"/>
          <ac:spMkLst>
            <pc:docMk/>
            <pc:sldMk cId="3135349836" sldId="378"/>
            <ac:spMk id="14" creationId="{901D8ECB-97CD-EA05-CD20-08867BE53FC8}"/>
          </ac:spMkLst>
        </pc:spChg>
        <pc:spChg chg="add mod">
          <ac:chgData name="Camila Buitrago Buitrago" userId="0ce4d9aa-8e9a-49aa-b0f2-d17a32a3775a" providerId="ADAL" clId="{DE868590-9F2C-4B03-9C62-B181C19ADC6C}" dt="2026-06-02T21:52:25.138" v="1967"/>
          <ac:spMkLst>
            <pc:docMk/>
            <pc:sldMk cId="3135349836" sldId="378"/>
            <ac:spMk id="15" creationId="{F5F7515B-0601-045F-D2E9-A259798C47CD}"/>
          </ac:spMkLst>
        </pc:spChg>
        <pc:spChg chg="add mod">
          <ac:chgData name="Camila Buitrago Buitrago" userId="0ce4d9aa-8e9a-49aa-b0f2-d17a32a3775a" providerId="ADAL" clId="{DE868590-9F2C-4B03-9C62-B181C19ADC6C}" dt="2026-06-02T21:52:25.138" v="1967"/>
          <ac:spMkLst>
            <pc:docMk/>
            <pc:sldMk cId="3135349836" sldId="378"/>
            <ac:spMk id="17" creationId="{F4C165A5-D293-C642-CCB2-5A7DC0CAD8BC}"/>
          </ac:spMkLst>
        </pc:spChg>
        <pc:spChg chg="add mod">
          <ac:chgData name="Camila Buitrago Buitrago" userId="0ce4d9aa-8e9a-49aa-b0f2-d17a32a3775a" providerId="ADAL" clId="{DE868590-9F2C-4B03-9C62-B181C19ADC6C}" dt="2026-06-02T21:52:25.138" v="1967"/>
          <ac:spMkLst>
            <pc:docMk/>
            <pc:sldMk cId="3135349836" sldId="378"/>
            <ac:spMk id="18" creationId="{A09C3E40-BC09-E815-2224-2D2000DE025A}"/>
          </ac:spMkLst>
        </pc:spChg>
        <pc:spChg chg="mod">
          <ac:chgData name="Camila Buitrago Buitrago" userId="0ce4d9aa-8e9a-49aa-b0f2-d17a32a3775a" providerId="ADAL" clId="{DE868590-9F2C-4B03-9C62-B181C19ADC6C}" dt="2026-06-03T13:50:14.001" v="3816" actId="20577"/>
          <ac:spMkLst>
            <pc:docMk/>
            <pc:sldMk cId="3135349836" sldId="378"/>
            <ac:spMk id="19" creationId="{AAF4DEE6-769C-B912-0714-4AF45BCDF5A3}"/>
          </ac:spMkLst>
        </pc:spChg>
        <pc:spChg chg="add mod">
          <ac:chgData name="Camila Buitrago Buitrago" userId="0ce4d9aa-8e9a-49aa-b0f2-d17a32a3775a" providerId="ADAL" clId="{DE868590-9F2C-4B03-9C62-B181C19ADC6C}" dt="2026-06-03T13:51:39.191" v="3823" actId="1076"/>
          <ac:spMkLst>
            <pc:docMk/>
            <pc:sldMk cId="3135349836" sldId="378"/>
            <ac:spMk id="22" creationId="{81E32AEC-5AE0-82E4-980F-ACB0D82DC9FD}"/>
          </ac:spMkLst>
        </pc:spChg>
        <pc:spChg chg="add mod">
          <ac:chgData name="Camila Buitrago Buitrago" userId="0ce4d9aa-8e9a-49aa-b0f2-d17a32a3775a" providerId="ADAL" clId="{DE868590-9F2C-4B03-9C62-B181C19ADC6C}" dt="2026-06-03T13:51:39.191" v="3823" actId="1076"/>
          <ac:spMkLst>
            <pc:docMk/>
            <pc:sldMk cId="3135349836" sldId="378"/>
            <ac:spMk id="23" creationId="{9C93A2DE-BE75-4901-CB42-A412DBF43AA6}"/>
          </ac:spMkLst>
        </pc:spChg>
        <pc:spChg chg="add mod">
          <ac:chgData name="Camila Buitrago Buitrago" userId="0ce4d9aa-8e9a-49aa-b0f2-d17a32a3775a" providerId="ADAL" clId="{DE868590-9F2C-4B03-9C62-B181C19ADC6C}" dt="2026-06-03T13:51:39.191" v="3823" actId="1076"/>
          <ac:spMkLst>
            <pc:docMk/>
            <pc:sldMk cId="3135349836" sldId="378"/>
            <ac:spMk id="24" creationId="{5FEF583A-9BEA-5473-2A68-9C00E7C2A780}"/>
          </ac:spMkLst>
        </pc:spChg>
        <pc:spChg chg="add mod">
          <ac:chgData name="Camila Buitrago Buitrago" userId="0ce4d9aa-8e9a-49aa-b0f2-d17a32a3775a" providerId="ADAL" clId="{DE868590-9F2C-4B03-9C62-B181C19ADC6C}" dt="2026-06-03T13:51:39.191" v="3823" actId="1076"/>
          <ac:spMkLst>
            <pc:docMk/>
            <pc:sldMk cId="3135349836" sldId="378"/>
            <ac:spMk id="25" creationId="{4A9065F8-DD01-2394-18C5-A4D9B614F073}"/>
          </ac:spMkLst>
        </pc:spChg>
        <pc:spChg chg="mod">
          <ac:chgData name="Camila Buitrago Buitrago" userId="0ce4d9aa-8e9a-49aa-b0f2-d17a32a3775a" providerId="ADAL" clId="{DE868590-9F2C-4B03-9C62-B181C19ADC6C}" dt="2026-06-03T13:55:05.408" v="4140" actId="20577"/>
          <ac:spMkLst>
            <pc:docMk/>
            <pc:sldMk cId="3135349836" sldId="378"/>
            <ac:spMk id="29" creationId="{FD6FA386-4DA2-F905-4FF4-15EB8127A018}"/>
          </ac:spMkLst>
        </pc:spChg>
        <pc:spChg chg="mod">
          <ac:chgData name="Camila Buitrago Buitrago" userId="0ce4d9aa-8e9a-49aa-b0f2-d17a32a3775a" providerId="ADAL" clId="{DE868590-9F2C-4B03-9C62-B181C19ADC6C}" dt="2026-06-03T13:51:44.750" v="3828" actId="20577"/>
          <ac:spMkLst>
            <pc:docMk/>
            <pc:sldMk cId="3135349836" sldId="378"/>
            <ac:spMk id="31" creationId="{29C5ECE4-EA9C-AB55-6217-E09024B4BBC3}"/>
          </ac:spMkLst>
        </pc:spChg>
        <pc:graphicFrameChg chg="mod">
          <ac:chgData name="Camila Buitrago Buitrago" userId="0ce4d9aa-8e9a-49aa-b0f2-d17a32a3775a" providerId="ADAL" clId="{DE868590-9F2C-4B03-9C62-B181C19ADC6C}" dt="2026-06-03T13:51:54.703" v="3831" actId="1076"/>
          <ac:graphicFrameMkLst>
            <pc:docMk/>
            <pc:sldMk cId="3135349836" sldId="378"/>
            <ac:graphicFrameMk id="21" creationId="{9953217C-18DA-CBB4-48A3-E9B18F19458C}"/>
          </ac:graphicFrameMkLst>
        </pc:graphicFrameChg>
        <pc:picChg chg="add mod">
          <ac:chgData name="Camila Buitrago Buitrago" userId="0ce4d9aa-8e9a-49aa-b0f2-d17a32a3775a" providerId="ADAL" clId="{DE868590-9F2C-4B03-9C62-B181C19ADC6C}" dt="2026-06-03T13:50:42.534" v="3821" actId="14100"/>
          <ac:picMkLst>
            <pc:docMk/>
            <pc:sldMk cId="3135349836" sldId="378"/>
            <ac:picMk id="15" creationId="{593E4B7A-DC48-FFEC-CBD9-6989373AA625}"/>
          </ac:picMkLst>
        </pc:picChg>
        <pc:picChg chg="add mod">
          <ac:chgData name="Camila Buitrago Buitrago" userId="0ce4d9aa-8e9a-49aa-b0f2-d17a32a3775a" providerId="ADAL" clId="{DE868590-9F2C-4B03-9C62-B181C19ADC6C}" dt="2026-06-03T13:50:38.004" v="3819" actId="1076"/>
          <ac:picMkLst>
            <pc:docMk/>
            <pc:sldMk cId="3135349836" sldId="378"/>
            <ac:picMk id="18" creationId="{66D88475-0130-0F1E-DC61-FA71BD998ADD}"/>
          </ac:picMkLst>
        </pc:picChg>
        <pc:picChg chg="del">
          <ac:chgData name="Camila Buitrago Buitrago" userId="0ce4d9aa-8e9a-49aa-b0f2-d17a32a3775a" providerId="ADAL" clId="{DE868590-9F2C-4B03-9C62-B181C19ADC6C}" dt="2026-06-03T13:50:05.235" v="3810" actId="478"/>
          <ac:picMkLst>
            <pc:docMk/>
            <pc:sldMk cId="3135349836" sldId="378"/>
            <ac:picMk id="38" creationId="{4B889602-7683-DBEF-F0D2-C69A30338BA7}"/>
          </ac:picMkLst>
        </pc:picChg>
        <pc:picChg chg="del">
          <ac:chgData name="Camila Buitrago Buitrago" userId="0ce4d9aa-8e9a-49aa-b0f2-d17a32a3775a" providerId="ADAL" clId="{DE868590-9F2C-4B03-9C62-B181C19ADC6C}" dt="2026-06-03T13:50:15.857" v="3817" actId="478"/>
          <ac:picMkLst>
            <pc:docMk/>
            <pc:sldMk cId="3135349836" sldId="378"/>
            <ac:picMk id="41" creationId="{B9F21C98-C4A1-A85A-AC62-BACF4ACD1382}"/>
          </ac:picMkLst>
        </pc:picChg>
      </pc:sldChg>
      <pc:sldChg chg="addSp delSp modSp mod">
        <pc:chgData name="Camila Buitrago Buitrago" userId="0ce4d9aa-8e9a-49aa-b0f2-d17a32a3775a" providerId="ADAL" clId="{DE868590-9F2C-4B03-9C62-B181C19ADC6C}" dt="2026-06-02T21:18:27.687" v="1892" actId="20577"/>
        <pc:sldMkLst>
          <pc:docMk/>
          <pc:sldMk cId="4030159341" sldId="389"/>
        </pc:sldMkLst>
        <pc:spChg chg="del">
          <ac:chgData name="Camila Buitrago Buitrago" userId="0ce4d9aa-8e9a-49aa-b0f2-d17a32a3775a" providerId="ADAL" clId="{DE868590-9F2C-4B03-9C62-B181C19ADC6C}" dt="2026-06-02T21:18:10.933" v="1888" actId="478"/>
          <ac:spMkLst>
            <pc:docMk/>
            <pc:sldMk cId="4030159341" sldId="389"/>
            <ac:spMk id="4" creationId="{7037A84E-0442-8EC0-A360-893B2D19ECE2}"/>
          </ac:spMkLst>
        </pc:spChg>
        <pc:spChg chg="add mod">
          <ac:chgData name="Camila Buitrago Buitrago" userId="0ce4d9aa-8e9a-49aa-b0f2-d17a32a3775a" providerId="ADAL" clId="{DE868590-9F2C-4B03-9C62-B181C19ADC6C}" dt="2026-06-02T21:18:26.427" v="1891" actId="1076"/>
          <ac:spMkLst>
            <pc:docMk/>
            <pc:sldMk cId="4030159341" sldId="389"/>
            <ac:spMk id="10" creationId="{EC996291-4210-66B8-D41C-7DF41257F70E}"/>
          </ac:spMkLst>
        </pc:spChg>
        <pc:spChg chg="add mod">
          <ac:chgData name="Camila Buitrago Buitrago" userId="0ce4d9aa-8e9a-49aa-b0f2-d17a32a3775a" providerId="ADAL" clId="{DE868590-9F2C-4B03-9C62-B181C19ADC6C}" dt="2026-06-02T21:18:27.687" v="1892" actId="20577"/>
          <ac:spMkLst>
            <pc:docMk/>
            <pc:sldMk cId="4030159341" sldId="389"/>
            <ac:spMk id="13" creationId="{3C421EB6-8AD5-6A4A-5C4B-6EC14C979D6C}"/>
          </ac:spMkLst>
        </pc:spChg>
      </pc:sldChg>
      <pc:sldChg chg="addSp delSp modSp mod">
        <pc:chgData name="Camila Buitrago Buitrago" userId="0ce4d9aa-8e9a-49aa-b0f2-d17a32a3775a" providerId="ADAL" clId="{DE868590-9F2C-4B03-9C62-B181C19ADC6C}" dt="2026-06-03T13:54:45.325" v="4075" actId="20577"/>
        <pc:sldMkLst>
          <pc:docMk/>
          <pc:sldMk cId="4191660484" sldId="398"/>
        </pc:sldMkLst>
        <pc:spChg chg="mod">
          <ac:chgData name="Camila Buitrago Buitrago" userId="0ce4d9aa-8e9a-49aa-b0f2-d17a32a3775a" providerId="ADAL" clId="{DE868590-9F2C-4B03-9C62-B181C19ADC6C}" dt="2026-05-31T06:27:43.217" v="75" actId="20577"/>
          <ac:spMkLst>
            <pc:docMk/>
            <pc:sldMk cId="4191660484" sldId="398"/>
            <ac:spMk id="3" creationId="{0E2745FE-A0F9-27E0-71F2-773BAF3F720B}"/>
          </ac:spMkLst>
        </pc:spChg>
        <pc:spChg chg="mod">
          <ac:chgData name="Camila Buitrago Buitrago" userId="0ce4d9aa-8e9a-49aa-b0f2-d17a32a3775a" providerId="ADAL" clId="{DE868590-9F2C-4B03-9C62-B181C19ADC6C}" dt="2026-06-03T13:54:45.325" v="4075" actId="20577"/>
          <ac:spMkLst>
            <pc:docMk/>
            <pc:sldMk cId="4191660484" sldId="398"/>
            <ac:spMk id="5" creationId="{20A34FFA-D8B6-B012-9C6B-FFF26F57682C}"/>
          </ac:spMkLst>
        </pc:spChg>
        <pc:spChg chg="mod">
          <ac:chgData name="Camila Buitrago Buitrago" userId="0ce4d9aa-8e9a-49aa-b0f2-d17a32a3775a" providerId="ADAL" clId="{DE868590-9F2C-4B03-9C62-B181C19ADC6C}" dt="2026-05-31T06:42:13.680" v="445" actId="20577"/>
          <ac:spMkLst>
            <pc:docMk/>
            <pc:sldMk cId="4191660484" sldId="398"/>
            <ac:spMk id="14" creationId="{3A3996F8-EC7E-0317-A99B-F53A3685566F}"/>
          </ac:spMkLst>
        </pc:spChg>
        <pc:spChg chg="mod">
          <ac:chgData name="Camila Buitrago Buitrago" userId="0ce4d9aa-8e9a-49aa-b0f2-d17a32a3775a" providerId="ADAL" clId="{DE868590-9F2C-4B03-9C62-B181C19ADC6C}" dt="2026-05-31T06:28:01.413" v="78" actId="20577"/>
          <ac:spMkLst>
            <pc:docMk/>
            <pc:sldMk cId="4191660484" sldId="398"/>
            <ac:spMk id="20" creationId="{1AE3DC6B-7AC1-63C0-A73C-9472223BDEB3}"/>
          </ac:spMkLst>
        </pc:spChg>
        <pc:graphicFrameChg chg="mod">
          <ac:chgData name="Camila Buitrago Buitrago" userId="0ce4d9aa-8e9a-49aa-b0f2-d17a32a3775a" providerId="ADAL" clId="{DE868590-9F2C-4B03-9C62-B181C19ADC6C}" dt="2026-05-31T06:42:18.859" v="446" actId="1076"/>
          <ac:graphicFrameMkLst>
            <pc:docMk/>
            <pc:sldMk cId="4191660484" sldId="398"/>
            <ac:graphicFrameMk id="15" creationId="{6E21671E-929F-FD81-43F1-C77EA013861B}"/>
          </ac:graphicFrameMkLst>
        </pc:graphicFrameChg>
        <pc:picChg chg="add mod">
          <ac:chgData name="Camila Buitrago Buitrago" userId="0ce4d9aa-8e9a-49aa-b0f2-d17a32a3775a" providerId="ADAL" clId="{DE868590-9F2C-4B03-9C62-B181C19ADC6C}" dt="2026-05-31T06:38:16.493" v="85" actId="1076"/>
          <ac:picMkLst>
            <pc:docMk/>
            <pc:sldMk cId="4191660484" sldId="398"/>
            <ac:picMk id="7" creationId="{10F74453-DA97-C55A-1304-F7FCC7E22B41}"/>
          </ac:picMkLst>
        </pc:picChg>
      </pc:sldChg>
      <pc:sldChg chg="addSp delSp modSp mod">
        <pc:chgData name="Camila Buitrago Buitrago" userId="0ce4d9aa-8e9a-49aa-b0f2-d17a32a3775a" providerId="ADAL" clId="{DE868590-9F2C-4B03-9C62-B181C19ADC6C}" dt="2026-06-03T14:01:40.245" v="4259" actId="1076"/>
        <pc:sldMkLst>
          <pc:docMk/>
          <pc:sldMk cId="2250337377" sldId="438"/>
        </pc:sldMkLst>
        <pc:spChg chg="mod">
          <ac:chgData name="Camila Buitrago Buitrago" userId="0ce4d9aa-8e9a-49aa-b0f2-d17a32a3775a" providerId="ADAL" clId="{DE868590-9F2C-4B03-9C62-B181C19ADC6C}" dt="2026-05-31T06:43:20.659" v="484" actId="20577"/>
          <ac:spMkLst>
            <pc:docMk/>
            <pc:sldMk cId="2250337377" sldId="438"/>
            <ac:spMk id="3" creationId="{52480B7E-10CF-DEC3-AA2E-3D915C9AC327}"/>
          </ac:spMkLst>
        </pc:spChg>
        <pc:spChg chg="mod">
          <ac:chgData name="Camila Buitrago Buitrago" userId="0ce4d9aa-8e9a-49aa-b0f2-d17a32a3775a" providerId="ADAL" clId="{DE868590-9F2C-4B03-9C62-B181C19ADC6C}" dt="2026-06-03T14:00:57.050" v="4250" actId="20577"/>
          <ac:spMkLst>
            <pc:docMk/>
            <pc:sldMk cId="2250337377" sldId="438"/>
            <ac:spMk id="5" creationId="{EE01116D-C943-C514-0E01-B2D9F15736C7}"/>
          </ac:spMkLst>
        </pc:spChg>
        <pc:spChg chg="mod">
          <ac:chgData name="Camila Buitrago Buitrago" userId="0ce4d9aa-8e9a-49aa-b0f2-d17a32a3775a" providerId="ADAL" clId="{DE868590-9F2C-4B03-9C62-B181C19ADC6C}" dt="2026-06-03T14:01:34.349" v="4257" actId="20577"/>
          <ac:spMkLst>
            <pc:docMk/>
            <pc:sldMk cId="2250337377" sldId="438"/>
            <ac:spMk id="12" creationId="{A854D07E-ADE8-BCA1-5346-591B695C151F}"/>
          </ac:spMkLst>
        </pc:spChg>
        <pc:spChg chg="mod">
          <ac:chgData name="Camila Buitrago Buitrago" userId="0ce4d9aa-8e9a-49aa-b0f2-d17a32a3775a" providerId="ADAL" clId="{DE868590-9F2C-4B03-9C62-B181C19ADC6C}" dt="2026-05-31T07:12:29.681" v="1526" actId="20577"/>
          <ac:spMkLst>
            <pc:docMk/>
            <pc:sldMk cId="2250337377" sldId="438"/>
            <ac:spMk id="21" creationId="{65025536-8B2C-4014-13C6-1E65D64B771F}"/>
          </ac:spMkLst>
        </pc:spChg>
        <pc:graphicFrameChg chg="mod">
          <ac:chgData name="Camila Buitrago Buitrago" userId="0ce4d9aa-8e9a-49aa-b0f2-d17a32a3775a" providerId="ADAL" clId="{DE868590-9F2C-4B03-9C62-B181C19ADC6C}" dt="2026-06-03T14:01:40.245" v="4259" actId="1076"/>
          <ac:graphicFrameMkLst>
            <pc:docMk/>
            <pc:sldMk cId="2250337377" sldId="438"/>
            <ac:graphicFrameMk id="16" creationId="{F4CA7036-08F7-DA2F-719C-E6E086FEF47E}"/>
          </ac:graphicFrameMkLst>
        </pc:graphicFrameChg>
        <pc:picChg chg="add del mod">
          <ac:chgData name="Camila Buitrago Buitrago" userId="0ce4d9aa-8e9a-49aa-b0f2-d17a32a3775a" providerId="ADAL" clId="{DE868590-9F2C-4B03-9C62-B181C19ADC6C}" dt="2026-06-03T14:01:17.045" v="4251" actId="478"/>
          <ac:picMkLst>
            <pc:docMk/>
            <pc:sldMk cId="2250337377" sldId="438"/>
            <ac:picMk id="4" creationId="{39010424-9FD5-F437-F757-6C85E512E25D}"/>
          </ac:picMkLst>
        </pc:picChg>
        <pc:picChg chg="add mod">
          <ac:chgData name="Camila Buitrago Buitrago" userId="0ce4d9aa-8e9a-49aa-b0f2-d17a32a3775a" providerId="ADAL" clId="{DE868590-9F2C-4B03-9C62-B181C19ADC6C}" dt="2026-06-03T14:01:23.231" v="4254" actId="14100"/>
          <ac:picMkLst>
            <pc:docMk/>
            <pc:sldMk cId="2250337377" sldId="438"/>
            <ac:picMk id="7" creationId="{5B5F4510-2F7E-174D-CA54-88553A4271D2}"/>
          </ac:picMkLst>
        </pc:picChg>
      </pc:sldChg>
      <pc:sldChg chg="modSp mod">
        <pc:chgData name="Camila Buitrago Buitrago" userId="0ce4d9aa-8e9a-49aa-b0f2-d17a32a3775a" providerId="ADAL" clId="{DE868590-9F2C-4B03-9C62-B181C19ADC6C}" dt="2026-05-31T07:15:57.848" v="1695" actId="1076"/>
        <pc:sldMkLst>
          <pc:docMk/>
          <pc:sldMk cId="1545062247" sldId="440"/>
        </pc:sldMkLst>
        <pc:spChg chg="mod">
          <ac:chgData name="Camila Buitrago Buitrago" userId="0ce4d9aa-8e9a-49aa-b0f2-d17a32a3775a" providerId="ADAL" clId="{DE868590-9F2C-4B03-9C62-B181C19ADC6C}" dt="2026-05-31T07:14:19.258" v="1573" actId="20577"/>
          <ac:spMkLst>
            <pc:docMk/>
            <pc:sldMk cId="1545062247" sldId="440"/>
            <ac:spMk id="3" creationId="{7E7DF509-4B0A-3DB1-EC36-450802279467}"/>
          </ac:spMkLst>
        </pc:spChg>
        <pc:spChg chg="mod">
          <ac:chgData name="Camila Buitrago Buitrago" userId="0ce4d9aa-8e9a-49aa-b0f2-d17a32a3775a" providerId="ADAL" clId="{DE868590-9F2C-4B03-9C62-B181C19ADC6C}" dt="2026-05-31T07:15:48.153" v="1693" actId="20577"/>
          <ac:spMkLst>
            <pc:docMk/>
            <pc:sldMk cId="1545062247" sldId="440"/>
            <ac:spMk id="5" creationId="{07AF9C6B-5018-F8B6-B1FE-59C311041CA4}"/>
          </ac:spMkLst>
        </pc:spChg>
        <pc:spChg chg="mod">
          <ac:chgData name="Camila Buitrago Buitrago" userId="0ce4d9aa-8e9a-49aa-b0f2-d17a32a3775a" providerId="ADAL" clId="{DE868590-9F2C-4B03-9C62-B181C19ADC6C}" dt="2026-05-31T07:15:57.848" v="1695" actId="1076"/>
          <ac:spMkLst>
            <pc:docMk/>
            <pc:sldMk cId="1545062247" sldId="440"/>
            <ac:spMk id="11" creationId="{277F6D99-15BC-47E2-DE52-1A83DB2BD6AD}"/>
          </ac:spMkLst>
        </pc:spChg>
      </pc:sldChg>
      <pc:sldChg chg="del">
        <pc:chgData name="Camila Buitrago Buitrago" userId="0ce4d9aa-8e9a-49aa-b0f2-d17a32a3775a" providerId="ADAL" clId="{DE868590-9F2C-4B03-9C62-B181C19ADC6C}" dt="2026-06-02T21:17:34.591" v="1885" actId="47"/>
        <pc:sldMkLst>
          <pc:docMk/>
          <pc:sldMk cId="2436435454" sldId="446"/>
        </pc:sldMkLst>
      </pc:sldChg>
      <pc:sldChg chg="addSp delSp modSp add mod">
        <pc:chgData name="Camila Buitrago Buitrago" userId="0ce4d9aa-8e9a-49aa-b0f2-d17a32a3775a" providerId="ADAL" clId="{DE868590-9F2C-4B03-9C62-B181C19ADC6C}" dt="2026-06-02T22:01:22.289" v="2315" actId="1076"/>
        <pc:sldMkLst>
          <pc:docMk/>
          <pc:sldMk cId="580656770" sldId="447"/>
        </pc:sldMkLst>
        <pc:spChg chg="add del mod">
          <ac:chgData name="Camila Buitrago Buitrago" userId="0ce4d9aa-8e9a-49aa-b0f2-d17a32a3775a" providerId="ADAL" clId="{DE868590-9F2C-4B03-9C62-B181C19ADC6C}" dt="2026-06-02T21:53:57.199" v="1973" actId="478"/>
          <ac:spMkLst>
            <pc:docMk/>
            <pc:sldMk cId="580656770" sldId="447"/>
            <ac:spMk id="2" creationId="{98B6D6D7-176C-FCAC-9FAC-8FFF674A441F}"/>
          </ac:spMkLst>
        </pc:spChg>
        <pc:spChg chg="mod">
          <ac:chgData name="Camila Buitrago Buitrago" userId="0ce4d9aa-8e9a-49aa-b0f2-d17a32a3775a" providerId="ADAL" clId="{DE868590-9F2C-4B03-9C62-B181C19ADC6C}" dt="2026-05-31T07:17:00.668" v="1769" actId="20577"/>
          <ac:spMkLst>
            <pc:docMk/>
            <pc:sldMk cId="580656770" sldId="447"/>
            <ac:spMk id="3" creationId="{6F710FF0-C8D2-F0F1-39AA-B757F0FA20CC}"/>
          </ac:spMkLst>
        </pc:spChg>
        <pc:spChg chg="mod">
          <ac:chgData name="Camila Buitrago Buitrago" userId="0ce4d9aa-8e9a-49aa-b0f2-d17a32a3775a" providerId="ADAL" clId="{DE868590-9F2C-4B03-9C62-B181C19ADC6C}" dt="2026-06-02T22:01:11.435" v="2311" actId="20577"/>
          <ac:spMkLst>
            <pc:docMk/>
            <pc:sldMk cId="580656770" sldId="447"/>
            <ac:spMk id="5" creationId="{034C17C4-5FD4-0DB3-F70B-26EE284921B0}"/>
          </ac:spMkLst>
        </pc:spChg>
        <pc:spChg chg="mod">
          <ac:chgData name="Camila Buitrago Buitrago" userId="0ce4d9aa-8e9a-49aa-b0f2-d17a32a3775a" providerId="ADAL" clId="{DE868590-9F2C-4B03-9C62-B181C19ADC6C}" dt="2026-06-02T22:01:18.801" v="2314" actId="20577"/>
          <ac:spMkLst>
            <pc:docMk/>
            <pc:sldMk cId="580656770" sldId="447"/>
            <ac:spMk id="12" creationId="{562C5704-7E27-7667-E203-7AD42D3D9EB5}"/>
          </ac:spMkLst>
        </pc:spChg>
        <pc:spChg chg="mod">
          <ac:chgData name="Camila Buitrago Buitrago" userId="0ce4d9aa-8e9a-49aa-b0f2-d17a32a3775a" providerId="ADAL" clId="{DE868590-9F2C-4B03-9C62-B181C19ADC6C}" dt="2026-06-02T21:54:22.227" v="2060" actId="14100"/>
          <ac:spMkLst>
            <pc:docMk/>
            <pc:sldMk cId="580656770" sldId="447"/>
            <ac:spMk id="21" creationId="{85818376-E187-5443-9EDD-47BC9EDC425A}"/>
          </ac:spMkLst>
        </pc:spChg>
        <pc:graphicFrameChg chg="mod">
          <ac:chgData name="Camila Buitrago Buitrago" userId="0ce4d9aa-8e9a-49aa-b0f2-d17a32a3775a" providerId="ADAL" clId="{DE868590-9F2C-4B03-9C62-B181C19ADC6C}" dt="2026-06-02T22:01:22.289" v="2315" actId="1076"/>
          <ac:graphicFrameMkLst>
            <pc:docMk/>
            <pc:sldMk cId="580656770" sldId="447"/>
            <ac:graphicFrameMk id="16" creationId="{67C9D767-CF27-4350-0328-CC36C0706701}"/>
          </ac:graphicFrameMkLst>
        </pc:graphicFrameChg>
        <pc:picChg chg="add mod">
          <ac:chgData name="Camila Buitrago Buitrago" userId="0ce4d9aa-8e9a-49aa-b0f2-d17a32a3775a" providerId="ADAL" clId="{DE868590-9F2C-4B03-9C62-B181C19ADC6C}" dt="2026-06-02T21:59:21.754" v="2064" actId="1076"/>
          <ac:picMkLst>
            <pc:docMk/>
            <pc:sldMk cId="580656770" sldId="447"/>
            <ac:picMk id="7" creationId="{8AA5803C-83D8-1785-E8A2-3A5E5B320376}"/>
          </ac:picMkLst>
        </pc:picChg>
      </pc:sldChg>
      <pc:sldChg chg="addSp delSp modSp add mod">
        <pc:chgData name="Camila Buitrago Buitrago" userId="0ce4d9aa-8e9a-49aa-b0f2-d17a32a3775a" providerId="ADAL" clId="{DE868590-9F2C-4B03-9C62-B181C19ADC6C}" dt="2026-06-03T14:07:30.505" v="4318" actId="1076"/>
        <pc:sldMkLst>
          <pc:docMk/>
          <pc:sldMk cId="463744162" sldId="448"/>
        </pc:sldMkLst>
        <pc:spChg chg="add del mod">
          <ac:chgData name="Camila Buitrago Buitrago" userId="0ce4d9aa-8e9a-49aa-b0f2-d17a32a3775a" providerId="ADAL" clId="{DE868590-9F2C-4B03-9C62-B181C19ADC6C}" dt="2026-06-03T13:33:03.903" v="3232" actId="478"/>
          <ac:spMkLst>
            <pc:docMk/>
            <pc:sldMk cId="463744162" sldId="448"/>
            <ac:spMk id="2" creationId="{264D23C3-5109-531C-021A-C4F088D5165F}"/>
          </ac:spMkLst>
        </pc:spChg>
        <pc:spChg chg="mod">
          <ac:chgData name="Camila Buitrago Buitrago" userId="0ce4d9aa-8e9a-49aa-b0f2-d17a32a3775a" providerId="ADAL" clId="{DE868590-9F2C-4B03-9C62-B181C19ADC6C}" dt="2026-06-02T22:02:10.117" v="2403" actId="20577"/>
          <ac:spMkLst>
            <pc:docMk/>
            <pc:sldMk cId="463744162" sldId="448"/>
            <ac:spMk id="3" creationId="{419339E5-7D5D-A3EA-943E-9437D2968C9B}"/>
          </ac:spMkLst>
        </pc:spChg>
        <pc:spChg chg="mod">
          <ac:chgData name="Camila Buitrago Buitrago" userId="0ce4d9aa-8e9a-49aa-b0f2-d17a32a3775a" providerId="ADAL" clId="{DE868590-9F2C-4B03-9C62-B181C19ADC6C}" dt="2026-06-03T13:33:44.188" v="3282" actId="20577"/>
          <ac:spMkLst>
            <pc:docMk/>
            <pc:sldMk cId="463744162" sldId="448"/>
            <ac:spMk id="5" creationId="{FDB2DC3B-E08F-9E0C-0FC2-D010A549DC99}"/>
          </ac:spMkLst>
        </pc:spChg>
        <pc:spChg chg="mod">
          <ac:chgData name="Camila Buitrago Buitrago" userId="0ce4d9aa-8e9a-49aa-b0f2-d17a32a3775a" providerId="ADAL" clId="{DE868590-9F2C-4B03-9C62-B181C19ADC6C}" dt="2026-06-03T14:07:25.136" v="4316" actId="20577"/>
          <ac:spMkLst>
            <pc:docMk/>
            <pc:sldMk cId="463744162" sldId="448"/>
            <ac:spMk id="12" creationId="{5961C2FB-3193-D130-CCB1-CAD77E34F268}"/>
          </ac:spMkLst>
        </pc:spChg>
        <pc:spChg chg="add del">
          <ac:chgData name="Camila Buitrago Buitrago" userId="0ce4d9aa-8e9a-49aa-b0f2-d17a32a3775a" providerId="ADAL" clId="{DE868590-9F2C-4B03-9C62-B181C19ADC6C}" dt="2026-06-02T22:11:14.801" v="2814" actId="22"/>
          <ac:spMkLst>
            <pc:docMk/>
            <pc:sldMk cId="463744162" sldId="448"/>
            <ac:spMk id="15" creationId="{8F09C94B-C2A6-75FB-6802-A95E32F6A7A6}"/>
          </ac:spMkLst>
        </pc:spChg>
        <pc:spChg chg="mod">
          <ac:chgData name="Camila Buitrago Buitrago" userId="0ce4d9aa-8e9a-49aa-b0f2-d17a32a3775a" providerId="ADAL" clId="{DE868590-9F2C-4B03-9C62-B181C19ADC6C}" dt="2026-06-02T22:02:31.038" v="2408" actId="14100"/>
          <ac:spMkLst>
            <pc:docMk/>
            <pc:sldMk cId="463744162" sldId="448"/>
            <ac:spMk id="21" creationId="{3492A554-5F82-46E3-47AD-FDF333E77E15}"/>
          </ac:spMkLst>
        </pc:spChg>
        <pc:graphicFrameChg chg="add mod">
          <ac:chgData name="Camila Buitrago Buitrago" userId="0ce4d9aa-8e9a-49aa-b0f2-d17a32a3775a" providerId="ADAL" clId="{DE868590-9F2C-4B03-9C62-B181C19ADC6C}" dt="2026-06-02T22:09:59.098" v="2765"/>
          <ac:graphicFrameMkLst>
            <pc:docMk/>
            <pc:sldMk cId="463744162" sldId="448"/>
            <ac:graphicFrameMk id="2" creationId="{F01F35ED-7E7F-AB55-25FB-6E423E4A89D0}"/>
          </ac:graphicFrameMkLst>
        </pc:graphicFrameChg>
        <pc:graphicFrameChg chg="add mod">
          <ac:chgData name="Camila Buitrago Buitrago" userId="0ce4d9aa-8e9a-49aa-b0f2-d17a32a3775a" providerId="ADAL" clId="{DE868590-9F2C-4B03-9C62-B181C19ADC6C}" dt="2026-06-03T13:33:15.033" v="3234"/>
          <ac:graphicFrameMkLst>
            <pc:docMk/>
            <pc:sldMk cId="463744162" sldId="448"/>
            <ac:graphicFrameMk id="4" creationId="{D6B51965-9D1B-4D77-C072-B28FE024FCFE}"/>
          </ac:graphicFrameMkLst>
        </pc:graphicFrameChg>
        <pc:graphicFrameChg chg="mod">
          <ac:chgData name="Camila Buitrago Buitrago" userId="0ce4d9aa-8e9a-49aa-b0f2-d17a32a3775a" providerId="ADAL" clId="{DE868590-9F2C-4B03-9C62-B181C19ADC6C}" dt="2026-06-03T14:07:30.505" v="4318" actId="1076"/>
          <ac:graphicFrameMkLst>
            <pc:docMk/>
            <pc:sldMk cId="463744162" sldId="448"/>
            <ac:graphicFrameMk id="16" creationId="{E8EFFE21-461F-3C03-5EE9-AB2C80BA1ED5}"/>
          </ac:graphicFrameMkLst>
        </pc:graphicFrameChg>
        <pc:graphicFrameChg chg="add mod">
          <ac:chgData name="Camila Buitrago Buitrago" userId="0ce4d9aa-8e9a-49aa-b0f2-d17a32a3775a" providerId="ADAL" clId="{DE868590-9F2C-4B03-9C62-B181C19ADC6C}" dt="2026-06-02T22:15:01.176" v="2874"/>
          <ac:graphicFrameMkLst>
            <pc:docMk/>
            <pc:sldMk cId="463744162" sldId="448"/>
            <ac:graphicFrameMk id="17" creationId="{CBFED94E-5AD0-3745-6476-0E0D74063A22}"/>
          </ac:graphicFrameMkLst>
        </pc:graphicFrameChg>
        <pc:picChg chg="del">
          <ac:chgData name="Camila Buitrago Buitrago" userId="0ce4d9aa-8e9a-49aa-b0f2-d17a32a3775a" providerId="ADAL" clId="{DE868590-9F2C-4B03-9C62-B181C19ADC6C}" dt="2026-06-02T22:02:12.169" v="2404" actId="478"/>
          <ac:picMkLst>
            <pc:docMk/>
            <pc:sldMk cId="463744162" sldId="448"/>
            <ac:picMk id="7" creationId="{4524F860-5B2C-2D54-96DD-E1F47C17D176}"/>
          </ac:picMkLst>
        </pc:picChg>
        <pc:picChg chg="add mod">
          <ac:chgData name="Camila Buitrago Buitrago" userId="0ce4d9aa-8e9a-49aa-b0f2-d17a32a3775a" providerId="ADAL" clId="{DE868590-9F2C-4B03-9C62-B181C19ADC6C}" dt="2026-06-03T13:33:21.960" v="3238" actId="1076"/>
          <ac:picMkLst>
            <pc:docMk/>
            <pc:sldMk cId="463744162" sldId="448"/>
            <ac:picMk id="13" creationId="{85C7288E-0F6B-4650-69CE-57B68CC0AED1}"/>
          </ac:picMkLst>
        </pc:picChg>
        <pc:picChg chg="add del mod">
          <ac:chgData name="Camila Buitrago Buitrago" userId="0ce4d9aa-8e9a-49aa-b0f2-d17a32a3775a" providerId="ADAL" clId="{DE868590-9F2C-4B03-9C62-B181C19ADC6C}" dt="2026-06-02T22:15:00.444" v="2873" actId="478"/>
          <ac:picMkLst>
            <pc:docMk/>
            <pc:sldMk cId="463744162" sldId="448"/>
            <ac:picMk id="13" creationId="{98F4AF69-59B0-C6E4-1466-AB099C030142}"/>
          </ac:picMkLst>
        </pc:picChg>
        <pc:picChg chg="add del mod">
          <ac:chgData name="Camila Buitrago Buitrago" userId="0ce4d9aa-8e9a-49aa-b0f2-d17a32a3775a" providerId="ADAL" clId="{DE868590-9F2C-4B03-9C62-B181C19ADC6C}" dt="2026-06-03T13:33:05.115" v="3233" actId="478"/>
          <ac:picMkLst>
            <pc:docMk/>
            <pc:sldMk cId="463744162" sldId="448"/>
            <ac:picMk id="19" creationId="{C93FD256-1AC8-37EF-03AC-033898AE9CCA}"/>
          </ac:picMkLst>
        </pc:picChg>
      </pc:sldChg>
      <pc:sldChg chg="addSp delSp modSp add mod">
        <pc:chgData name="Camila Buitrago Buitrago" userId="0ce4d9aa-8e9a-49aa-b0f2-d17a32a3775a" providerId="ADAL" clId="{DE868590-9F2C-4B03-9C62-B181C19ADC6C}" dt="2026-06-03T14:02:48.901" v="4265" actId="1076"/>
        <pc:sldMkLst>
          <pc:docMk/>
          <pc:sldMk cId="234835632" sldId="449"/>
        </pc:sldMkLst>
        <pc:spChg chg="add del mod">
          <ac:chgData name="Camila Buitrago Buitrago" userId="0ce4d9aa-8e9a-49aa-b0f2-d17a32a3775a" providerId="ADAL" clId="{DE868590-9F2C-4B03-9C62-B181C19ADC6C}" dt="2026-06-03T13:34:04.658" v="3291" actId="478"/>
          <ac:spMkLst>
            <pc:docMk/>
            <pc:sldMk cId="234835632" sldId="449"/>
            <ac:spMk id="2" creationId="{5A00730D-A33C-5E2C-D1C1-8B2C314D16E5}"/>
          </ac:spMkLst>
        </pc:spChg>
        <pc:spChg chg="mod">
          <ac:chgData name="Camila Buitrago Buitrago" userId="0ce4d9aa-8e9a-49aa-b0f2-d17a32a3775a" providerId="ADAL" clId="{DE868590-9F2C-4B03-9C62-B181C19ADC6C}" dt="2026-06-02T22:11:43.002" v="2871" actId="20577"/>
          <ac:spMkLst>
            <pc:docMk/>
            <pc:sldMk cId="234835632" sldId="449"/>
            <ac:spMk id="3" creationId="{01B47AF3-2C4B-7245-B1BA-AC7CEEB1ED54}"/>
          </ac:spMkLst>
        </pc:spChg>
        <pc:spChg chg="mod">
          <ac:chgData name="Camila Buitrago Buitrago" userId="0ce4d9aa-8e9a-49aa-b0f2-d17a32a3775a" providerId="ADAL" clId="{DE868590-9F2C-4B03-9C62-B181C19ADC6C}" dt="2026-06-02T22:33:04.854" v="3224" actId="20577"/>
          <ac:spMkLst>
            <pc:docMk/>
            <pc:sldMk cId="234835632" sldId="449"/>
            <ac:spMk id="5" creationId="{557FB53F-EF84-C201-9FD6-E61A5F94F952}"/>
          </ac:spMkLst>
        </pc:spChg>
        <pc:spChg chg="mod">
          <ac:chgData name="Camila Buitrago Buitrago" userId="0ce4d9aa-8e9a-49aa-b0f2-d17a32a3775a" providerId="ADAL" clId="{DE868590-9F2C-4B03-9C62-B181C19ADC6C}" dt="2026-06-03T14:02:39.534" v="4261" actId="1076"/>
          <ac:spMkLst>
            <pc:docMk/>
            <pc:sldMk cId="234835632" sldId="449"/>
            <ac:spMk id="8" creationId="{3C15EEA2-455B-7976-F3AB-F10FCAD6B882}"/>
          </ac:spMkLst>
        </pc:spChg>
        <pc:spChg chg="mod">
          <ac:chgData name="Camila Buitrago Buitrago" userId="0ce4d9aa-8e9a-49aa-b0f2-d17a32a3775a" providerId="ADAL" clId="{DE868590-9F2C-4B03-9C62-B181C19ADC6C}" dt="2026-06-03T14:02:43.994" v="4264" actId="20577"/>
          <ac:spMkLst>
            <pc:docMk/>
            <pc:sldMk cId="234835632" sldId="449"/>
            <ac:spMk id="12" creationId="{238A0F2A-6AF7-D1B8-E0DC-5D94EF26CA65}"/>
          </ac:spMkLst>
        </pc:spChg>
        <pc:spChg chg="mod">
          <ac:chgData name="Camila Buitrago Buitrago" userId="0ce4d9aa-8e9a-49aa-b0f2-d17a32a3775a" providerId="ADAL" clId="{DE868590-9F2C-4B03-9C62-B181C19ADC6C}" dt="2026-06-02T22:18:53.018" v="2889" actId="20577"/>
          <ac:spMkLst>
            <pc:docMk/>
            <pc:sldMk cId="234835632" sldId="449"/>
            <ac:spMk id="21" creationId="{B9F6AE98-F92C-EF9E-AB4D-7D3F37203DAF}"/>
          </ac:spMkLst>
        </pc:spChg>
        <pc:graphicFrameChg chg="add mod">
          <ac:chgData name="Camila Buitrago Buitrago" userId="0ce4d9aa-8e9a-49aa-b0f2-d17a32a3775a" providerId="ADAL" clId="{DE868590-9F2C-4B03-9C62-B181C19ADC6C}" dt="2026-06-02T22:31:23.952" v="2890"/>
          <ac:graphicFrameMkLst>
            <pc:docMk/>
            <pc:sldMk cId="234835632" sldId="449"/>
            <ac:graphicFrameMk id="2" creationId="{FF9536E9-8CDA-5BCB-226C-E48455ADDB92}"/>
          </ac:graphicFrameMkLst>
        </pc:graphicFrameChg>
        <pc:graphicFrameChg chg="mod">
          <ac:chgData name="Camila Buitrago Buitrago" userId="0ce4d9aa-8e9a-49aa-b0f2-d17a32a3775a" providerId="ADAL" clId="{DE868590-9F2C-4B03-9C62-B181C19ADC6C}" dt="2026-06-03T14:02:48.901" v="4265" actId="1076"/>
          <ac:graphicFrameMkLst>
            <pc:docMk/>
            <pc:sldMk cId="234835632" sldId="449"/>
            <ac:graphicFrameMk id="16" creationId="{3852E155-11A6-3C11-929E-DAABB542F1AC}"/>
          </ac:graphicFrameMkLst>
        </pc:graphicFrameChg>
        <pc:picChg chg="add del mod">
          <ac:chgData name="Camila Buitrago Buitrago" userId="0ce4d9aa-8e9a-49aa-b0f2-d17a32a3775a" providerId="ADAL" clId="{DE868590-9F2C-4B03-9C62-B181C19ADC6C}" dt="2026-06-03T13:34:07.344" v="3292" actId="478"/>
          <ac:picMkLst>
            <pc:docMk/>
            <pc:sldMk cId="234835632" sldId="449"/>
            <ac:picMk id="7" creationId="{557715AD-C4C7-8827-F1AA-D17D0B64C902}"/>
          </ac:picMkLst>
        </pc:picChg>
        <pc:picChg chg="del">
          <ac:chgData name="Camila Buitrago Buitrago" userId="0ce4d9aa-8e9a-49aa-b0f2-d17a32a3775a" providerId="ADAL" clId="{DE868590-9F2C-4B03-9C62-B181C19ADC6C}" dt="2026-06-02T22:11:46.296" v="2872" actId="478"/>
          <ac:picMkLst>
            <pc:docMk/>
            <pc:sldMk cId="234835632" sldId="449"/>
            <ac:picMk id="13" creationId="{8E9B454B-C229-F25E-49E9-D4B26A2373D6}"/>
          </ac:picMkLst>
        </pc:picChg>
        <pc:picChg chg="add mod">
          <ac:chgData name="Camila Buitrago Buitrago" userId="0ce4d9aa-8e9a-49aa-b0f2-d17a32a3775a" providerId="ADAL" clId="{DE868590-9F2C-4B03-9C62-B181C19ADC6C}" dt="2026-06-03T13:34:21.820" v="3297" actId="1076"/>
          <ac:picMkLst>
            <pc:docMk/>
            <pc:sldMk cId="234835632" sldId="449"/>
            <ac:picMk id="13" creationId="{C2FF7963-7E4F-A6F9-EF97-A8E8E4CB0A8C}"/>
          </ac:picMkLst>
        </pc:picChg>
      </pc:sldChg>
      <pc:sldChg chg="add del">
        <pc:chgData name="Camila Buitrago Buitrago" userId="0ce4d9aa-8e9a-49aa-b0f2-d17a32a3775a" providerId="ADAL" clId="{DE868590-9F2C-4B03-9C62-B181C19ADC6C}" dt="2026-06-02T22:11:22.089" v="2816"/>
        <pc:sldMkLst>
          <pc:docMk/>
          <pc:sldMk cId="893686145" sldId="449"/>
        </pc:sldMkLst>
      </pc:sldChg>
      <pc:sldChg chg="addSp delSp modSp add mod">
        <pc:chgData name="Camila Buitrago Buitrago" userId="0ce4d9aa-8e9a-49aa-b0f2-d17a32a3775a" providerId="ADAL" clId="{DE868590-9F2C-4B03-9C62-B181C19ADC6C}" dt="2026-06-03T13:44:20.418" v="3781" actId="14100"/>
        <pc:sldMkLst>
          <pc:docMk/>
          <pc:sldMk cId="3925277338" sldId="450"/>
        </pc:sldMkLst>
        <pc:spChg chg="mod">
          <ac:chgData name="Camila Buitrago Buitrago" userId="0ce4d9aa-8e9a-49aa-b0f2-d17a32a3775a" providerId="ADAL" clId="{DE868590-9F2C-4B03-9C62-B181C19ADC6C}" dt="2026-06-03T13:43:53.709" v="3778" actId="20577"/>
          <ac:spMkLst>
            <pc:docMk/>
            <pc:sldMk cId="3925277338" sldId="450"/>
            <ac:spMk id="3" creationId="{D9349DB5-E9BC-EA91-FEDA-EC5153EBF2C1}"/>
          </ac:spMkLst>
        </pc:spChg>
        <pc:spChg chg="mod">
          <ac:chgData name="Camila Buitrago Buitrago" userId="0ce4d9aa-8e9a-49aa-b0f2-d17a32a3775a" providerId="ADAL" clId="{DE868590-9F2C-4B03-9C62-B181C19ADC6C}" dt="2026-06-03T13:42:41.694" v="3750" actId="20577"/>
          <ac:spMkLst>
            <pc:docMk/>
            <pc:sldMk cId="3925277338" sldId="450"/>
            <ac:spMk id="5" creationId="{14F6CE3A-0EC1-A54F-1F60-96DAB4CE526C}"/>
          </ac:spMkLst>
        </pc:spChg>
        <pc:spChg chg="mod">
          <ac:chgData name="Camila Buitrago Buitrago" userId="0ce4d9aa-8e9a-49aa-b0f2-d17a32a3775a" providerId="ADAL" clId="{DE868590-9F2C-4B03-9C62-B181C19ADC6C}" dt="2026-06-03T13:43:44.273" v="3757" actId="20577"/>
          <ac:spMkLst>
            <pc:docMk/>
            <pc:sldMk cId="3925277338" sldId="450"/>
            <ac:spMk id="12" creationId="{7B1A6D5F-7197-D8F8-2116-437CC1509BDB}"/>
          </ac:spMkLst>
        </pc:spChg>
        <pc:spChg chg="mod">
          <ac:chgData name="Camila Buitrago Buitrago" userId="0ce4d9aa-8e9a-49aa-b0f2-d17a32a3775a" providerId="ADAL" clId="{DE868590-9F2C-4B03-9C62-B181C19ADC6C}" dt="2026-06-03T13:39:26.185" v="3329" actId="14100"/>
          <ac:spMkLst>
            <pc:docMk/>
            <pc:sldMk cId="3925277338" sldId="450"/>
            <ac:spMk id="21" creationId="{096D2AF3-5E91-E5EA-3335-89DAB150AFF4}"/>
          </ac:spMkLst>
        </pc:spChg>
        <pc:graphicFrameChg chg="mod">
          <ac:chgData name="Camila Buitrago Buitrago" userId="0ce4d9aa-8e9a-49aa-b0f2-d17a32a3775a" providerId="ADAL" clId="{DE868590-9F2C-4B03-9C62-B181C19ADC6C}" dt="2026-06-03T13:43:48.761" v="3758" actId="1076"/>
          <ac:graphicFrameMkLst>
            <pc:docMk/>
            <pc:sldMk cId="3925277338" sldId="450"/>
            <ac:graphicFrameMk id="16" creationId="{8E9D256C-477A-6827-0347-77000FE73449}"/>
          </ac:graphicFrameMkLst>
        </pc:graphicFrameChg>
        <pc:picChg chg="add mod">
          <ac:chgData name="Camila Buitrago Buitrago" userId="0ce4d9aa-8e9a-49aa-b0f2-d17a32a3775a" providerId="ADAL" clId="{DE868590-9F2C-4B03-9C62-B181C19ADC6C}" dt="2026-06-03T13:44:20.418" v="3781" actId="14100"/>
          <ac:picMkLst>
            <pc:docMk/>
            <pc:sldMk cId="3925277338" sldId="450"/>
            <ac:picMk id="4" creationId="{6FFE64C2-0209-5CA0-2FAC-1EB5F18C05D7}"/>
          </ac:picMkLst>
        </pc:picChg>
        <pc:picChg chg="del">
          <ac:chgData name="Camila Buitrago Buitrago" userId="0ce4d9aa-8e9a-49aa-b0f2-d17a32a3775a" providerId="ADAL" clId="{DE868590-9F2C-4B03-9C62-B181C19ADC6C}" dt="2026-06-03T13:39:07.954" v="3325" actId="478"/>
          <ac:picMkLst>
            <pc:docMk/>
            <pc:sldMk cId="3925277338" sldId="450"/>
            <ac:picMk id="13" creationId="{925AB862-C0E6-44FD-AA6E-8BAD2A30F666}"/>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explosion val="6"/>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7E14-4E12-AEFB-59EEAEC4A15A}"/>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7E14-4E12-AEFB-59EEAEC4A15A}"/>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7E14-4E12-AEFB-59EEAEC4A15A}"/>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7E14-4E12-AEFB-59EEAEC4A15A}"/>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7E14-4E12-AEFB-59EEAEC4A15A}"/>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manualLayout>
          <c:layoutTarget val="inner"/>
          <c:xMode val="edge"/>
          <c:yMode val="edge"/>
          <c:x val="0.24396045198045871"/>
          <c:y val="0.19908665257241473"/>
          <c:w val="0.60830272451413292"/>
          <c:h val="0.80091334742758524"/>
        </c:manualLayout>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CAF1-4C41-AF7D-CEFF718D5DA9}"/>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CAF1-4C41-AF7D-CEFF718D5DA9}"/>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CAF1-4C41-AF7D-CEFF718D5DA9}"/>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CAF1-4C41-AF7D-CEFF718D5DA9}"/>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CAF1-4C41-AF7D-CEFF718D5DA9}"/>
            </c:ext>
          </c:extLst>
        </c:ser>
        <c:dLbls>
          <c:showLegendKey val="0"/>
          <c:showVal val="0"/>
          <c:showCatName val="0"/>
          <c:showSerName val="0"/>
          <c:showPercent val="0"/>
          <c:showBubbleSize val="0"/>
          <c:showLeaderLines val="1"/>
        </c:dLbls>
        <c:firstSliceAng val="0"/>
        <c:holeSize val="75"/>
      </c:doughnutChart>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manualLayout>
          <c:layoutTarget val="inner"/>
          <c:xMode val="edge"/>
          <c:yMode val="edge"/>
          <c:x val="0.28088675891438292"/>
          <c:y val="5.7918254763935528E-2"/>
          <c:w val="0.63579518979271876"/>
          <c:h val="0.83711092062256975"/>
        </c:manualLayout>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3379-4D40-A7B9-B08530809C1D}"/>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3379-4D40-A7B9-B08530809C1D}"/>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3379-4D40-A7B9-B08530809C1D}"/>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3379-4D40-A7B9-B08530809C1D}"/>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3379-4D40-A7B9-B08530809C1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manualLayout>
          <c:layoutTarget val="inner"/>
          <c:xMode val="edge"/>
          <c:yMode val="edge"/>
          <c:x val="0.20272175406258"/>
          <c:y val="2.7148179896238373E-2"/>
          <c:w val="0.60830272451413292"/>
          <c:h val="0.80091334742758524"/>
        </c:manualLayout>
      </c:layout>
      <c:doughnutChart>
        <c:varyColors val="1"/>
        <c:ser>
          <c:idx val="0"/>
          <c:order val="0"/>
          <c:tx>
            <c:strRef>
              <c:f>Hoja1!$B$1</c:f>
              <c:strCache>
                <c:ptCount val="1"/>
                <c:pt idx="0">
                  <c:v>Ventas</c:v>
                </c:pt>
              </c:strCache>
            </c:strRef>
          </c:tx>
          <c:explosion val="24"/>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3379-4D40-A7B9-B08530809C1D}"/>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3379-4D40-A7B9-B08530809C1D}"/>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3379-4D40-A7B9-B08530809C1D}"/>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3379-4D40-A7B9-B08530809C1D}"/>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3379-4D40-A7B9-B08530809C1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manualLayout>
          <c:layoutTarget val="inner"/>
          <c:xMode val="edge"/>
          <c:yMode val="edge"/>
          <c:x val="3.4013807928329151E-3"/>
          <c:y val="0.19908665257241473"/>
          <c:w val="0.60830272451413292"/>
          <c:h val="0.80091334742758524"/>
        </c:manualLayout>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43BA-4475-9198-2702789E2E79}"/>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43BA-4475-9198-2702789E2E79}"/>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43BA-4475-9198-2702789E2E79}"/>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43BA-4475-9198-2702789E2E79}"/>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95</c:v>
                </c:pt>
                <c:pt idx="1">
                  <c:v>5</c:v>
                </c:pt>
                <c:pt idx="2">
                  <c:v>0</c:v>
                </c:pt>
                <c:pt idx="3">
                  <c:v>0</c:v>
                </c:pt>
              </c:numCache>
            </c:numRef>
          </c:val>
          <c:extLst>
            <c:ext xmlns:c16="http://schemas.microsoft.com/office/drawing/2014/chart" uri="{C3380CC4-5D6E-409C-BE32-E72D297353CC}">
              <c16:uniqueId val="{00000000-5FCA-4CAF-AE44-9DF1ECB0DFB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6C8D-4ABA-809F-DE9F6A9754AD}"/>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6C8D-4ABA-809F-DE9F6A9754AD}"/>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6C8D-4ABA-809F-DE9F6A9754AD}"/>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6C8D-4ABA-809F-DE9F6A9754AD}"/>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6C8D-4ABA-809F-DE9F6A9754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manualLayout>
          <c:layoutTarget val="inner"/>
          <c:xMode val="edge"/>
          <c:yMode val="edge"/>
          <c:x val="9.962500926788323E-2"/>
          <c:y val="9.0493932987461244E-3"/>
          <c:w val="0.60830272451413292"/>
          <c:h val="0.80091334742758524"/>
        </c:manualLayout>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0EE2-41E8-AA45-F0648ACB35DD}"/>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0EE2-41E8-AA45-F0648ACB35DD}"/>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0EE2-41E8-AA45-F0648ACB35DD}"/>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0EE2-41E8-AA45-F0648ACB35DD}"/>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97</c:v>
                </c:pt>
                <c:pt idx="1">
                  <c:v>3</c:v>
                </c:pt>
                <c:pt idx="2">
                  <c:v>0</c:v>
                </c:pt>
                <c:pt idx="3">
                  <c:v>0</c:v>
                </c:pt>
              </c:numCache>
            </c:numRef>
          </c:val>
          <c:extLst>
            <c:ext xmlns:c16="http://schemas.microsoft.com/office/drawing/2014/chart" uri="{C3380CC4-5D6E-409C-BE32-E72D297353CC}">
              <c16:uniqueId val="{00000008-0EE2-41E8-AA45-F0648ACB35D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manualLayout>
          <c:layoutTarget val="inner"/>
          <c:xMode val="edge"/>
          <c:yMode val="edge"/>
          <c:x val="9.962500926788323E-2"/>
          <c:y val="9.0493932987461244E-3"/>
          <c:w val="0.60830272451413292"/>
          <c:h val="0.80091334742758524"/>
        </c:manualLayout>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0EE2-41E8-AA45-F0648ACB35DD}"/>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0EE2-41E8-AA45-F0648ACB35DD}"/>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0EE2-41E8-AA45-F0648ACB35DD}"/>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0EE2-41E8-AA45-F0648ACB35DD}"/>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97</c:v>
                </c:pt>
                <c:pt idx="1">
                  <c:v>3</c:v>
                </c:pt>
                <c:pt idx="2">
                  <c:v>0</c:v>
                </c:pt>
                <c:pt idx="3">
                  <c:v>0</c:v>
                </c:pt>
              </c:numCache>
            </c:numRef>
          </c:val>
          <c:extLst>
            <c:ext xmlns:c16="http://schemas.microsoft.com/office/drawing/2014/chart" uri="{C3380CC4-5D6E-409C-BE32-E72D297353CC}">
              <c16:uniqueId val="{00000008-0EE2-41E8-AA45-F0648ACB35D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manualLayout>
          <c:layoutTarget val="inner"/>
          <c:xMode val="edge"/>
          <c:yMode val="edge"/>
          <c:x val="4.4640078710711621E-2"/>
          <c:y val="0"/>
          <c:w val="0.60830272451413292"/>
          <c:h val="0.80091334742758524"/>
        </c:manualLayout>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0EE2-41E8-AA45-F0648ACB35DD}"/>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0EE2-41E8-AA45-F0648ACB35DD}"/>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0EE2-41E8-AA45-F0648ACB35DD}"/>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0EE2-41E8-AA45-F0648ACB35DD}"/>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97</c:v>
                </c:pt>
                <c:pt idx="1">
                  <c:v>3</c:v>
                </c:pt>
                <c:pt idx="2">
                  <c:v>0</c:v>
                </c:pt>
                <c:pt idx="3">
                  <c:v>0</c:v>
                </c:pt>
              </c:numCache>
            </c:numRef>
          </c:val>
          <c:extLst>
            <c:ext xmlns:c16="http://schemas.microsoft.com/office/drawing/2014/chart" uri="{C3380CC4-5D6E-409C-BE32-E72D297353CC}">
              <c16:uniqueId val="{00000008-0EE2-41E8-AA45-F0648ACB35D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manualLayout>
          <c:layoutTarget val="inner"/>
          <c:xMode val="edge"/>
          <c:yMode val="edge"/>
          <c:x val="5.8386311350004529E-2"/>
          <c:y val="0.19908665257241473"/>
          <c:w val="0.60830272451413292"/>
          <c:h val="0.80091334742758524"/>
        </c:manualLayout>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0EE2-41E8-AA45-F0648ACB35DD}"/>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0EE2-41E8-AA45-F0648ACB35DD}"/>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0EE2-41E8-AA45-F0648ACB35DD}"/>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0EE2-41E8-AA45-F0648ACB35DD}"/>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97</c:v>
                </c:pt>
                <c:pt idx="1">
                  <c:v>3</c:v>
                </c:pt>
                <c:pt idx="2">
                  <c:v>0</c:v>
                </c:pt>
                <c:pt idx="3">
                  <c:v>0</c:v>
                </c:pt>
              </c:numCache>
            </c:numRef>
          </c:val>
          <c:extLst>
            <c:ext xmlns:c16="http://schemas.microsoft.com/office/drawing/2014/chart" uri="{C3380CC4-5D6E-409C-BE32-E72D297353CC}">
              <c16:uniqueId val="{00000008-0EE2-41E8-AA45-F0648ACB35D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manualLayout>
          <c:layoutTarget val="inner"/>
          <c:xMode val="edge"/>
          <c:yMode val="edge"/>
          <c:x val="2.4020729751772271E-2"/>
          <c:y val="0.19908665257241473"/>
          <c:w val="0.60830272451413292"/>
          <c:h val="0.80091334742758524"/>
        </c:manualLayout>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0EE2-41E8-AA45-F0648ACB35DD}"/>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0EE2-41E8-AA45-F0648ACB35DD}"/>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0EE2-41E8-AA45-F0648ACB35DD}"/>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0EE2-41E8-AA45-F0648ACB35DD}"/>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97</c:v>
                </c:pt>
                <c:pt idx="1">
                  <c:v>3</c:v>
                </c:pt>
                <c:pt idx="2">
                  <c:v>0</c:v>
                </c:pt>
                <c:pt idx="3">
                  <c:v>0</c:v>
                </c:pt>
              </c:numCache>
            </c:numRef>
          </c:val>
          <c:extLst>
            <c:ext xmlns:c16="http://schemas.microsoft.com/office/drawing/2014/chart" uri="{C3380CC4-5D6E-409C-BE32-E72D297353CC}">
              <c16:uniqueId val="{00000008-0EE2-41E8-AA45-F0648ACB35D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3.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4.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5.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6.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7.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8.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9.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0.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1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8EFB4B-FD0F-477A-B24D-2809953E74D7}" type="datetimeFigureOut">
              <a:rPr lang="es-CO" smtClean="0"/>
              <a:t>3/06/2026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B85ECE-ACD0-4162-81D4-6AB2045C4D15}" type="slidenum">
              <a:rPr lang="es-CO" smtClean="0"/>
              <a:t>‹Nº›</a:t>
            </a:fld>
            <a:endParaRPr lang="es-CO"/>
          </a:p>
        </p:txBody>
      </p:sp>
    </p:spTree>
    <p:extLst>
      <p:ext uri="{BB962C8B-B14F-4D97-AF65-F5344CB8AC3E}">
        <p14:creationId xmlns:p14="http://schemas.microsoft.com/office/powerpoint/2010/main" val="145346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F9B85ECE-ACD0-4162-81D4-6AB2045C4D15}" type="slidenum">
              <a:rPr lang="es-CO" smtClean="0"/>
              <a:t>4</a:t>
            </a:fld>
            <a:endParaRPr lang="es-CO"/>
          </a:p>
        </p:txBody>
      </p:sp>
    </p:spTree>
    <p:extLst>
      <p:ext uri="{BB962C8B-B14F-4D97-AF65-F5344CB8AC3E}">
        <p14:creationId xmlns:p14="http://schemas.microsoft.com/office/powerpoint/2010/main" val="273011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6E411-40DD-4B0A-5168-3C9C3A92413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30F8C2-23E1-1574-1FCD-ABA82F83587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4C925683-158D-615B-FA74-945C22707493}"/>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647F73A-BD4B-585D-3A54-96BE2B8AF187}"/>
              </a:ext>
            </a:extLst>
          </p:cNvPr>
          <p:cNvSpPr>
            <a:spLocks noGrp="1"/>
          </p:cNvSpPr>
          <p:nvPr>
            <p:ph type="sldNum" sz="quarter" idx="5"/>
          </p:nvPr>
        </p:nvSpPr>
        <p:spPr/>
        <p:txBody>
          <a:bodyPr/>
          <a:lstStyle/>
          <a:p>
            <a:fld id="{F9B85ECE-ACD0-4162-81D4-6AB2045C4D15}" type="slidenum">
              <a:rPr lang="es-CO" smtClean="0"/>
              <a:t>12</a:t>
            </a:fld>
            <a:endParaRPr lang="es-CO"/>
          </a:p>
        </p:txBody>
      </p:sp>
    </p:spTree>
    <p:extLst>
      <p:ext uri="{BB962C8B-B14F-4D97-AF65-F5344CB8AC3E}">
        <p14:creationId xmlns:p14="http://schemas.microsoft.com/office/powerpoint/2010/main" val="4086426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4ACEFA-DFB7-4347-27DB-4FEBFAC750F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F26278C7-C559-E1BC-41BB-FA6D23E21E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2B04513F-67EF-01D5-EB2B-0B1B79024888}"/>
              </a:ext>
            </a:extLst>
          </p:cNvPr>
          <p:cNvSpPr>
            <a:spLocks noGrp="1"/>
          </p:cNvSpPr>
          <p:nvPr>
            <p:ph type="dt" sz="half" idx="10"/>
          </p:nvPr>
        </p:nvSpPr>
        <p:spPr/>
        <p:txBody>
          <a:bodyPr/>
          <a:lstStyle/>
          <a:p>
            <a:fld id="{D48DEB5A-F4D6-4C7F-84CB-78EC876CF29C}" type="datetimeFigureOut">
              <a:rPr lang="es-CO" smtClean="0"/>
              <a:t>3/06/2026</a:t>
            </a:fld>
            <a:endParaRPr lang="es-CO"/>
          </a:p>
        </p:txBody>
      </p:sp>
      <p:sp>
        <p:nvSpPr>
          <p:cNvPr id="5" name="Marcador de pie de página 4">
            <a:extLst>
              <a:ext uri="{FF2B5EF4-FFF2-40B4-BE49-F238E27FC236}">
                <a16:creationId xmlns:a16="http://schemas.microsoft.com/office/drawing/2014/main" id="{37CF3A9C-A675-2083-6266-566B4FC72AE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FBBBCD-5989-C3BC-A034-9B6906894E82}"/>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1573174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6E63BB-83F4-1488-AAFA-3A1BCF50701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CD2ED79-98A3-28A0-647E-9CCFB12D2E5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F4AC606-28FC-48D5-4CDC-ED071E7BC811}"/>
              </a:ext>
            </a:extLst>
          </p:cNvPr>
          <p:cNvSpPr>
            <a:spLocks noGrp="1"/>
          </p:cNvSpPr>
          <p:nvPr>
            <p:ph type="dt" sz="half" idx="10"/>
          </p:nvPr>
        </p:nvSpPr>
        <p:spPr/>
        <p:txBody>
          <a:bodyPr/>
          <a:lstStyle/>
          <a:p>
            <a:fld id="{D48DEB5A-F4D6-4C7F-84CB-78EC876CF29C}" type="datetimeFigureOut">
              <a:rPr lang="es-CO" smtClean="0"/>
              <a:t>3/06/2026</a:t>
            </a:fld>
            <a:endParaRPr lang="es-CO"/>
          </a:p>
        </p:txBody>
      </p:sp>
      <p:sp>
        <p:nvSpPr>
          <p:cNvPr id="5" name="Marcador de pie de página 4">
            <a:extLst>
              <a:ext uri="{FF2B5EF4-FFF2-40B4-BE49-F238E27FC236}">
                <a16:creationId xmlns:a16="http://schemas.microsoft.com/office/drawing/2014/main" id="{83D99D14-0038-1F77-CDED-A08ECD1F9DF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80D1123-6F26-EFEE-1C08-873657955C5F}"/>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217931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0C4743-3797-8EF2-54A6-2940A271285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6DD0B07-F8A5-DC14-18FB-A4E474F55B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3D3B3F7-0121-CE8C-25DB-25F3932DA2B8}"/>
              </a:ext>
            </a:extLst>
          </p:cNvPr>
          <p:cNvSpPr>
            <a:spLocks noGrp="1"/>
          </p:cNvSpPr>
          <p:nvPr>
            <p:ph type="dt" sz="half" idx="10"/>
          </p:nvPr>
        </p:nvSpPr>
        <p:spPr/>
        <p:txBody>
          <a:bodyPr/>
          <a:lstStyle/>
          <a:p>
            <a:fld id="{D48DEB5A-F4D6-4C7F-84CB-78EC876CF29C}" type="datetimeFigureOut">
              <a:rPr lang="es-CO" smtClean="0"/>
              <a:t>3/06/2026</a:t>
            </a:fld>
            <a:endParaRPr lang="es-CO"/>
          </a:p>
        </p:txBody>
      </p:sp>
      <p:sp>
        <p:nvSpPr>
          <p:cNvPr id="5" name="Marcador de pie de página 4">
            <a:extLst>
              <a:ext uri="{FF2B5EF4-FFF2-40B4-BE49-F238E27FC236}">
                <a16:creationId xmlns:a16="http://schemas.microsoft.com/office/drawing/2014/main" id="{239CC36C-6547-E97B-2DA8-798437B143B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45F53F5-61E5-F47F-D5E4-4505C797F100}"/>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638525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BD1600-18E9-3780-C21A-4DA9FF47BE2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1C7A6EC-91D0-3E68-103B-BCF12881A14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86ADF4F3-06DE-6D83-7700-ABB40B2E072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A879D79B-4BD4-6605-4F6D-CCED1A26AD52}"/>
              </a:ext>
            </a:extLst>
          </p:cNvPr>
          <p:cNvSpPr>
            <a:spLocks noGrp="1"/>
          </p:cNvSpPr>
          <p:nvPr>
            <p:ph type="dt" sz="half" idx="10"/>
          </p:nvPr>
        </p:nvSpPr>
        <p:spPr/>
        <p:txBody>
          <a:bodyPr/>
          <a:lstStyle/>
          <a:p>
            <a:fld id="{D48DEB5A-F4D6-4C7F-84CB-78EC876CF29C}" type="datetimeFigureOut">
              <a:rPr lang="es-CO" smtClean="0"/>
              <a:t>3/06/2026</a:t>
            </a:fld>
            <a:endParaRPr lang="es-CO"/>
          </a:p>
        </p:txBody>
      </p:sp>
      <p:sp>
        <p:nvSpPr>
          <p:cNvPr id="6" name="Marcador de pie de página 5">
            <a:extLst>
              <a:ext uri="{FF2B5EF4-FFF2-40B4-BE49-F238E27FC236}">
                <a16:creationId xmlns:a16="http://schemas.microsoft.com/office/drawing/2014/main" id="{919F05AC-CFCE-9BB7-83C0-CFDCABBC896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93BAB0A-EF13-2518-5E13-187FC21C24F6}"/>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231842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35A756-2D08-DC5B-6E75-775C08FF054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C751D1C4-6D1E-11E3-4FFD-2958ADCAA9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60582D3-FA06-662C-CF85-56150FABF66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B574B67F-FAC7-A2FB-B22A-DCF429E934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3BD0DF1-037F-B8E5-6E9C-1C04CFDDE6F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3257F22E-1B69-1ECE-530A-9EF708E88F1A}"/>
              </a:ext>
            </a:extLst>
          </p:cNvPr>
          <p:cNvSpPr>
            <a:spLocks noGrp="1"/>
          </p:cNvSpPr>
          <p:nvPr>
            <p:ph type="dt" sz="half" idx="10"/>
          </p:nvPr>
        </p:nvSpPr>
        <p:spPr/>
        <p:txBody>
          <a:bodyPr/>
          <a:lstStyle/>
          <a:p>
            <a:fld id="{D48DEB5A-F4D6-4C7F-84CB-78EC876CF29C}" type="datetimeFigureOut">
              <a:rPr lang="es-CO" smtClean="0"/>
              <a:t>3/06/2026</a:t>
            </a:fld>
            <a:endParaRPr lang="es-CO"/>
          </a:p>
        </p:txBody>
      </p:sp>
      <p:sp>
        <p:nvSpPr>
          <p:cNvPr id="8" name="Marcador de pie de página 7">
            <a:extLst>
              <a:ext uri="{FF2B5EF4-FFF2-40B4-BE49-F238E27FC236}">
                <a16:creationId xmlns:a16="http://schemas.microsoft.com/office/drawing/2014/main" id="{E534BC52-AA33-0C60-B68D-C8834129E50B}"/>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3B12CC42-039D-0DC9-160A-02378CA41820}"/>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061966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0D7C3D-9DFE-F065-25B5-BCE0679B8A2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D58ADFB9-187B-EA28-D84A-B062DDAE0FFC}"/>
              </a:ext>
            </a:extLst>
          </p:cNvPr>
          <p:cNvSpPr>
            <a:spLocks noGrp="1"/>
          </p:cNvSpPr>
          <p:nvPr>
            <p:ph type="dt" sz="half" idx="10"/>
          </p:nvPr>
        </p:nvSpPr>
        <p:spPr/>
        <p:txBody>
          <a:bodyPr/>
          <a:lstStyle/>
          <a:p>
            <a:fld id="{D48DEB5A-F4D6-4C7F-84CB-78EC876CF29C}" type="datetimeFigureOut">
              <a:rPr lang="es-CO" smtClean="0"/>
              <a:t>3/06/2026</a:t>
            </a:fld>
            <a:endParaRPr lang="es-CO"/>
          </a:p>
        </p:txBody>
      </p:sp>
      <p:sp>
        <p:nvSpPr>
          <p:cNvPr id="4" name="Marcador de pie de página 3">
            <a:extLst>
              <a:ext uri="{FF2B5EF4-FFF2-40B4-BE49-F238E27FC236}">
                <a16:creationId xmlns:a16="http://schemas.microsoft.com/office/drawing/2014/main" id="{3BC3CBF9-B46C-C1BA-C6FF-6C452C4B76E9}"/>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D985F4E5-EEE4-6487-2D09-A044296D5288}"/>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254444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1973A7B-A1E0-F895-72AD-3DE739B54761}"/>
              </a:ext>
            </a:extLst>
          </p:cNvPr>
          <p:cNvSpPr>
            <a:spLocks noGrp="1"/>
          </p:cNvSpPr>
          <p:nvPr>
            <p:ph type="dt" sz="half" idx="10"/>
          </p:nvPr>
        </p:nvSpPr>
        <p:spPr/>
        <p:txBody>
          <a:bodyPr/>
          <a:lstStyle/>
          <a:p>
            <a:fld id="{D48DEB5A-F4D6-4C7F-84CB-78EC876CF29C}" type="datetimeFigureOut">
              <a:rPr lang="es-CO" smtClean="0"/>
              <a:t>3/06/2026</a:t>
            </a:fld>
            <a:endParaRPr lang="es-CO"/>
          </a:p>
        </p:txBody>
      </p:sp>
      <p:sp>
        <p:nvSpPr>
          <p:cNvPr id="3" name="Marcador de pie de página 2">
            <a:extLst>
              <a:ext uri="{FF2B5EF4-FFF2-40B4-BE49-F238E27FC236}">
                <a16:creationId xmlns:a16="http://schemas.microsoft.com/office/drawing/2014/main" id="{F7D86808-12FB-21C8-E274-F1D773624AA5}"/>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F2EC0A6B-95FD-A557-589A-2CE02C159F18}"/>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1666368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9FD864-8826-7329-51E5-9CD1A06378C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EB09ADB9-885E-7E7B-9A2C-874995668B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2B5B5454-5468-6E6C-8853-960D6D4373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BCDDAB4-E7A0-1173-7A43-EA6151884EB7}"/>
              </a:ext>
            </a:extLst>
          </p:cNvPr>
          <p:cNvSpPr>
            <a:spLocks noGrp="1"/>
          </p:cNvSpPr>
          <p:nvPr>
            <p:ph type="dt" sz="half" idx="10"/>
          </p:nvPr>
        </p:nvSpPr>
        <p:spPr/>
        <p:txBody>
          <a:bodyPr/>
          <a:lstStyle/>
          <a:p>
            <a:fld id="{D48DEB5A-F4D6-4C7F-84CB-78EC876CF29C}" type="datetimeFigureOut">
              <a:rPr lang="es-CO" smtClean="0"/>
              <a:t>3/06/2026</a:t>
            </a:fld>
            <a:endParaRPr lang="es-CO"/>
          </a:p>
        </p:txBody>
      </p:sp>
      <p:sp>
        <p:nvSpPr>
          <p:cNvPr id="6" name="Marcador de pie de página 5">
            <a:extLst>
              <a:ext uri="{FF2B5EF4-FFF2-40B4-BE49-F238E27FC236}">
                <a16:creationId xmlns:a16="http://schemas.microsoft.com/office/drawing/2014/main" id="{43CBB48C-4002-A526-C2BB-F2D3D10B19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7941ECB-8AE1-BB38-EF81-4DBD93265A57}"/>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2243884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BDC84-9312-37EC-E4FD-86008977C89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FB17A30E-2F86-5B90-A4B1-3A2B5443D2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2FE092E0-BCB0-9282-7A3F-F1516474D9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EF91D30-F39C-702D-4BFE-EDCE1E6FD221}"/>
              </a:ext>
            </a:extLst>
          </p:cNvPr>
          <p:cNvSpPr>
            <a:spLocks noGrp="1"/>
          </p:cNvSpPr>
          <p:nvPr>
            <p:ph type="dt" sz="half" idx="10"/>
          </p:nvPr>
        </p:nvSpPr>
        <p:spPr/>
        <p:txBody>
          <a:bodyPr/>
          <a:lstStyle/>
          <a:p>
            <a:fld id="{D48DEB5A-F4D6-4C7F-84CB-78EC876CF29C}" type="datetimeFigureOut">
              <a:rPr lang="es-CO" smtClean="0"/>
              <a:t>3/06/2026</a:t>
            </a:fld>
            <a:endParaRPr lang="es-CO"/>
          </a:p>
        </p:txBody>
      </p:sp>
      <p:sp>
        <p:nvSpPr>
          <p:cNvPr id="6" name="Marcador de pie de página 5">
            <a:extLst>
              <a:ext uri="{FF2B5EF4-FFF2-40B4-BE49-F238E27FC236}">
                <a16:creationId xmlns:a16="http://schemas.microsoft.com/office/drawing/2014/main" id="{476B9C29-71E5-A677-6912-359645AE080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F09A72A-CA7D-C2AF-B32B-00B7888F8991}"/>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1685717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404287-89E9-6A06-68B1-B739DFB7BB1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D052327C-4C34-B17F-D025-065373711C5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EFDDE24-D2B2-6945-6223-0FAC668D40BD}"/>
              </a:ext>
            </a:extLst>
          </p:cNvPr>
          <p:cNvSpPr>
            <a:spLocks noGrp="1"/>
          </p:cNvSpPr>
          <p:nvPr>
            <p:ph type="dt" sz="half" idx="10"/>
          </p:nvPr>
        </p:nvSpPr>
        <p:spPr/>
        <p:txBody>
          <a:bodyPr/>
          <a:lstStyle/>
          <a:p>
            <a:fld id="{D48DEB5A-F4D6-4C7F-84CB-78EC876CF29C}" type="datetimeFigureOut">
              <a:rPr lang="es-CO" smtClean="0"/>
              <a:t>3/06/2026</a:t>
            </a:fld>
            <a:endParaRPr lang="es-CO"/>
          </a:p>
        </p:txBody>
      </p:sp>
      <p:sp>
        <p:nvSpPr>
          <p:cNvPr id="5" name="Marcador de pie de página 4">
            <a:extLst>
              <a:ext uri="{FF2B5EF4-FFF2-40B4-BE49-F238E27FC236}">
                <a16:creationId xmlns:a16="http://schemas.microsoft.com/office/drawing/2014/main" id="{DB9A85D8-E75A-716A-5AED-F0F5B7D998C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FDB26EB-3EED-F7C5-D125-13B2BE2AADEE}"/>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143853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C7AFA14-DBF8-5C9D-2DD8-B1BD0E195BB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4847767C-3976-5BB8-F6D7-43B33748062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97DEF89-245A-A6EA-A491-FA68305E2E33}"/>
              </a:ext>
            </a:extLst>
          </p:cNvPr>
          <p:cNvSpPr>
            <a:spLocks noGrp="1"/>
          </p:cNvSpPr>
          <p:nvPr>
            <p:ph type="dt" sz="half" idx="10"/>
          </p:nvPr>
        </p:nvSpPr>
        <p:spPr/>
        <p:txBody>
          <a:bodyPr/>
          <a:lstStyle/>
          <a:p>
            <a:fld id="{D48DEB5A-F4D6-4C7F-84CB-78EC876CF29C}" type="datetimeFigureOut">
              <a:rPr lang="es-CO" smtClean="0"/>
              <a:t>3/06/2026</a:t>
            </a:fld>
            <a:endParaRPr lang="es-CO"/>
          </a:p>
        </p:txBody>
      </p:sp>
      <p:sp>
        <p:nvSpPr>
          <p:cNvPr id="5" name="Marcador de pie de página 4">
            <a:extLst>
              <a:ext uri="{FF2B5EF4-FFF2-40B4-BE49-F238E27FC236}">
                <a16:creationId xmlns:a16="http://schemas.microsoft.com/office/drawing/2014/main" id="{979CBE9C-176F-8B7D-AA5C-7B3531262DC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36B3040-EFBC-2E04-2044-696B004B77B9}"/>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205511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C7BE2EC-586A-DD9E-C280-FB23A33047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594821B-7E1E-5B88-0C2C-4C14E87C37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C861983-7AB0-F5B7-4A23-3E7917DA42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8DEB5A-F4D6-4C7F-84CB-78EC876CF29C}" type="datetimeFigureOut">
              <a:rPr lang="es-CO" smtClean="0"/>
              <a:t>3/06/2026</a:t>
            </a:fld>
            <a:endParaRPr lang="es-CO"/>
          </a:p>
        </p:txBody>
      </p:sp>
      <p:sp>
        <p:nvSpPr>
          <p:cNvPr id="5" name="Marcador de pie de página 4">
            <a:extLst>
              <a:ext uri="{FF2B5EF4-FFF2-40B4-BE49-F238E27FC236}">
                <a16:creationId xmlns:a16="http://schemas.microsoft.com/office/drawing/2014/main" id="{E5F6E65D-85D1-8556-46A3-C09F891979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87145D03-B164-5562-C207-79E7B5F74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0D60A8-E10A-460D-94B0-2857B8FB3E8C}" type="slidenum">
              <a:rPr lang="es-CO" smtClean="0"/>
              <a:t>‹Nº›</a:t>
            </a:fld>
            <a:endParaRPr lang="es-CO"/>
          </a:p>
        </p:txBody>
      </p:sp>
    </p:spTree>
    <p:extLst>
      <p:ext uri="{BB962C8B-B14F-4D97-AF65-F5344CB8AC3E}">
        <p14:creationId xmlns:p14="http://schemas.microsoft.com/office/powerpoint/2010/main" val="2105466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image" Target="../media/image5.emf"/></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emf"/><Relationship Id="rId5" Type="http://schemas.openxmlformats.org/officeDocument/2006/relationships/chart" Target="../charts/char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drive.google.com/file/d/1D_d3zZVP0HjIg_r9FuHzk3CQiUTP1leV/view?usp=sharing"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emf"/><Relationship Id="rId5" Type="http://schemas.openxmlformats.org/officeDocument/2006/relationships/chart" Target="../charts/char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hyperlink" Target="https://drive.google.com/file/d/1-k_iYHs27SP3Pyan0JRgHUezBlo6CFTi/view?usp=sharing"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1.emf"/><Relationship Id="rId5" Type="http://schemas.openxmlformats.org/officeDocument/2006/relationships/chart" Target="../charts/char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s://drive.google.com/file/d/1q4znj-sZYga0AGFWHBAxPFPfPNRB6Drl/view?usp=sharing" TargetMode="External"/><Relationship Id="rId5" Type="http://schemas.openxmlformats.org/officeDocument/2006/relationships/image" Target="../media/image12.emf"/><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3" Type="http://schemas.openxmlformats.org/officeDocument/2006/relationships/hyperlink" Target="https://drive.google.com/file/d/1c79rCJlQAVGf_z2Yf1UjzhYW3Wi0XXt7/view?usp=sharing"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drive.google.com/file/d/1ionukm8SW-5XhkhNes0tc-1J0JZppf_T/view?usp=sharin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3.emf"/></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5.emf"/><Relationship Id="rId4" Type="http://schemas.openxmlformats.org/officeDocument/2006/relationships/image" Target="../media/image14.emf"/></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emf"/><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6.emf"/><Relationship Id="rId5" Type="http://schemas.openxmlformats.org/officeDocument/2006/relationships/image" Target="../media/image4.png"/><Relationship Id="rId4" Type="http://schemas.openxmlformats.org/officeDocument/2006/relationships/chart" Target="../charts/chart5.xml"/></Relationships>
</file>

<file path=ppt/slides/_rels/slide13.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8.emf"/><Relationship Id="rId4" Type="http://schemas.openxmlformats.org/officeDocument/2006/relationships/hyperlink" Target="https://drive.google.com/file/d/1aiQ47vrWogHk6OjlzXHaht0fZ3H_v69z/view?usp=sharing" TargetMode="External"/></Relationships>
</file>

<file path=ppt/slides/_rels/slide14.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9.emf"/><Relationship Id="rId4" Type="http://schemas.openxmlformats.org/officeDocument/2006/relationships/hyperlink" Target="https://drive.google.com/file/d/1xrt4EMFWTlariN8O2b5CJs8i1oCnUinT/view?usp=sharing" TargetMode="External"/></Relationships>
</file>

<file path=ppt/slides/_rels/slide1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0.emf"/><Relationship Id="rId4" Type="http://schemas.openxmlformats.org/officeDocument/2006/relationships/hyperlink" Target="https://drive.google.com/file/d/1rzkIOTN5F-zLHupQnKRqaxzJUHDZkmYx/view?usp=sharing" TargetMode="External"/></Relationships>
</file>

<file path=ppt/slides/_rels/slide16.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1.emf"/><Relationship Id="rId4" Type="http://schemas.openxmlformats.org/officeDocument/2006/relationships/hyperlink" Target="https://drive.google.com/file/d/1He589fBQvxkbbuME3taddoSL6Mmqjnc7/view?usp=sharing" TargetMode="External"/></Relationships>
</file>

<file path=ppt/slides/_rels/slide17.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2.emf"/><Relationship Id="rId4" Type="http://schemas.openxmlformats.org/officeDocument/2006/relationships/hyperlink" Target="https://drive.google.com/file/d/1uHOn068uEo5bc8Vkr8_xKvoF2BlUtZis/view?usp=sharing" TargetMode="External"/></Relationships>
</file>

<file path=ppt/slides/_rels/slide18.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3.emf"/><Relationship Id="rId4" Type="http://schemas.openxmlformats.org/officeDocument/2006/relationships/hyperlink" Target="https://drive.google.com/file/d/1v6cWztMDTPzIzRmSPZ5-Uvd5iUlXJ5c2/view?usp=sharing"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drive.google.com/file/d/1CqfCrK-V3z7UEvLvWiKUuNIVZUNHi8Kt/view?usp=sharing"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FA317-B3C6-544A-9CEC-25C659152B70}"/>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3812C31D-3CC5-AE6F-6DC6-DC2AB7DB08B7}"/>
              </a:ext>
            </a:extLst>
          </p:cNvPr>
          <p:cNvSpPr/>
          <p:nvPr/>
        </p:nvSpPr>
        <p:spPr>
          <a:xfrm>
            <a:off x="0" y="0"/>
            <a:ext cx="3047999"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descr="Icono&#10;&#10;Descripción generada automáticamente">
            <a:extLst>
              <a:ext uri="{FF2B5EF4-FFF2-40B4-BE49-F238E27FC236}">
                <a16:creationId xmlns:a16="http://schemas.microsoft.com/office/drawing/2014/main" id="{D12CA50E-0C11-3EB7-AA8E-DD7D2EFB3F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097" y="1512616"/>
            <a:ext cx="2560659" cy="485171"/>
          </a:xfrm>
          <a:prstGeom prst="rect">
            <a:avLst/>
          </a:prstGeom>
        </p:spPr>
      </p:pic>
      <p:pic>
        <p:nvPicPr>
          <p:cNvPr id="15" name="Imagen 14" descr="Un perro sentado en el suelo&#10;&#10;El contenido generado por IA puede ser incorrecto.">
            <a:extLst>
              <a:ext uri="{FF2B5EF4-FFF2-40B4-BE49-F238E27FC236}">
                <a16:creationId xmlns:a16="http://schemas.microsoft.com/office/drawing/2014/main" id="{D74108FF-D162-4798-6724-54AB54E7D3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0"/>
            <a:ext cx="9144000" cy="6858000"/>
          </a:xfrm>
          <a:prstGeom prst="rect">
            <a:avLst/>
          </a:prstGeom>
        </p:spPr>
      </p:pic>
      <p:sp>
        <p:nvSpPr>
          <p:cNvPr id="16" name="CuadroTexto 15">
            <a:extLst>
              <a:ext uri="{FF2B5EF4-FFF2-40B4-BE49-F238E27FC236}">
                <a16:creationId xmlns:a16="http://schemas.microsoft.com/office/drawing/2014/main" id="{7B31CB7F-F65F-251B-F642-C7D40861EB8B}"/>
              </a:ext>
            </a:extLst>
          </p:cNvPr>
          <p:cNvSpPr txBox="1"/>
          <p:nvPr/>
        </p:nvSpPr>
        <p:spPr>
          <a:xfrm>
            <a:off x="125833" y="2828835"/>
            <a:ext cx="2796331" cy="1200329"/>
          </a:xfrm>
          <a:prstGeom prst="rect">
            <a:avLst/>
          </a:prstGeom>
          <a:noFill/>
        </p:spPr>
        <p:txBody>
          <a:bodyPr wrap="square">
            <a:spAutoFit/>
          </a:bodyPr>
          <a:lstStyle/>
          <a:p>
            <a:pPr algn="ctr"/>
            <a:r>
              <a:rPr lang="es-MX" sz="2400" b="1" dirty="0">
                <a:solidFill>
                  <a:schemeClr val="bg1"/>
                </a:solidFill>
                <a:latin typeface="ui-sans-serif"/>
              </a:rPr>
              <a:t>INFORME MENSUAL </a:t>
            </a:r>
          </a:p>
          <a:p>
            <a:pPr algn="ctr"/>
            <a:r>
              <a:rPr lang="es-MX" sz="2400" b="1" dirty="0">
                <a:solidFill>
                  <a:schemeClr val="bg1"/>
                </a:solidFill>
                <a:latin typeface="ui-sans-serif"/>
              </a:rPr>
              <a:t>AUDITORIA </a:t>
            </a:r>
          </a:p>
          <a:p>
            <a:pPr algn="ctr"/>
            <a:r>
              <a:rPr lang="es-MX" sz="2400" b="1" dirty="0">
                <a:solidFill>
                  <a:schemeClr val="bg1"/>
                </a:solidFill>
                <a:latin typeface="ui-sans-serif"/>
              </a:rPr>
              <a:t>- Mayo 2026 - </a:t>
            </a:r>
            <a:endParaRPr lang="es-CO" sz="2400" b="1" dirty="0">
              <a:solidFill>
                <a:schemeClr val="bg1"/>
              </a:solidFill>
            </a:endParaRPr>
          </a:p>
        </p:txBody>
      </p:sp>
    </p:spTree>
    <p:extLst>
      <p:ext uri="{BB962C8B-B14F-4D97-AF65-F5344CB8AC3E}">
        <p14:creationId xmlns:p14="http://schemas.microsoft.com/office/powerpoint/2010/main" val="3626027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0E282-9F63-9DF6-BA90-42CB173E7610}"/>
            </a:ext>
          </a:extLst>
        </p:cNvPr>
        <p:cNvGrpSpPr/>
        <p:nvPr/>
      </p:nvGrpSpPr>
      <p:grpSpPr>
        <a:xfrm>
          <a:off x="0" y="0"/>
          <a:ext cx="0" cy="0"/>
          <a:chOff x="0" y="0"/>
          <a:chExt cx="0" cy="0"/>
        </a:xfrm>
      </p:grpSpPr>
      <p:sp>
        <p:nvSpPr>
          <p:cNvPr id="19" name="CuadroTexto 18">
            <a:extLst>
              <a:ext uri="{FF2B5EF4-FFF2-40B4-BE49-F238E27FC236}">
                <a16:creationId xmlns:a16="http://schemas.microsoft.com/office/drawing/2014/main" id="{916EE9CB-71E5-9AFE-8E7A-1A74FD75F23B}"/>
              </a:ext>
            </a:extLst>
          </p:cNvPr>
          <p:cNvSpPr txBox="1"/>
          <p:nvPr/>
        </p:nvSpPr>
        <p:spPr>
          <a:xfrm>
            <a:off x="2787898" y="1016734"/>
            <a:ext cx="8495665" cy="492443"/>
          </a:xfrm>
          <a:prstGeom prst="rect">
            <a:avLst/>
          </a:prstGeom>
          <a:noFill/>
        </p:spPr>
        <p:txBody>
          <a:bodyPr wrap="square" rtlCol="0">
            <a:spAutoFit/>
          </a:bodyPr>
          <a:lstStyle/>
          <a:p>
            <a:r>
              <a:rPr lang="es-MX" sz="1300" dirty="0"/>
              <a:t>La auditoria de forma critica evaluó KPIS específicos de la gestión a través de una encuesta, en la cual cada pregunta fue clusterizada y punteada de la siguiente manera:</a:t>
            </a:r>
            <a:endParaRPr lang="es-CO" sz="1300" dirty="0"/>
          </a:p>
        </p:txBody>
      </p:sp>
      <p:cxnSp>
        <p:nvCxnSpPr>
          <p:cNvPr id="20" name="Conector recto 19">
            <a:extLst>
              <a:ext uri="{FF2B5EF4-FFF2-40B4-BE49-F238E27FC236}">
                <a16:creationId xmlns:a16="http://schemas.microsoft.com/office/drawing/2014/main" id="{D3A27C6F-099B-23E2-0FBF-C940DFCE3880}"/>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FBD11828-949C-D2F6-7826-69821A46DC57}"/>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26" name="CuadroTexto 25">
            <a:extLst>
              <a:ext uri="{FF2B5EF4-FFF2-40B4-BE49-F238E27FC236}">
                <a16:creationId xmlns:a16="http://schemas.microsoft.com/office/drawing/2014/main" id="{1D4B4EC2-2B82-9176-5626-2B64202C2BEA}"/>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AUDITORIA - PURINA</a:t>
            </a:r>
          </a:p>
          <a:p>
            <a:r>
              <a:rPr lang="es-MX" sz="1600" dirty="0"/>
              <a:t>Mayo</a:t>
            </a:r>
            <a:endParaRPr lang="es-CO" sz="1600" dirty="0"/>
          </a:p>
        </p:txBody>
      </p:sp>
      <p:sp>
        <p:nvSpPr>
          <p:cNvPr id="15" name="CuadroTexto 14">
            <a:extLst>
              <a:ext uri="{FF2B5EF4-FFF2-40B4-BE49-F238E27FC236}">
                <a16:creationId xmlns:a16="http://schemas.microsoft.com/office/drawing/2014/main" id="{155A1899-F51E-9451-B8A7-0A68A2BA8466}"/>
              </a:ext>
            </a:extLst>
          </p:cNvPr>
          <p:cNvSpPr txBox="1"/>
          <p:nvPr/>
        </p:nvSpPr>
        <p:spPr>
          <a:xfrm>
            <a:off x="2877350" y="2703016"/>
            <a:ext cx="8757396" cy="4154984"/>
          </a:xfrm>
          <a:prstGeom prst="rect">
            <a:avLst/>
          </a:prstGeom>
          <a:noFill/>
        </p:spPr>
        <p:txBody>
          <a:bodyPr wrap="square" rtlCol="0">
            <a:spAutoFit/>
          </a:bodyPr>
          <a:lstStyle/>
          <a:p>
            <a:pPr algn="just"/>
            <a:r>
              <a:rPr lang="es-MX" sz="1200" b="1" dirty="0">
                <a:solidFill>
                  <a:srgbClr val="C00000"/>
                </a:solidFill>
              </a:rPr>
              <a:t>Descripción por  Clúster evaluado</a:t>
            </a:r>
            <a:r>
              <a:rPr lang="es-MX" sz="1200" dirty="0">
                <a:solidFill>
                  <a:srgbClr val="C00000"/>
                </a:solidFill>
              </a:rPr>
              <a:t>:</a:t>
            </a:r>
          </a:p>
          <a:p>
            <a:pPr algn="just"/>
            <a:endParaRPr lang="es-MX" sz="1200" dirty="0">
              <a:solidFill>
                <a:srgbClr val="C00000"/>
              </a:solidFill>
            </a:endParaRPr>
          </a:p>
          <a:p>
            <a:pPr algn="just"/>
            <a:r>
              <a:rPr lang="es-ES" sz="1200" b="1" dirty="0"/>
              <a:t>ACTIVIDADES DEL MES: </a:t>
            </a:r>
            <a:r>
              <a:rPr lang="es-ES" sz="1200" dirty="0"/>
              <a:t>Implementación de las actividades de acuerdo al canal:</a:t>
            </a:r>
          </a:p>
          <a:p>
            <a:pPr marL="171450" indent="-171450" algn="just">
              <a:buFont typeface="Arial" panose="020B0604020202020204" pitchFamily="34" charset="0"/>
              <a:buChar char="•"/>
            </a:pPr>
            <a:r>
              <a:rPr lang="es-ES" sz="1200" b="1" dirty="0"/>
              <a:t>Moderno: </a:t>
            </a:r>
            <a:r>
              <a:rPr lang="es-ES" sz="1200" dirty="0"/>
              <a:t>Tiene implementado el material POP correspondiente a las promociones que aplican en el PDV. Se evidencian actividades de plan pega en el punto de venta. Cuenta con material POP de la </a:t>
            </a:r>
            <a:r>
              <a:rPr lang="es-ES" sz="1200" dirty="0" err="1"/>
              <a:t>promo</a:t>
            </a:r>
            <a:r>
              <a:rPr lang="es-ES" sz="1200" dirty="0"/>
              <a:t> corporativa y tiene implementadas las exhibiciones negociadas en el PDV.</a:t>
            </a:r>
          </a:p>
          <a:p>
            <a:pPr marL="171450" indent="-171450" algn="just">
              <a:buFont typeface="Arial" panose="020B0604020202020204" pitchFamily="34" charset="0"/>
              <a:buChar char="•"/>
            </a:pPr>
            <a:r>
              <a:rPr lang="es-ES" sz="1200" b="1" dirty="0"/>
              <a:t>Especializado: </a:t>
            </a:r>
            <a:r>
              <a:rPr lang="es-ES" sz="1200" dirty="0"/>
              <a:t>Se encuentran las innovaciones (renovación de </a:t>
            </a:r>
            <a:r>
              <a:rPr lang="es-ES" sz="1200" dirty="0" err="1"/>
              <a:t>pouches</a:t>
            </a:r>
            <a:r>
              <a:rPr lang="es-ES" sz="1200" dirty="0"/>
              <a:t> Pro Plan, Feliz triple </a:t>
            </a:r>
            <a:r>
              <a:rPr lang="es-ES" sz="1200" dirty="0" err="1"/>
              <a:t>delicious</a:t>
            </a:r>
            <a:r>
              <a:rPr lang="es-ES" sz="1200" dirty="0"/>
              <a:t> y </a:t>
            </a:r>
            <a:r>
              <a:rPr lang="es-ES" sz="1200" dirty="0" err="1"/>
              <a:t>megamix</a:t>
            </a:r>
            <a:r>
              <a:rPr lang="es-ES" sz="1200" dirty="0"/>
              <a:t>, Dog Chow </a:t>
            </a:r>
            <a:r>
              <a:rPr lang="es-ES" sz="1200" dirty="0" err="1"/>
              <a:t>pouches</a:t>
            </a:r>
            <a:r>
              <a:rPr lang="es-ES" sz="1200" dirty="0"/>
              <a:t> de alta proteína y </a:t>
            </a:r>
            <a:r>
              <a:rPr lang="es-ES" sz="1200" dirty="0" err="1"/>
              <a:t>multiproteína</a:t>
            </a:r>
            <a:r>
              <a:rPr lang="es-ES" sz="1200" dirty="0"/>
              <a:t>). Se evidencia en el lineal las referencias de 1,5 en PU y ADU de la marca Excellent. Se encuentra la nueva referencia de Excellent esterilizado de 1K y la referencia de Pro Plan WET de salmón y urinario. Adicionalmente, el punto maneja la categoría de snack y se valida presencia.</a:t>
            </a:r>
          </a:p>
          <a:p>
            <a:pPr marL="171450" indent="-171450" algn="just">
              <a:buFont typeface="Arial" panose="020B0604020202020204" pitchFamily="34" charset="0"/>
              <a:buChar char="•"/>
            </a:pPr>
            <a:r>
              <a:rPr lang="es-ES" sz="1200" b="1" dirty="0"/>
              <a:t>Tradicional: </a:t>
            </a:r>
            <a:r>
              <a:rPr lang="es-ES" sz="1200" dirty="0"/>
              <a:t>Conoce el precio de la paquetería (Dog Chow 350g / 475g y Cat Chow 200g). Se evidencia conocimiento de las innovaciones de alta proteína en paquetería y disponibilidad en PDV, así como de las innovaciones en ristras WET y nutrición reforzada de WET, validando su presencia en el punto de venta.</a:t>
            </a:r>
            <a:endParaRPr lang="es-MX" sz="1200" dirty="0"/>
          </a:p>
          <a:p>
            <a:pPr algn="just"/>
            <a:r>
              <a:rPr lang="es-MX" sz="1200" b="1" dirty="0"/>
              <a:t>EJECUCION DEL PDV:  </a:t>
            </a:r>
            <a:r>
              <a:rPr lang="es-MX" sz="1200" dirty="0"/>
              <a:t>Limpieza del pdv, Precio y surtido de productos, Infaltables, ayuda ventas, conocimiento en surtidos, estrategia de exhibición para las marcas Mainstrain (Alpo y Gatsy) de Purina , % de participación que tiene en el punto de venta.</a:t>
            </a:r>
          </a:p>
          <a:p>
            <a:pPr algn="just"/>
            <a:endParaRPr lang="es-MX" sz="1200" dirty="0"/>
          </a:p>
          <a:p>
            <a:pPr algn="just"/>
            <a:r>
              <a:rPr lang="es-MX" sz="1200" b="1" dirty="0"/>
              <a:t>HORARIO: </a:t>
            </a:r>
            <a:r>
              <a:rPr lang="es-MX" sz="1200" dirty="0"/>
              <a:t>El asesor debe estar presente en pdv en los turnos compartidos por malla horaria. </a:t>
            </a:r>
          </a:p>
          <a:p>
            <a:pPr algn="just"/>
            <a:endParaRPr lang="es-MX" sz="1200" dirty="0"/>
          </a:p>
          <a:p>
            <a:pPr algn="just"/>
            <a:r>
              <a:rPr lang="es-MX" sz="1200" b="1" dirty="0"/>
              <a:t>UNIFORME: </a:t>
            </a:r>
          </a:p>
          <a:p>
            <a:pPr marL="628650" lvl="1" indent="-171450" algn="just">
              <a:buFont typeface="Arial" panose="020B0604020202020204" pitchFamily="34" charset="0"/>
              <a:buChar char="•"/>
            </a:pPr>
            <a:r>
              <a:rPr lang="es-MX" sz="1200" dirty="0"/>
              <a:t>Cumple con el código de vestimenta, limpios y en buen estado: Pantalón, Camisa, calzado.</a:t>
            </a:r>
          </a:p>
          <a:p>
            <a:pPr marL="628650" lvl="1" indent="-171450" algn="just">
              <a:buFont typeface="Arial" panose="020B0604020202020204" pitchFamily="34" charset="0"/>
              <a:buChar char="•"/>
            </a:pPr>
            <a:r>
              <a:rPr lang="es-MX" sz="1200" dirty="0"/>
              <a:t>Cabello limpio, organizado y recogido.</a:t>
            </a:r>
          </a:p>
          <a:p>
            <a:pPr marL="628650" lvl="1" indent="-171450" algn="just">
              <a:buFont typeface="Arial" panose="020B0604020202020204" pitchFamily="34" charset="0"/>
              <a:buChar char="•"/>
            </a:pPr>
            <a:r>
              <a:rPr lang="es-MX" sz="1200" dirty="0"/>
              <a:t>No exceso de maquillaje, accesorios no propios del uniforme, tatuajes, piercings, uñas desarregladas</a:t>
            </a:r>
          </a:p>
        </p:txBody>
      </p:sp>
      <p:pic>
        <p:nvPicPr>
          <p:cNvPr id="17" name="Imagen 16">
            <a:extLst>
              <a:ext uri="{FF2B5EF4-FFF2-40B4-BE49-F238E27FC236}">
                <a16:creationId xmlns:a16="http://schemas.microsoft.com/office/drawing/2014/main" id="{49D9442A-C892-F626-09BD-F1584A659371}"/>
              </a:ext>
            </a:extLst>
          </p:cNvPr>
          <p:cNvPicPr>
            <a:picLocks noChangeAspect="1"/>
          </p:cNvPicPr>
          <p:nvPr/>
        </p:nvPicPr>
        <p:blipFill>
          <a:blip r:embed="rId2"/>
          <a:stretch>
            <a:fillRect/>
          </a:stretch>
        </p:blipFill>
        <p:spPr>
          <a:xfrm>
            <a:off x="6096000" y="1487325"/>
            <a:ext cx="3227614" cy="1239404"/>
          </a:xfrm>
          <a:prstGeom prst="rect">
            <a:avLst/>
          </a:prstGeom>
        </p:spPr>
      </p:pic>
      <p:sp>
        <p:nvSpPr>
          <p:cNvPr id="3" name="Rectángulo 2">
            <a:extLst>
              <a:ext uri="{FF2B5EF4-FFF2-40B4-BE49-F238E27FC236}">
                <a16:creationId xmlns:a16="http://schemas.microsoft.com/office/drawing/2014/main" id="{36FB5FE9-B5FF-430C-70DD-1A98F0726A7D}"/>
              </a:ext>
            </a:extLst>
          </p:cNvPr>
          <p:cNvSpPr/>
          <p:nvPr/>
        </p:nvSpPr>
        <p:spPr>
          <a:xfrm>
            <a:off x="-3817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descr="Icono&#10;&#10;Descripción generada automáticamente">
            <a:extLst>
              <a:ext uri="{FF2B5EF4-FFF2-40B4-BE49-F238E27FC236}">
                <a16:creationId xmlns:a16="http://schemas.microsoft.com/office/drawing/2014/main" id="{1C9301DA-7D65-61FA-00C5-DCF2DF3F76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pic>
        <p:nvPicPr>
          <p:cNvPr id="6" name="Imagen 5">
            <a:extLst>
              <a:ext uri="{FF2B5EF4-FFF2-40B4-BE49-F238E27FC236}">
                <a16:creationId xmlns:a16="http://schemas.microsoft.com/office/drawing/2014/main" id="{024F262B-A3D1-E975-4AE9-A13AE1529318}"/>
              </a:ext>
            </a:extLst>
          </p:cNvPr>
          <p:cNvPicPr>
            <a:picLocks noChangeAspect="1"/>
          </p:cNvPicPr>
          <p:nvPr/>
        </p:nvPicPr>
        <p:blipFill>
          <a:blip r:embed="rId4">
            <a:biLevel thresh="75000"/>
          </a:blip>
          <a:stretch>
            <a:fillRect/>
          </a:stretch>
        </p:blipFill>
        <p:spPr>
          <a:xfrm>
            <a:off x="374071" y="3207195"/>
            <a:ext cx="463336" cy="463336"/>
          </a:xfrm>
          <a:prstGeom prst="rect">
            <a:avLst/>
          </a:prstGeom>
        </p:spPr>
      </p:pic>
      <p:sp>
        <p:nvSpPr>
          <p:cNvPr id="8" name="CuadroTexto 7">
            <a:extLst>
              <a:ext uri="{FF2B5EF4-FFF2-40B4-BE49-F238E27FC236}">
                <a16:creationId xmlns:a16="http://schemas.microsoft.com/office/drawing/2014/main" id="{3E7339F9-75FA-3788-907E-F9E8AD0C0471}"/>
              </a:ext>
            </a:extLst>
          </p:cNvPr>
          <p:cNvSpPr txBox="1"/>
          <p:nvPr/>
        </p:nvSpPr>
        <p:spPr>
          <a:xfrm>
            <a:off x="862224" y="3188067"/>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Cali</a:t>
            </a:r>
            <a:endParaRPr lang="es-CO" sz="1600" b="1" dirty="0">
              <a:solidFill>
                <a:schemeClr val="bg1"/>
              </a:solidFill>
            </a:endParaRPr>
          </a:p>
        </p:txBody>
      </p:sp>
      <p:sp>
        <p:nvSpPr>
          <p:cNvPr id="16" name="CuadroTexto 15">
            <a:extLst>
              <a:ext uri="{FF2B5EF4-FFF2-40B4-BE49-F238E27FC236}">
                <a16:creationId xmlns:a16="http://schemas.microsoft.com/office/drawing/2014/main" id="{BCBAF28B-4381-CD77-9109-915F46BB08BF}"/>
              </a:ext>
            </a:extLst>
          </p:cNvPr>
          <p:cNvSpPr txBox="1"/>
          <p:nvPr/>
        </p:nvSpPr>
        <p:spPr>
          <a:xfrm>
            <a:off x="862224" y="2270371"/>
            <a:ext cx="1613504" cy="584775"/>
          </a:xfrm>
          <a:prstGeom prst="rect">
            <a:avLst/>
          </a:prstGeom>
          <a:noFill/>
        </p:spPr>
        <p:txBody>
          <a:bodyPr wrap="square" rtlCol="0">
            <a:spAutoFit/>
          </a:bodyPr>
          <a:lstStyle/>
          <a:p>
            <a:r>
              <a:rPr lang="es-MX" sz="1600" dirty="0">
                <a:solidFill>
                  <a:schemeClr val="bg1"/>
                </a:solidFill>
              </a:rPr>
              <a:t>2 pdv evaluado</a:t>
            </a:r>
          </a:p>
          <a:p>
            <a:r>
              <a:rPr lang="es-MX" sz="1600" b="1" dirty="0">
                <a:solidFill>
                  <a:schemeClr val="bg1"/>
                </a:solidFill>
              </a:rPr>
              <a:t>Bogotá</a:t>
            </a:r>
            <a:endParaRPr lang="es-CO" sz="1600" b="1" dirty="0">
              <a:solidFill>
                <a:schemeClr val="bg1"/>
              </a:solidFill>
            </a:endParaRPr>
          </a:p>
        </p:txBody>
      </p:sp>
      <p:pic>
        <p:nvPicPr>
          <p:cNvPr id="18" name="Imagen 17">
            <a:extLst>
              <a:ext uri="{FF2B5EF4-FFF2-40B4-BE49-F238E27FC236}">
                <a16:creationId xmlns:a16="http://schemas.microsoft.com/office/drawing/2014/main" id="{87FE0B76-7830-BB16-89A4-2E7C21EFA578}"/>
              </a:ext>
            </a:extLst>
          </p:cNvPr>
          <p:cNvPicPr>
            <a:picLocks noChangeAspect="1"/>
          </p:cNvPicPr>
          <p:nvPr/>
        </p:nvPicPr>
        <p:blipFill>
          <a:blip r:embed="rId4">
            <a:biLevel thresh="75000"/>
          </a:blip>
          <a:stretch>
            <a:fillRect/>
          </a:stretch>
        </p:blipFill>
        <p:spPr>
          <a:xfrm>
            <a:off x="398888" y="2322712"/>
            <a:ext cx="463336" cy="463336"/>
          </a:xfrm>
          <a:prstGeom prst="rect">
            <a:avLst/>
          </a:prstGeom>
        </p:spPr>
      </p:pic>
      <p:pic>
        <p:nvPicPr>
          <p:cNvPr id="24" name="Imagen 23">
            <a:extLst>
              <a:ext uri="{FF2B5EF4-FFF2-40B4-BE49-F238E27FC236}">
                <a16:creationId xmlns:a16="http://schemas.microsoft.com/office/drawing/2014/main" id="{8F4BE0E8-4C86-8B69-84A8-6CA58B6C966A}"/>
              </a:ext>
            </a:extLst>
          </p:cNvPr>
          <p:cNvPicPr>
            <a:picLocks noChangeAspect="1"/>
          </p:cNvPicPr>
          <p:nvPr/>
        </p:nvPicPr>
        <p:blipFill>
          <a:blip r:embed="rId4">
            <a:biLevel thresh="75000"/>
          </a:blip>
          <a:stretch>
            <a:fillRect/>
          </a:stretch>
        </p:blipFill>
        <p:spPr>
          <a:xfrm>
            <a:off x="374071" y="4117085"/>
            <a:ext cx="463336" cy="463336"/>
          </a:xfrm>
          <a:prstGeom prst="rect">
            <a:avLst/>
          </a:prstGeom>
        </p:spPr>
      </p:pic>
      <p:sp>
        <p:nvSpPr>
          <p:cNvPr id="25" name="CuadroTexto 24">
            <a:extLst>
              <a:ext uri="{FF2B5EF4-FFF2-40B4-BE49-F238E27FC236}">
                <a16:creationId xmlns:a16="http://schemas.microsoft.com/office/drawing/2014/main" id="{897E9EAB-B351-D02D-23DD-CF9BBD6E16A7}"/>
              </a:ext>
            </a:extLst>
          </p:cNvPr>
          <p:cNvSpPr txBox="1"/>
          <p:nvPr/>
        </p:nvSpPr>
        <p:spPr>
          <a:xfrm>
            <a:off x="862224" y="4097957"/>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Barranquilla</a:t>
            </a:r>
            <a:endParaRPr lang="es-CO" sz="1600" b="1" dirty="0">
              <a:solidFill>
                <a:schemeClr val="bg1"/>
              </a:solidFill>
            </a:endParaRPr>
          </a:p>
        </p:txBody>
      </p:sp>
      <p:sp>
        <p:nvSpPr>
          <p:cNvPr id="2" name="CuadroTexto 1">
            <a:extLst>
              <a:ext uri="{FF2B5EF4-FFF2-40B4-BE49-F238E27FC236}">
                <a16:creationId xmlns:a16="http://schemas.microsoft.com/office/drawing/2014/main" id="{C53822FF-5AE5-3479-5496-71BD4E39B1B4}"/>
              </a:ext>
            </a:extLst>
          </p:cNvPr>
          <p:cNvSpPr txBox="1"/>
          <p:nvPr/>
        </p:nvSpPr>
        <p:spPr>
          <a:xfrm>
            <a:off x="837407" y="5185590"/>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Pereira</a:t>
            </a:r>
            <a:endParaRPr lang="es-CO" sz="1600" b="1" dirty="0">
              <a:solidFill>
                <a:schemeClr val="bg1"/>
              </a:solidFill>
            </a:endParaRPr>
          </a:p>
        </p:txBody>
      </p:sp>
      <p:pic>
        <p:nvPicPr>
          <p:cNvPr id="4" name="Imagen 3">
            <a:extLst>
              <a:ext uri="{FF2B5EF4-FFF2-40B4-BE49-F238E27FC236}">
                <a16:creationId xmlns:a16="http://schemas.microsoft.com/office/drawing/2014/main" id="{CFCC023D-6E4F-EF90-1355-DDBABA09151C}"/>
              </a:ext>
            </a:extLst>
          </p:cNvPr>
          <p:cNvPicPr>
            <a:picLocks noChangeAspect="1"/>
          </p:cNvPicPr>
          <p:nvPr/>
        </p:nvPicPr>
        <p:blipFill>
          <a:blip r:embed="rId4">
            <a:biLevel thresh="75000"/>
          </a:blip>
          <a:stretch>
            <a:fillRect/>
          </a:stretch>
        </p:blipFill>
        <p:spPr>
          <a:xfrm>
            <a:off x="321895" y="5181731"/>
            <a:ext cx="463336" cy="463336"/>
          </a:xfrm>
          <a:prstGeom prst="rect">
            <a:avLst/>
          </a:prstGeom>
        </p:spPr>
      </p:pic>
    </p:spTree>
    <p:extLst>
      <p:ext uri="{BB962C8B-B14F-4D97-AF65-F5344CB8AC3E}">
        <p14:creationId xmlns:p14="http://schemas.microsoft.com/office/powerpoint/2010/main" val="1081019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148BC7B-FA01-522B-AFFE-4B9D33C4532B}"/>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CA0D3349-9D68-E2A3-5D11-A671C433FF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20" name="Conector recto 19">
            <a:extLst>
              <a:ext uri="{FF2B5EF4-FFF2-40B4-BE49-F238E27FC236}">
                <a16:creationId xmlns:a16="http://schemas.microsoft.com/office/drawing/2014/main" id="{5F0D9E00-62B8-F581-08CE-1657F389A062}"/>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C8923BB3-648E-8035-B4BA-B1B176CC9BA6}"/>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3" name="CuadroTexto 2">
            <a:extLst>
              <a:ext uri="{FF2B5EF4-FFF2-40B4-BE49-F238E27FC236}">
                <a16:creationId xmlns:a16="http://schemas.microsoft.com/office/drawing/2014/main" id="{5517A915-85AE-5FA2-8B73-8C6D4927CC78}"/>
              </a:ext>
            </a:extLst>
          </p:cNvPr>
          <p:cNvSpPr txBox="1"/>
          <p:nvPr/>
        </p:nvSpPr>
        <p:spPr>
          <a:xfrm>
            <a:off x="2877350" y="1328821"/>
            <a:ext cx="8652072" cy="492443"/>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s-MX" sz="1300" dirty="0"/>
              <a:t>Del panel propuesto de 5 PDV, se logran visitar 4 pdv con 3 auditorias efectivas.  </a:t>
            </a:r>
          </a:p>
          <a:p>
            <a:pPr marL="285750" indent="-285750">
              <a:buFont typeface="Arial" panose="020B0604020202020204" pitchFamily="34" charset="0"/>
              <a:buChar char="•"/>
            </a:pPr>
            <a:r>
              <a:rPr lang="es-MX" sz="1300" dirty="0"/>
              <a:t>Detalle de la ejecucion por ciudad de acuerdo con los objetivos propuestos:</a:t>
            </a:r>
          </a:p>
        </p:txBody>
      </p:sp>
      <p:sp>
        <p:nvSpPr>
          <p:cNvPr id="44" name="CuadroTexto 43">
            <a:extLst>
              <a:ext uri="{FF2B5EF4-FFF2-40B4-BE49-F238E27FC236}">
                <a16:creationId xmlns:a16="http://schemas.microsoft.com/office/drawing/2014/main" id="{CBFD5C63-9190-FCFB-F015-5ECE2AE5FF00}"/>
              </a:ext>
            </a:extLst>
          </p:cNvPr>
          <p:cNvSpPr txBox="1"/>
          <p:nvPr/>
        </p:nvSpPr>
        <p:spPr>
          <a:xfrm>
            <a:off x="2955553" y="5738711"/>
            <a:ext cx="8495665" cy="307777"/>
          </a:xfrm>
          <a:prstGeom prst="rect">
            <a:avLst/>
          </a:prstGeom>
          <a:noFill/>
        </p:spPr>
        <p:txBody>
          <a:bodyPr wrap="square" rtlCol="0">
            <a:spAutoFit/>
          </a:bodyPr>
          <a:lstStyle/>
          <a:p>
            <a:r>
              <a:rPr lang="es-MX" sz="1400" b="1" dirty="0"/>
              <a:t>Detalle PDV sin cobertura:</a:t>
            </a:r>
            <a:endParaRPr lang="es-MX" sz="1400" dirty="0"/>
          </a:p>
        </p:txBody>
      </p:sp>
      <p:sp>
        <p:nvSpPr>
          <p:cNvPr id="11" name="CuadroTexto 10">
            <a:extLst>
              <a:ext uri="{FF2B5EF4-FFF2-40B4-BE49-F238E27FC236}">
                <a16:creationId xmlns:a16="http://schemas.microsoft.com/office/drawing/2014/main" id="{8BA27AD2-FF10-D704-B2E0-9BCAC1184AF8}"/>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AUDITORIA - PURINA</a:t>
            </a:r>
          </a:p>
          <a:p>
            <a:r>
              <a:rPr lang="es-MX" sz="1600" dirty="0"/>
              <a:t>Mayo</a:t>
            </a:r>
            <a:endParaRPr lang="es-CO" sz="1600" dirty="0"/>
          </a:p>
        </p:txBody>
      </p:sp>
      <p:pic>
        <p:nvPicPr>
          <p:cNvPr id="22" name="Imagen 21">
            <a:extLst>
              <a:ext uri="{FF2B5EF4-FFF2-40B4-BE49-F238E27FC236}">
                <a16:creationId xmlns:a16="http://schemas.microsoft.com/office/drawing/2014/main" id="{DB50671F-D68C-70ED-E4CE-F39D1F22282D}"/>
              </a:ext>
            </a:extLst>
          </p:cNvPr>
          <p:cNvPicPr>
            <a:picLocks noChangeAspect="1"/>
          </p:cNvPicPr>
          <p:nvPr/>
        </p:nvPicPr>
        <p:blipFill>
          <a:blip r:embed="rId3">
            <a:biLevel thresh="75000"/>
          </a:blip>
          <a:stretch>
            <a:fillRect/>
          </a:stretch>
        </p:blipFill>
        <p:spPr>
          <a:xfrm>
            <a:off x="374071" y="3207195"/>
            <a:ext cx="463336" cy="463336"/>
          </a:xfrm>
          <a:prstGeom prst="rect">
            <a:avLst/>
          </a:prstGeom>
        </p:spPr>
      </p:pic>
      <p:pic>
        <p:nvPicPr>
          <p:cNvPr id="25" name="Imagen 24">
            <a:extLst>
              <a:ext uri="{FF2B5EF4-FFF2-40B4-BE49-F238E27FC236}">
                <a16:creationId xmlns:a16="http://schemas.microsoft.com/office/drawing/2014/main" id="{E2261168-6CA0-29A5-4239-B697211CEA95}"/>
              </a:ext>
            </a:extLst>
          </p:cNvPr>
          <p:cNvPicPr>
            <a:picLocks noChangeAspect="1"/>
          </p:cNvPicPr>
          <p:nvPr/>
        </p:nvPicPr>
        <p:blipFill>
          <a:blip r:embed="rId3">
            <a:biLevel thresh="75000"/>
          </a:blip>
          <a:stretch>
            <a:fillRect/>
          </a:stretch>
        </p:blipFill>
        <p:spPr>
          <a:xfrm>
            <a:off x="398888" y="2322712"/>
            <a:ext cx="463336" cy="463336"/>
          </a:xfrm>
          <a:prstGeom prst="rect">
            <a:avLst/>
          </a:prstGeom>
        </p:spPr>
      </p:pic>
      <p:pic>
        <p:nvPicPr>
          <p:cNvPr id="27" name="Imagen 26">
            <a:extLst>
              <a:ext uri="{FF2B5EF4-FFF2-40B4-BE49-F238E27FC236}">
                <a16:creationId xmlns:a16="http://schemas.microsoft.com/office/drawing/2014/main" id="{3FA7D9D6-B13F-4821-03D4-EB922814E095}"/>
              </a:ext>
            </a:extLst>
          </p:cNvPr>
          <p:cNvPicPr>
            <a:picLocks noChangeAspect="1"/>
          </p:cNvPicPr>
          <p:nvPr/>
        </p:nvPicPr>
        <p:blipFill>
          <a:blip r:embed="rId3">
            <a:biLevel thresh="75000"/>
          </a:blip>
          <a:stretch>
            <a:fillRect/>
          </a:stretch>
        </p:blipFill>
        <p:spPr>
          <a:xfrm>
            <a:off x="374071" y="4117085"/>
            <a:ext cx="463336" cy="463336"/>
          </a:xfrm>
          <a:prstGeom prst="rect">
            <a:avLst/>
          </a:prstGeom>
        </p:spPr>
      </p:pic>
      <p:pic>
        <p:nvPicPr>
          <p:cNvPr id="6" name="Imagen 5">
            <a:extLst>
              <a:ext uri="{FF2B5EF4-FFF2-40B4-BE49-F238E27FC236}">
                <a16:creationId xmlns:a16="http://schemas.microsoft.com/office/drawing/2014/main" id="{02615545-6AF3-C039-9FAB-D9E1252E7F47}"/>
              </a:ext>
            </a:extLst>
          </p:cNvPr>
          <p:cNvPicPr>
            <a:picLocks noChangeAspect="1"/>
          </p:cNvPicPr>
          <p:nvPr/>
        </p:nvPicPr>
        <p:blipFill>
          <a:blip r:embed="rId4"/>
          <a:stretch>
            <a:fillRect/>
          </a:stretch>
        </p:blipFill>
        <p:spPr>
          <a:xfrm>
            <a:off x="3050279" y="2057400"/>
            <a:ext cx="8432800" cy="1371600"/>
          </a:xfrm>
          <a:prstGeom prst="rect">
            <a:avLst/>
          </a:prstGeom>
        </p:spPr>
      </p:pic>
      <p:sp>
        <p:nvSpPr>
          <p:cNvPr id="13" name="CuadroTexto 12">
            <a:extLst>
              <a:ext uri="{FF2B5EF4-FFF2-40B4-BE49-F238E27FC236}">
                <a16:creationId xmlns:a16="http://schemas.microsoft.com/office/drawing/2014/main" id="{34A81ABB-D111-F86E-5E89-C0323F5CABC1}"/>
              </a:ext>
            </a:extLst>
          </p:cNvPr>
          <p:cNvSpPr txBox="1"/>
          <p:nvPr/>
        </p:nvSpPr>
        <p:spPr>
          <a:xfrm>
            <a:off x="862224" y="3188067"/>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Cali</a:t>
            </a:r>
            <a:endParaRPr lang="es-CO" sz="1600" b="1" dirty="0">
              <a:solidFill>
                <a:schemeClr val="bg1"/>
              </a:solidFill>
            </a:endParaRPr>
          </a:p>
        </p:txBody>
      </p:sp>
      <p:sp>
        <p:nvSpPr>
          <p:cNvPr id="14" name="CuadroTexto 13">
            <a:extLst>
              <a:ext uri="{FF2B5EF4-FFF2-40B4-BE49-F238E27FC236}">
                <a16:creationId xmlns:a16="http://schemas.microsoft.com/office/drawing/2014/main" id="{D6B314C5-3992-21B2-4EBF-0E516F2D2031}"/>
              </a:ext>
            </a:extLst>
          </p:cNvPr>
          <p:cNvSpPr txBox="1"/>
          <p:nvPr/>
        </p:nvSpPr>
        <p:spPr>
          <a:xfrm>
            <a:off x="862224" y="2270371"/>
            <a:ext cx="1613504" cy="584775"/>
          </a:xfrm>
          <a:prstGeom prst="rect">
            <a:avLst/>
          </a:prstGeom>
          <a:noFill/>
        </p:spPr>
        <p:txBody>
          <a:bodyPr wrap="square" rtlCol="0">
            <a:spAutoFit/>
          </a:bodyPr>
          <a:lstStyle/>
          <a:p>
            <a:r>
              <a:rPr lang="es-MX" sz="1600" dirty="0">
                <a:solidFill>
                  <a:schemeClr val="bg1"/>
                </a:solidFill>
              </a:rPr>
              <a:t>2 pdv evaluado</a:t>
            </a:r>
          </a:p>
          <a:p>
            <a:r>
              <a:rPr lang="es-MX" sz="1600" b="1" dirty="0">
                <a:solidFill>
                  <a:schemeClr val="bg1"/>
                </a:solidFill>
              </a:rPr>
              <a:t>Bogotá</a:t>
            </a:r>
            <a:endParaRPr lang="es-CO" sz="1600" b="1" dirty="0">
              <a:solidFill>
                <a:schemeClr val="bg1"/>
              </a:solidFill>
            </a:endParaRPr>
          </a:p>
        </p:txBody>
      </p:sp>
      <p:sp>
        <p:nvSpPr>
          <p:cNvPr id="15" name="CuadroTexto 14">
            <a:extLst>
              <a:ext uri="{FF2B5EF4-FFF2-40B4-BE49-F238E27FC236}">
                <a16:creationId xmlns:a16="http://schemas.microsoft.com/office/drawing/2014/main" id="{0D28435E-A8DD-E05A-B154-9057F2C8A516}"/>
              </a:ext>
            </a:extLst>
          </p:cNvPr>
          <p:cNvSpPr txBox="1"/>
          <p:nvPr/>
        </p:nvSpPr>
        <p:spPr>
          <a:xfrm>
            <a:off x="862224" y="4097957"/>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Barranquilla</a:t>
            </a:r>
            <a:endParaRPr lang="es-CO" sz="1600" b="1" dirty="0">
              <a:solidFill>
                <a:schemeClr val="bg1"/>
              </a:solidFill>
            </a:endParaRPr>
          </a:p>
        </p:txBody>
      </p:sp>
      <p:sp>
        <p:nvSpPr>
          <p:cNvPr id="17" name="CuadroTexto 16">
            <a:extLst>
              <a:ext uri="{FF2B5EF4-FFF2-40B4-BE49-F238E27FC236}">
                <a16:creationId xmlns:a16="http://schemas.microsoft.com/office/drawing/2014/main" id="{26C6129F-0314-45E7-20B6-ABCDC78528F2}"/>
              </a:ext>
            </a:extLst>
          </p:cNvPr>
          <p:cNvSpPr txBox="1"/>
          <p:nvPr/>
        </p:nvSpPr>
        <p:spPr>
          <a:xfrm>
            <a:off x="837407" y="5185590"/>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Pereira</a:t>
            </a:r>
            <a:endParaRPr lang="es-CO" sz="1600" b="1" dirty="0">
              <a:solidFill>
                <a:schemeClr val="bg1"/>
              </a:solidFill>
            </a:endParaRPr>
          </a:p>
        </p:txBody>
      </p:sp>
      <p:pic>
        <p:nvPicPr>
          <p:cNvPr id="18" name="Imagen 17">
            <a:extLst>
              <a:ext uri="{FF2B5EF4-FFF2-40B4-BE49-F238E27FC236}">
                <a16:creationId xmlns:a16="http://schemas.microsoft.com/office/drawing/2014/main" id="{DF79CE41-3040-5CC9-0F27-0E653CBD40F4}"/>
              </a:ext>
            </a:extLst>
          </p:cNvPr>
          <p:cNvPicPr>
            <a:picLocks noChangeAspect="1"/>
          </p:cNvPicPr>
          <p:nvPr/>
        </p:nvPicPr>
        <p:blipFill>
          <a:blip r:embed="rId3">
            <a:biLevel thresh="75000"/>
          </a:blip>
          <a:stretch>
            <a:fillRect/>
          </a:stretch>
        </p:blipFill>
        <p:spPr>
          <a:xfrm>
            <a:off x="374071" y="5181731"/>
            <a:ext cx="463336" cy="463336"/>
          </a:xfrm>
          <a:prstGeom prst="rect">
            <a:avLst/>
          </a:prstGeom>
        </p:spPr>
      </p:pic>
      <p:pic>
        <p:nvPicPr>
          <p:cNvPr id="5" name="Imagen 4">
            <a:extLst>
              <a:ext uri="{FF2B5EF4-FFF2-40B4-BE49-F238E27FC236}">
                <a16:creationId xmlns:a16="http://schemas.microsoft.com/office/drawing/2014/main" id="{3DA440CA-59A6-65B1-AE9D-186BA3D2EFFE}"/>
              </a:ext>
            </a:extLst>
          </p:cNvPr>
          <p:cNvPicPr>
            <a:picLocks noChangeAspect="1"/>
          </p:cNvPicPr>
          <p:nvPr/>
        </p:nvPicPr>
        <p:blipFill>
          <a:blip r:embed="rId5"/>
          <a:srcRect b="24595"/>
          <a:stretch>
            <a:fillRect/>
          </a:stretch>
        </p:blipFill>
        <p:spPr>
          <a:xfrm>
            <a:off x="2990334" y="4097957"/>
            <a:ext cx="7734300" cy="1589690"/>
          </a:xfrm>
          <a:prstGeom prst="rect">
            <a:avLst/>
          </a:prstGeom>
        </p:spPr>
      </p:pic>
      <p:sp>
        <p:nvSpPr>
          <p:cNvPr id="12" name="CuadroTexto 11">
            <a:extLst>
              <a:ext uri="{FF2B5EF4-FFF2-40B4-BE49-F238E27FC236}">
                <a16:creationId xmlns:a16="http://schemas.microsoft.com/office/drawing/2014/main" id="{58AEFCE8-0358-9632-BA54-6155679693FD}"/>
              </a:ext>
            </a:extLst>
          </p:cNvPr>
          <p:cNvSpPr txBox="1"/>
          <p:nvPr/>
        </p:nvSpPr>
        <p:spPr>
          <a:xfrm>
            <a:off x="2938646" y="3739116"/>
            <a:ext cx="8495665" cy="307777"/>
          </a:xfrm>
          <a:prstGeom prst="rect">
            <a:avLst/>
          </a:prstGeom>
          <a:noFill/>
        </p:spPr>
        <p:txBody>
          <a:bodyPr wrap="square" rtlCol="0">
            <a:spAutoFit/>
          </a:bodyPr>
          <a:lstStyle/>
          <a:p>
            <a:r>
              <a:rPr lang="es-MX" sz="1400" b="1" dirty="0"/>
              <a:t>Detalle PDV con cobertura, </a:t>
            </a:r>
            <a:r>
              <a:rPr lang="es-MX" sz="1400" b="1" dirty="0">
                <a:solidFill>
                  <a:srgbClr val="FF0000"/>
                </a:solidFill>
              </a:rPr>
              <a:t>SIN AUDITORIA EFECTIVA</a:t>
            </a:r>
            <a:r>
              <a:rPr lang="es-MX" sz="1400" dirty="0"/>
              <a:t>: </a:t>
            </a:r>
          </a:p>
        </p:txBody>
      </p:sp>
      <p:pic>
        <p:nvPicPr>
          <p:cNvPr id="19" name="Imagen 18">
            <a:extLst>
              <a:ext uri="{FF2B5EF4-FFF2-40B4-BE49-F238E27FC236}">
                <a16:creationId xmlns:a16="http://schemas.microsoft.com/office/drawing/2014/main" id="{694D9BC5-3DBB-C69A-79CF-19BDB9F8F792}"/>
              </a:ext>
            </a:extLst>
          </p:cNvPr>
          <p:cNvPicPr>
            <a:picLocks noChangeAspect="1"/>
          </p:cNvPicPr>
          <p:nvPr/>
        </p:nvPicPr>
        <p:blipFill>
          <a:blip r:embed="rId6"/>
          <a:stretch>
            <a:fillRect/>
          </a:stretch>
        </p:blipFill>
        <p:spPr>
          <a:xfrm>
            <a:off x="2990334" y="6044139"/>
            <a:ext cx="7734300" cy="749300"/>
          </a:xfrm>
          <a:prstGeom prst="rect">
            <a:avLst/>
          </a:prstGeom>
        </p:spPr>
      </p:pic>
    </p:spTree>
    <p:extLst>
      <p:ext uri="{BB962C8B-B14F-4D97-AF65-F5344CB8AC3E}">
        <p14:creationId xmlns:p14="http://schemas.microsoft.com/office/powerpoint/2010/main" val="3879780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3374E-B733-B0F9-1088-1EB4EA9223A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8BDE0322-30DB-9007-ED46-C39CBD8D1A59}"/>
              </a:ext>
            </a:extLst>
          </p:cNvPr>
          <p:cNvSpPr/>
          <p:nvPr/>
        </p:nvSpPr>
        <p:spPr>
          <a:xfrm>
            <a:off x="-3382"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1F8664AF-1E86-C238-78AC-FD7CDD600C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sp>
        <p:nvSpPr>
          <p:cNvPr id="19" name="CuadroTexto 18">
            <a:extLst>
              <a:ext uri="{FF2B5EF4-FFF2-40B4-BE49-F238E27FC236}">
                <a16:creationId xmlns:a16="http://schemas.microsoft.com/office/drawing/2014/main" id="{DC45A2B3-CBE7-6AF2-715B-B91866D1BE66}"/>
              </a:ext>
            </a:extLst>
          </p:cNvPr>
          <p:cNvSpPr txBox="1"/>
          <p:nvPr/>
        </p:nvSpPr>
        <p:spPr>
          <a:xfrm>
            <a:off x="2902157" y="843199"/>
            <a:ext cx="8572533" cy="584775"/>
          </a:xfrm>
          <a:prstGeom prst="rect">
            <a:avLst/>
          </a:prstGeom>
          <a:noFill/>
        </p:spPr>
        <p:txBody>
          <a:bodyPr wrap="square" lIns="91440" tIns="45720" rIns="91440" bIns="45720" rtlCol="0" anchor="t">
            <a:spAutoFit/>
          </a:bodyPr>
          <a:lstStyle/>
          <a:p>
            <a:r>
              <a:rPr lang="es-MX" sz="1600" dirty="0"/>
              <a:t>Evaluando los pdv se obtiene un resultado del Mystery de un 100% frente a los KPIS propuestos de gestión. </a:t>
            </a:r>
          </a:p>
        </p:txBody>
      </p:sp>
      <p:cxnSp>
        <p:nvCxnSpPr>
          <p:cNvPr id="9" name="Conector recto 8">
            <a:extLst>
              <a:ext uri="{FF2B5EF4-FFF2-40B4-BE49-F238E27FC236}">
                <a16:creationId xmlns:a16="http://schemas.microsoft.com/office/drawing/2014/main" id="{889F43F9-A8D1-2800-F11E-55D722EFFAFC}"/>
              </a:ext>
            </a:extLst>
          </p:cNvPr>
          <p:cNvCxnSpPr>
            <a:cxnSpLocks/>
          </p:cNvCxnSpPr>
          <p:nvPr/>
        </p:nvCxnSpPr>
        <p:spPr>
          <a:xfrm>
            <a:off x="2877350" y="66927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Rectángulo: esquinas redondeadas 9">
            <a:extLst>
              <a:ext uri="{FF2B5EF4-FFF2-40B4-BE49-F238E27FC236}">
                <a16:creationId xmlns:a16="http://schemas.microsoft.com/office/drawing/2014/main" id="{FC92EF89-8EA7-2F37-9EBE-23952BEC36F9}"/>
              </a:ext>
            </a:extLst>
          </p:cNvPr>
          <p:cNvSpPr/>
          <p:nvPr/>
        </p:nvSpPr>
        <p:spPr>
          <a:xfrm>
            <a:off x="9531626" y="486320"/>
            <a:ext cx="2335696"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RESULTADOS OBTENIDOS</a:t>
            </a:r>
            <a:endParaRPr lang="es-CO" sz="1400" b="1" dirty="0"/>
          </a:p>
        </p:txBody>
      </p:sp>
      <p:sp>
        <p:nvSpPr>
          <p:cNvPr id="34" name="CuadroTexto 33">
            <a:extLst>
              <a:ext uri="{FF2B5EF4-FFF2-40B4-BE49-F238E27FC236}">
                <a16:creationId xmlns:a16="http://schemas.microsoft.com/office/drawing/2014/main" id="{F7E81395-129E-34AB-56A2-C2BF691746BB}"/>
              </a:ext>
            </a:extLst>
          </p:cNvPr>
          <p:cNvSpPr txBox="1"/>
          <p:nvPr/>
        </p:nvSpPr>
        <p:spPr>
          <a:xfrm>
            <a:off x="148165" y="4798389"/>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sp>
        <p:nvSpPr>
          <p:cNvPr id="12" name="CuadroTexto 11">
            <a:extLst>
              <a:ext uri="{FF2B5EF4-FFF2-40B4-BE49-F238E27FC236}">
                <a16:creationId xmlns:a16="http://schemas.microsoft.com/office/drawing/2014/main" id="{A56C0D7C-16C6-2D3B-B087-A36CC226F911}"/>
              </a:ext>
            </a:extLst>
          </p:cNvPr>
          <p:cNvSpPr txBox="1"/>
          <p:nvPr/>
        </p:nvSpPr>
        <p:spPr>
          <a:xfrm>
            <a:off x="2946880" y="66181"/>
            <a:ext cx="4288100" cy="615553"/>
          </a:xfrm>
          <a:prstGeom prst="rect">
            <a:avLst/>
          </a:prstGeom>
          <a:noFill/>
        </p:spPr>
        <p:txBody>
          <a:bodyPr wrap="square" lIns="91440" tIns="45720" rIns="91440" bIns="45720" rtlCol="0" anchor="t">
            <a:spAutoFit/>
          </a:bodyPr>
          <a:lstStyle/>
          <a:p>
            <a:r>
              <a:rPr lang="es-MX" b="1" dirty="0"/>
              <a:t>AUDITORIA - PURINA</a:t>
            </a:r>
          </a:p>
          <a:p>
            <a:r>
              <a:rPr lang="es-MX" sz="1600" dirty="0"/>
              <a:t>Mayo</a:t>
            </a:r>
            <a:endParaRPr lang="es-CO" sz="1600" dirty="0"/>
          </a:p>
        </p:txBody>
      </p:sp>
      <p:pic>
        <p:nvPicPr>
          <p:cNvPr id="23" name="Imagen 22">
            <a:extLst>
              <a:ext uri="{FF2B5EF4-FFF2-40B4-BE49-F238E27FC236}">
                <a16:creationId xmlns:a16="http://schemas.microsoft.com/office/drawing/2014/main" id="{2C3FC970-57AB-4FD0-65DF-59A134742285}"/>
              </a:ext>
            </a:extLst>
          </p:cNvPr>
          <p:cNvPicPr>
            <a:picLocks noChangeAspect="1"/>
          </p:cNvPicPr>
          <p:nvPr/>
        </p:nvPicPr>
        <p:blipFill>
          <a:blip r:embed="rId4">
            <a:biLevel thresh="75000"/>
          </a:blip>
          <a:stretch>
            <a:fillRect/>
          </a:stretch>
        </p:blipFill>
        <p:spPr>
          <a:xfrm>
            <a:off x="260169" y="3046364"/>
            <a:ext cx="463336" cy="463336"/>
          </a:xfrm>
          <a:prstGeom prst="rect">
            <a:avLst/>
          </a:prstGeom>
        </p:spPr>
      </p:pic>
      <p:pic>
        <p:nvPicPr>
          <p:cNvPr id="28" name="Imagen 27">
            <a:extLst>
              <a:ext uri="{FF2B5EF4-FFF2-40B4-BE49-F238E27FC236}">
                <a16:creationId xmlns:a16="http://schemas.microsoft.com/office/drawing/2014/main" id="{8C50A4FE-0CF4-4D0A-FF80-1478B67A80C6}"/>
              </a:ext>
            </a:extLst>
          </p:cNvPr>
          <p:cNvPicPr>
            <a:picLocks noChangeAspect="1"/>
          </p:cNvPicPr>
          <p:nvPr/>
        </p:nvPicPr>
        <p:blipFill>
          <a:blip r:embed="rId4">
            <a:biLevel thresh="75000"/>
          </a:blip>
          <a:stretch>
            <a:fillRect/>
          </a:stretch>
        </p:blipFill>
        <p:spPr>
          <a:xfrm>
            <a:off x="304325" y="4117280"/>
            <a:ext cx="463336" cy="463336"/>
          </a:xfrm>
          <a:prstGeom prst="rect">
            <a:avLst/>
          </a:prstGeom>
        </p:spPr>
      </p:pic>
      <p:sp>
        <p:nvSpPr>
          <p:cNvPr id="6" name="CuadroTexto 5">
            <a:extLst>
              <a:ext uri="{FF2B5EF4-FFF2-40B4-BE49-F238E27FC236}">
                <a16:creationId xmlns:a16="http://schemas.microsoft.com/office/drawing/2014/main" id="{1B33E685-CB0A-3924-CB71-EF4AB275B73D}"/>
              </a:ext>
            </a:extLst>
          </p:cNvPr>
          <p:cNvSpPr txBox="1"/>
          <p:nvPr/>
        </p:nvSpPr>
        <p:spPr>
          <a:xfrm>
            <a:off x="837407" y="5628140"/>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100%</a:t>
            </a:r>
            <a:endParaRPr lang="es-CO" sz="2000" b="1" dirty="0">
              <a:solidFill>
                <a:schemeClr val="bg1"/>
              </a:solidFill>
              <a:latin typeface="Franklin Gothic Demi"/>
            </a:endParaRPr>
          </a:p>
        </p:txBody>
      </p:sp>
      <p:graphicFrame>
        <p:nvGraphicFramePr>
          <p:cNvPr id="7" name="Gráfico 6">
            <a:extLst>
              <a:ext uri="{FF2B5EF4-FFF2-40B4-BE49-F238E27FC236}">
                <a16:creationId xmlns:a16="http://schemas.microsoft.com/office/drawing/2014/main" id="{8E940711-7320-EC9B-E285-9B038A984E0A}"/>
              </a:ext>
            </a:extLst>
          </p:cNvPr>
          <p:cNvGraphicFramePr/>
          <p:nvPr>
            <p:extLst>
              <p:ext uri="{D42A27DB-BD31-4B8C-83A1-F6EECF244321}">
                <p14:modId xmlns:p14="http://schemas.microsoft.com/office/powerpoint/2010/main" val="1234696767"/>
              </p:ext>
            </p:extLst>
          </p:nvPr>
        </p:nvGraphicFramePr>
        <p:xfrm>
          <a:off x="374071" y="5126490"/>
          <a:ext cx="1847779" cy="1403409"/>
        </p:xfrm>
        <a:graphic>
          <a:graphicData uri="http://schemas.openxmlformats.org/drawingml/2006/chart">
            <c:chart xmlns:c="http://schemas.openxmlformats.org/drawingml/2006/chart" xmlns:r="http://schemas.openxmlformats.org/officeDocument/2006/relationships" r:id="rId5"/>
          </a:graphicData>
        </a:graphic>
      </p:graphicFrame>
      <p:pic>
        <p:nvPicPr>
          <p:cNvPr id="22" name="Imagen 21">
            <a:extLst>
              <a:ext uri="{FF2B5EF4-FFF2-40B4-BE49-F238E27FC236}">
                <a16:creationId xmlns:a16="http://schemas.microsoft.com/office/drawing/2014/main" id="{28C01613-0401-DDB9-E6E1-1BDE16E3C0A5}"/>
              </a:ext>
            </a:extLst>
          </p:cNvPr>
          <p:cNvPicPr>
            <a:picLocks noChangeAspect="1"/>
          </p:cNvPicPr>
          <p:nvPr/>
        </p:nvPicPr>
        <p:blipFill>
          <a:blip r:embed="rId4">
            <a:biLevel thresh="75000"/>
          </a:blip>
          <a:stretch>
            <a:fillRect/>
          </a:stretch>
        </p:blipFill>
        <p:spPr>
          <a:xfrm>
            <a:off x="339753" y="1315950"/>
            <a:ext cx="463336" cy="463336"/>
          </a:xfrm>
          <a:prstGeom prst="rect">
            <a:avLst/>
          </a:prstGeom>
        </p:spPr>
      </p:pic>
      <p:pic>
        <p:nvPicPr>
          <p:cNvPr id="11" name="Imagen 10">
            <a:extLst>
              <a:ext uri="{FF2B5EF4-FFF2-40B4-BE49-F238E27FC236}">
                <a16:creationId xmlns:a16="http://schemas.microsoft.com/office/drawing/2014/main" id="{D06779C2-F769-7164-8342-815E2DC8CBBD}"/>
              </a:ext>
            </a:extLst>
          </p:cNvPr>
          <p:cNvPicPr>
            <a:picLocks noChangeAspect="1"/>
          </p:cNvPicPr>
          <p:nvPr/>
        </p:nvPicPr>
        <p:blipFill>
          <a:blip r:embed="rId6"/>
          <a:stretch>
            <a:fillRect/>
          </a:stretch>
        </p:blipFill>
        <p:spPr>
          <a:xfrm>
            <a:off x="3207025" y="1856462"/>
            <a:ext cx="7076966" cy="1610774"/>
          </a:xfrm>
          <a:prstGeom prst="rect">
            <a:avLst/>
          </a:prstGeom>
        </p:spPr>
      </p:pic>
      <p:pic>
        <p:nvPicPr>
          <p:cNvPr id="17" name="Imagen 16">
            <a:extLst>
              <a:ext uri="{FF2B5EF4-FFF2-40B4-BE49-F238E27FC236}">
                <a16:creationId xmlns:a16="http://schemas.microsoft.com/office/drawing/2014/main" id="{01C9DF29-4B3A-4E39-A816-0B74956D4BC8}"/>
              </a:ext>
            </a:extLst>
          </p:cNvPr>
          <p:cNvPicPr>
            <a:picLocks noChangeAspect="1"/>
          </p:cNvPicPr>
          <p:nvPr/>
        </p:nvPicPr>
        <p:blipFill>
          <a:blip r:embed="rId7"/>
          <a:stretch>
            <a:fillRect/>
          </a:stretch>
        </p:blipFill>
        <p:spPr>
          <a:xfrm>
            <a:off x="3207025" y="4299541"/>
            <a:ext cx="7315200" cy="1371600"/>
          </a:xfrm>
          <a:prstGeom prst="rect">
            <a:avLst/>
          </a:prstGeom>
        </p:spPr>
      </p:pic>
      <p:sp>
        <p:nvSpPr>
          <p:cNvPr id="36" name="CuadroTexto 35">
            <a:extLst>
              <a:ext uri="{FF2B5EF4-FFF2-40B4-BE49-F238E27FC236}">
                <a16:creationId xmlns:a16="http://schemas.microsoft.com/office/drawing/2014/main" id="{4591CBD7-493C-BE02-1AC7-0757F1BAE772}"/>
              </a:ext>
            </a:extLst>
          </p:cNvPr>
          <p:cNvSpPr txBox="1"/>
          <p:nvPr/>
        </p:nvSpPr>
        <p:spPr>
          <a:xfrm>
            <a:off x="863023" y="2099572"/>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Cali</a:t>
            </a:r>
            <a:endParaRPr lang="es-CO" sz="1600" b="1" dirty="0">
              <a:solidFill>
                <a:schemeClr val="bg1"/>
              </a:solidFill>
            </a:endParaRPr>
          </a:p>
        </p:txBody>
      </p:sp>
      <p:sp>
        <p:nvSpPr>
          <p:cNvPr id="37" name="CuadroTexto 36">
            <a:extLst>
              <a:ext uri="{FF2B5EF4-FFF2-40B4-BE49-F238E27FC236}">
                <a16:creationId xmlns:a16="http://schemas.microsoft.com/office/drawing/2014/main" id="{1E080EFE-E2C0-2BEC-5740-F5FC6C9A33A8}"/>
              </a:ext>
            </a:extLst>
          </p:cNvPr>
          <p:cNvSpPr txBox="1"/>
          <p:nvPr/>
        </p:nvSpPr>
        <p:spPr>
          <a:xfrm>
            <a:off x="863023" y="1181876"/>
            <a:ext cx="1613504" cy="584775"/>
          </a:xfrm>
          <a:prstGeom prst="rect">
            <a:avLst/>
          </a:prstGeom>
          <a:noFill/>
        </p:spPr>
        <p:txBody>
          <a:bodyPr wrap="square" rtlCol="0">
            <a:spAutoFit/>
          </a:bodyPr>
          <a:lstStyle/>
          <a:p>
            <a:r>
              <a:rPr lang="es-MX" sz="1600" dirty="0">
                <a:solidFill>
                  <a:schemeClr val="bg1"/>
                </a:solidFill>
              </a:rPr>
              <a:t>2 pdv evaluado</a:t>
            </a:r>
          </a:p>
          <a:p>
            <a:r>
              <a:rPr lang="es-MX" sz="1600" b="1" dirty="0">
                <a:solidFill>
                  <a:schemeClr val="bg1"/>
                </a:solidFill>
              </a:rPr>
              <a:t>Bogotá</a:t>
            </a:r>
            <a:endParaRPr lang="es-CO" sz="1600" b="1" dirty="0">
              <a:solidFill>
                <a:schemeClr val="bg1"/>
              </a:solidFill>
            </a:endParaRPr>
          </a:p>
        </p:txBody>
      </p:sp>
      <p:sp>
        <p:nvSpPr>
          <p:cNvPr id="38" name="CuadroTexto 37">
            <a:extLst>
              <a:ext uri="{FF2B5EF4-FFF2-40B4-BE49-F238E27FC236}">
                <a16:creationId xmlns:a16="http://schemas.microsoft.com/office/drawing/2014/main" id="{E66D8E30-6643-1A78-DDE7-0D27A6CA37CC}"/>
              </a:ext>
            </a:extLst>
          </p:cNvPr>
          <p:cNvSpPr txBox="1"/>
          <p:nvPr/>
        </p:nvSpPr>
        <p:spPr>
          <a:xfrm>
            <a:off x="863023" y="3009462"/>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Barranquilla</a:t>
            </a:r>
            <a:endParaRPr lang="es-CO" sz="1600" b="1" dirty="0">
              <a:solidFill>
                <a:schemeClr val="bg1"/>
              </a:solidFill>
            </a:endParaRPr>
          </a:p>
        </p:txBody>
      </p:sp>
      <p:sp>
        <p:nvSpPr>
          <p:cNvPr id="39" name="CuadroTexto 38">
            <a:extLst>
              <a:ext uri="{FF2B5EF4-FFF2-40B4-BE49-F238E27FC236}">
                <a16:creationId xmlns:a16="http://schemas.microsoft.com/office/drawing/2014/main" id="{5372F210-6222-7538-3CB3-358A3B914666}"/>
              </a:ext>
            </a:extLst>
          </p:cNvPr>
          <p:cNvSpPr txBox="1"/>
          <p:nvPr/>
        </p:nvSpPr>
        <p:spPr>
          <a:xfrm>
            <a:off x="838206" y="4097095"/>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Pereira</a:t>
            </a:r>
            <a:endParaRPr lang="es-CO" sz="1600" b="1" dirty="0">
              <a:solidFill>
                <a:schemeClr val="bg1"/>
              </a:solidFill>
            </a:endParaRPr>
          </a:p>
        </p:txBody>
      </p:sp>
      <p:pic>
        <p:nvPicPr>
          <p:cNvPr id="40" name="Imagen 39">
            <a:extLst>
              <a:ext uri="{FF2B5EF4-FFF2-40B4-BE49-F238E27FC236}">
                <a16:creationId xmlns:a16="http://schemas.microsoft.com/office/drawing/2014/main" id="{F634801E-4C7D-89A5-4D1A-3710ED19430A}"/>
              </a:ext>
            </a:extLst>
          </p:cNvPr>
          <p:cNvPicPr>
            <a:picLocks noChangeAspect="1"/>
          </p:cNvPicPr>
          <p:nvPr/>
        </p:nvPicPr>
        <p:blipFill>
          <a:blip r:embed="rId4">
            <a:biLevel thresh="75000"/>
          </a:blip>
          <a:stretch>
            <a:fillRect/>
          </a:stretch>
        </p:blipFill>
        <p:spPr>
          <a:xfrm>
            <a:off x="304325" y="2166464"/>
            <a:ext cx="463336" cy="463336"/>
          </a:xfrm>
          <a:prstGeom prst="rect">
            <a:avLst/>
          </a:prstGeom>
        </p:spPr>
      </p:pic>
    </p:spTree>
    <p:extLst>
      <p:ext uri="{BB962C8B-B14F-4D97-AF65-F5344CB8AC3E}">
        <p14:creationId xmlns:p14="http://schemas.microsoft.com/office/powerpoint/2010/main" val="3244617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FA6D0-1E19-EB50-02CF-F928D62C4DA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CC76380-1FB2-87B0-894F-6B73E1B19DD4}"/>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0A62C637-35FB-1186-F6D9-9F4E75B06C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27AA6A71-239E-E4A7-A28D-B172229330F4}"/>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7C2E8713-C189-633D-AB41-A294786BAB52}"/>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UNIMED – BARRANQUILLA          </a:t>
            </a:r>
          </a:p>
          <a:p>
            <a:r>
              <a:rPr lang="es-MX" dirty="0">
                <a:latin typeface="Franklin Gothic Demi" panose="020B0703020102020204" pitchFamily="34" charset="0"/>
              </a:rPr>
              <a:t>Canal Especializado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4E533E2F-AFB8-724F-AF2D-95FCB474058A}"/>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18" name="CuadroTexto 17">
            <a:extLst>
              <a:ext uri="{FF2B5EF4-FFF2-40B4-BE49-F238E27FC236}">
                <a16:creationId xmlns:a16="http://schemas.microsoft.com/office/drawing/2014/main" id="{CB73E084-AD8D-15A4-E979-F2F33388F054}"/>
              </a:ext>
            </a:extLst>
          </p:cNvPr>
          <p:cNvSpPr txBox="1"/>
          <p:nvPr/>
        </p:nvSpPr>
        <p:spPr>
          <a:xfrm>
            <a:off x="3089645" y="5536932"/>
            <a:ext cx="7200000" cy="923330"/>
          </a:xfrm>
          <a:prstGeom prst="rect">
            <a:avLst/>
          </a:prstGeom>
          <a:noFill/>
        </p:spPr>
        <p:txBody>
          <a:bodyPr wrap="square">
            <a:spAutoFit/>
          </a:bodyPr>
          <a:lstStyle/>
          <a:p>
            <a:r>
              <a:rPr lang="es-CO" u="sng" dirty="0">
                <a:hlinkClick r:id="rId3"/>
              </a:rPr>
              <a:t>https://drive.google.com/file/d/1D_d3zZVP0HjIg_r9FuHzk3CQiUTP1leV/view?usp=sharing</a:t>
            </a:r>
            <a:endParaRPr lang="es-CO" u="sng" dirty="0"/>
          </a:p>
          <a:p>
            <a:endParaRPr lang="es-CO" u="sng" dirty="0"/>
          </a:p>
        </p:txBody>
      </p:sp>
      <p:sp>
        <p:nvSpPr>
          <p:cNvPr id="3" name="CuadroTexto 2">
            <a:extLst>
              <a:ext uri="{FF2B5EF4-FFF2-40B4-BE49-F238E27FC236}">
                <a16:creationId xmlns:a16="http://schemas.microsoft.com/office/drawing/2014/main" id="{FCE111A5-1D2C-DB3B-D4C8-EDBCEACF9129}"/>
              </a:ext>
            </a:extLst>
          </p:cNvPr>
          <p:cNvSpPr txBox="1"/>
          <p:nvPr/>
        </p:nvSpPr>
        <p:spPr>
          <a:xfrm>
            <a:off x="3020823" y="3548083"/>
            <a:ext cx="8349845" cy="1569660"/>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excelente presentación personal, tiene claro los infaltables, los porcentajes de participación de la marca, todo está organizado y limpio.</a:t>
            </a:r>
          </a:p>
          <a:p>
            <a:pPr marL="285750" indent="-285750" algn="just">
              <a:buFont typeface="Arial" panose="020B0604020202020204" pitchFamily="34" charset="0"/>
              <a:buChar char="•"/>
            </a:pPr>
            <a:r>
              <a:rPr lang="es-MX" sz="1600" dirty="0"/>
              <a:t>Indica que tiene poco producto en PDV por agotados en punto.</a:t>
            </a:r>
          </a:p>
          <a:p>
            <a:pPr marL="285750" indent="-285750" algn="just">
              <a:buFont typeface="Arial" panose="020B0604020202020204" pitchFamily="34" charset="0"/>
              <a:buChar char="•"/>
            </a:pPr>
            <a:r>
              <a:rPr lang="es-MX" sz="1600" dirty="0"/>
              <a:t>N</a:t>
            </a:r>
            <a:r>
              <a:rPr lang="es-ES" sz="1600" dirty="0"/>
              <a:t>o se encuentran </a:t>
            </a:r>
            <a:r>
              <a:rPr lang="es-ES" sz="1600" dirty="0" err="1"/>
              <a:t>Snaks</a:t>
            </a:r>
            <a:r>
              <a:rPr lang="es-ES" sz="1600" dirty="0"/>
              <a:t>.</a:t>
            </a:r>
            <a:endParaRPr lang="es-MX" sz="1600" dirty="0"/>
          </a:p>
        </p:txBody>
      </p:sp>
      <p:sp>
        <p:nvSpPr>
          <p:cNvPr id="12" name="CuadroTexto 11">
            <a:extLst>
              <a:ext uri="{FF2B5EF4-FFF2-40B4-BE49-F238E27FC236}">
                <a16:creationId xmlns:a16="http://schemas.microsoft.com/office/drawing/2014/main" id="{8538BEFB-B430-F412-71BC-4E78E8D60B2E}"/>
              </a:ext>
            </a:extLst>
          </p:cNvPr>
          <p:cNvSpPr txBox="1"/>
          <p:nvPr/>
        </p:nvSpPr>
        <p:spPr>
          <a:xfrm>
            <a:off x="148165" y="3458396"/>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14" name="Imagen 13">
            <a:extLst>
              <a:ext uri="{FF2B5EF4-FFF2-40B4-BE49-F238E27FC236}">
                <a16:creationId xmlns:a16="http://schemas.microsoft.com/office/drawing/2014/main" id="{4E2E8474-9C3F-152F-F5E2-013746636F91}"/>
              </a:ext>
            </a:extLst>
          </p:cNvPr>
          <p:cNvPicPr>
            <a:picLocks noChangeAspect="1"/>
          </p:cNvPicPr>
          <p:nvPr/>
        </p:nvPicPr>
        <p:blipFill>
          <a:blip r:embed="rId4">
            <a:biLevel thresh="75000"/>
          </a:blip>
          <a:stretch>
            <a:fillRect/>
          </a:stretch>
        </p:blipFill>
        <p:spPr>
          <a:xfrm>
            <a:off x="315162" y="2319406"/>
            <a:ext cx="463336" cy="463336"/>
          </a:xfrm>
          <a:prstGeom prst="rect">
            <a:avLst/>
          </a:prstGeom>
        </p:spPr>
      </p:pic>
      <p:sp>
        <p:nvSpPr>
          <p:cNvPr id="19" name="CuadroTexto 18">
            <a:extLst>
              <a:ext uri="{FF2B5EF4-FFF2-40B4-BE49-F238E27FC236}">
                <a16:creationId xmlns:a16="http://schemas.microsoft.com/office/drawing/2014/main" id="{C080E642-BD7D-7BAA-24D6-11D2841FA874}"/>
              </a:ext>
            </a:extLst>
          </p:cNvPr>
          <p:cNvSpPr txBox="1"/>
          <p:nvPr/>
        </p:nvSpPr>
        <p:spPr>
          <a:xfrm>
            <a:off x="803315" y="2300278"/>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Barranquilla</a:t>
            </a:r>
            <a:endParaRPr lang="es-CO" sz="1600" b="1" dirty="0">
              <a:solidFill>
                <a:schemeClr val="bg1"/>
              </a:solidFill>
            </a:endParaRPr>
          </a:p>
        </p:txBody>
      </p:sp>
      <p:sp>
        <p:nvSpPr>
          <p:cNvPr id="11" name="CuadroTexto 10">
            <a:extLst>
              <a:ext uri="{FF2B5EF4-FFF2-40B4-BE49-F238E27FC236}">
                <a16:creationId xmlns:a16="http://schemas.microsoft.com/office/drawing/2014/main" id="{5AE854DC-F963-617F-C6D0-8FD837CB7F09}"/>
              </a:ext>
            </a:extLst>
          </p:cNvPr>
          <p:cNvSpPr txBox="1"/>
          <p:nvPr/>
        </p:nvSpPr>
        <p:spPr>
          <a:xfrm>
            <a:off x="821331" y="4507458"/>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100%</a:t>
            </a:r>
            <a:endParaRPr lang="es-CO" sz="2000" b="1" dirty="0">
              <a:solidFill>
                <a:schemeClr val="bg1"/>
              </a:solidFill>
              <a:latin typeface="Franklin Gothic Demi"/>
            </a:endParaRPr>
          </a:p>
        </p:txBody>
      </p:sp>
      <p:graphicFrame>
        <p:nvGraphicFramePr>
          <p:cNvPr id="13" name="Gráfico 12">
            <a:extLst>
              <a:ext uri="{FF2B5EF4-FFF2-40B4-BE49-F238E27FC236}">
                <a16:creationId xmlns:a16="http://schemas.microsoft.com/office/drawing/2014/main" id="{D4F8210F-6F86-7DE5-FD2C-A8849FBB876A}"/>
              </a:ext>
            </a:extLst>
          </p:cNvPr>
          <p:cNvGraphicFramePr/>
          <p:nvPr>
            <p:extLst>
              <p:ext uri="{D42A27DB-BD31-4B8C-83A1-F6EECF244321}">
                <p14:modId xmlns:p14="http://schemas.microsoft.com/office/powerpoint/2010/main" val="2112800289"/>
              </p:ext>
            </p:extLst>
          </p:nvPr>
        </p:nvGraphicFramePr>
        <p:xfrm>
          <a:off x="231494" y="3908677"/>
          <a:ext cx="1847779" cy="1403409"/>
        </p:xfrm>
        <a:graphic>
          <a:graphicData uri="http://schemas.openxmlformats.org/drawingml/2006/chart">
            <c:chart xmlns:c="http://schemas.openxmlformats.org/drawingml/2006/chart" xmlns:r="http://schemas.openxmlformats.org/officeDocument/2006/relationships" r:id="rId5"/>
          </a:graphicData>
        </a:graphic>
      </p:graphicFrame>
      <p:pic>
        <p:nvPicPr>
          <p:cNvPr id="6" name="Imagen 5">
            <a:extLst>
              <a:ext uri="{FF2B5EF4-FFF2-40B4-BE49-F238E27FC236}">
                <a16:creationId xmlns:a16="http://schemas.microsoft.com/office/drawing/2014/main" id="{C3006713-1F17-C75B-99AD-BBA305DDD3C3}"/>
              </a:ext>
            </a:extLst>
          </p:cNvPr>
          <p:cNvPicPr>
            <a:picLocks noChangeAspect="1"/>
          </p:cNvPicPr>
          <p:nvPr/>
        </p:nvPicPr>
        <p:blipFill>
          <a:blip r:embed="rId6"/>
          <a:stretch>
            <a:fillRect/>
          </a:stretch>
        </p:blipFill>
        <p:spPr>
          <a:xfrm>
            <a:off x="3020822" y="1179474"/>
            <a:ext cx="7355449" cy="1949420"/>
          </a:xfrm>
          <a:prstGeom prst="rect">
            <a:avLst/>
          </a:prstGeom>
        </p:spPr>
      </p:pic>
    </p:spTree>
    <p:extLst>
      <p:ext uri="{BB962C8B-B14F-4D97-AF65-F5344CB8AC3E}">
        <p14:creationId xmlns:p14="http://schemas.microsoft.com/office/powerpoint/2010/main" val="368945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06A1B-E456-26BB-1AF2-6C2CB533CA55}"/>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582C1985-410C-9553-5885-5802CC657D4C}"/>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905153E9-7639-51F7-21D9-900A1B1001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68C90A6B-1169-CF13-567C-425DB098762F}"/>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CA1F2FAE-8B57-0936-8041-655FB74C56F2}"/>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AHORRAMAS PASOANCHO -CALI</a:t>
            </a:r>
          </a:p>
          <a:p>
            <a:r>
              <a:rPr lang="es-MX" dirty="0">
                <a:latin typeface="Franklin Gothic Demi" panose="020B0703020102020204" pitchFamily="34" charset="0"/>
              </a:rPr>
              <a:t>Canal Tradicional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C7E1F476-1AC5-357A-4BE2-0CDFF2850507}"/>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F23FFA70-4AA2-24C1-069F-6B943C10B4EF}"/>
              </a:ext>
            </a:extLst>
          </p:cNvPr>
          <p:cNvSpPr txBox="1"/>
          <p:nvPr/>
        </p:nvSpPr>
        <p:spPr>
          <a:xfrm>
            <a:off x="3020823" y="3279862"/>
            <a:ext cx="8349845" cy="2062103"/>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que la persona tiene buena presentación.</a:t>
            </a:r>
          </a:p>
          <a:p>
            <a:pPr marL="285750" indent="-285750" algn="just">
              <a:buFont typeface="Arial" panose="020B0604020202020204" pitchFamily="34" charset="0"/>
              <a:buChar char="•"/>
            </a:pPr>
            <a:r>
              <a:rPr lang="es-MX" sz="1600" dirty="0"/>
              <a:t>Tiene muy claros los infaltables, la planimetría, los porcentajes de participación de la marca, todo está organizado y limpio.</a:t>
            </a:r>
          </a:p>
          <a:p>
            <a:pPr marL="285750" indent="-285750" algn="just">
              <a:buFont typeface="Arial" panose="020B0604020202020204" pitchFamily="34" charset="0"/>
              <a:buChar char="•"/>
            </a:pPr>
            <a:r>
              <a:rPr lang="es-MX" sz="1600" dirty="0"/>
              <a:t>El PDV tiene bien surtido de productos de los cuales el asesor tiene conocimiento, se revisan las fechas de vencimiento de los mismos y se encuentra todo acorde.</a:t>
            </a:r>
          </a:p>
          <a:p>
            <a:pPr marL="285750" indent="-285750" algn="just">
              <a:buFont typeface="Arial" panose="020B0604020202020204" pitchFamily="34" charset="0"/>
              <a:buChar char="•"/>
            </a:pPr>
            <a:r>
              <a:rPr lang="es-MX" sz="1600" dirty="0"/>
              <a:t>Tiene adicional al lineal unas ristras que conoce bien el asesor.</a:t>
            </a:r>
          </a:p>
        </p:txBody>
      </p:sp>
      <p:sp>
        <p:nvSpPr>
          <p:cNvPr id="12" name="CuadroTexto 11">
            <a:extLst>
              <a:ext uri="{FF2B5EF4-FFF2-40B4-BE49-F238E27FC236}">
                <a16:creationId xmlns:a16="http://schemas.microsoft.com/office/drawing/2014/main" id="{99C185CD-5DB2-93ED-6053-E733EB1329BE}"/>
              </a:ext>
            </a:extLst>
          </p:cNvPr>
          <p:cNvSpPr txBox="1"/>
          <p:nvPr/>
        </p:nvSpPr>
        <p:spPr>
          <a:xfrm>
            <a:off x="3020824" y="5759726"/>
            <a:ext cx="7200000" cy="923330"/>
          </a:xfrm>
          <a:prstGeom prst="rect">
            <a:avLst/>
          </a:prstGeom>
          <a:noFill/>
        </p:spPr>
        <p:txBody>
          <a:bodyPr wrap="square">
            <a:spAutoFit/>
          </a:bodyPr>
          <a:lstStyle/>
          <a:p>
            <a:r>
              <a:rPr lang="es-CO" u="sng" dirty="0">
                <a:hlinkClick r:id="rId3"/>
              </a:rPr>
              <a:t>https://drive.google.com/file/d/1-k_iYHs27SP3Pyan0JRgHUezBlo6CFTi/view?usp=sharing</a:t>
            </a:r>
            <a:endParaRPr lang="es-CO" u="sng" dirty="0"/>
          </a:p>
          <a:p>
            <a:endParaRPr lang="es-CO" u="sng" dirty="0"/>
          </a:p>
        </p:txBody>
      </p:sp>
      <p:sp>
        <p:nvSpPr>
          <p:cNvPr id="11" name="CuadroTexto 10">
            <a:extLst>
              <a:ext uri="{FF2B5EF4-FFF2-40B4-BE49-F238E27FC236}">
                <a16:creationId xmlns:a16="http://schemas.microsoft.com/office/drawing/2014/main" id="{8F3401C4-3EF1-A2C1-FD65-82E50534F12B}"/>
              </a:ext>
            </a:extLst>
          </p:cNvPr>
          <p:cNvSpPr txBox="1"/>
          <p:nvPr/>
        </p:nvSpPr>
        <p:spPr>
          <a:xfrm>
            <a:off x="148165" y="3458396"/>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13" name="Imagen 12">
            <a:extLst>
              <a:ext uri="{FF2B5EF4-FFF2-40B4-BE49-F238E27FC236}">
                <a16:creationId xmlns:a16="http://schemas.microsoft.com/office/drawing/2014/main" id="{B1DC120C-F1DB-8A82-48B8-B09C26304767}"/>
              </a:ext>
            </a:extLst>
          </p:cNvPr>
          <p:cNvPicPr>
            <a:picLocks noChangeAspect="1"/>
          </p:cNvPicPr>
          <p:nvPr/>
        </p:nvPicPr>
        <p:blipFill>
          <a:blip r:embed="rId4">
            <a:biLevel thresh="75000"/>
          </a:blip>
          <a:stretch>
            <a:fillRect/>
          </a:stretch>
        </p:blipFill>
        <p:spPr>
          <a:xfrm>
            <a:off x="315162" y="2319406"/>
            <a:ext cx="463336" cy="463336"/>
          </a:xfrm>
          <a:prstGeom prst="rect">
            <a:avLst/>
          </a:prstGeom>
        </p:spPr>
      </p:pic>
      <p:sp>
        <p:nvSpPr>
          <p:cNvPr id="15" name="CuadroTexto 14">
            <a:extLst>
              <a:ext uri="{FF2B5EF4-FFF2-40B4-BE49-F238E27FC236}">
                <a16:creationId xmlns:a16="http://schemas.microsoft.com/office/drawing/2014/main" id="{47435D61-6C46-95F8-7A5F-4204433C3511}"/>
              </a:ext>
            </a:extLst>
          </p:cNvPr>
          <p:cNvSpPr txBox="1"/>
          <p:nvPr/>
        </p:nvSpPr>
        <p:spPr>
          <a:xfrm>
            <a:off x="803315" y="2300278"/>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Cali</a:t>
            </a:r>
            <a:endParaRPr lang="es-CO" sz="1600" b="1" dirty="0">
              <a:solidFill>
                <a:schemeClr val="bg1"/>
              </a:solidFill>
            </a:endParaRPr>
          </a:p>
        </p:txBody>
      </p:sp>
      <p:sp>
        <p:nvSpPr>
          <p:cNvPr id="16" name="CuadroTexto 15">
            <a:extLst>
              <a:ext uri="{FF2B5EF4-FFF2-40B4-BE49-F238E27FC236}">
                <a16:creationId xmlns:a16="http://schemas.microsoft.com/office/drawing/2014/main" id="{0BB3A305-3299-A435-93FF-32A97040F73C}"/>
              </a:ext>
            </a:extLst>
          </p:cNvPr>
          <p:cNvSpPr txBox="1"/>
          <p:nvPr/>
        </p:nvSpPr>
        <p:spPr>
          <a:xfrm>
            <a:off x="821331" y="4507458"/>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100%</a:t>
            </a:r>
            <a:endParaRPr lang="es-CO" sz="2000" b="1" dirty="0">
              <a:solidFill>
                <a:schemeClr val="bg1"/>
              </a:solidFill>
              <a:latin typeface="Franklin Gothic Demi"/>
            </a:endParaRPr>
          </a:p>
        </p:txBody>
      </p:sp>
      <p:graphicFrame>
        <p:nvGraphicFramePr>
          <p:cNvPr id="17" name="Gráfico 16">
            <a:extLst>
              <a:ext uri="{FF2B5EF4-FFF2-40B4-BE49-F238E27FC236}">
                <a16:creationId xmlns:a16="http://schemas.microsoft.com/office/drawing/2014/main" id="{030E887D-DB59-D099-FF58-C15B85DB3F86}"/>
              </a:ext>
            </a:extLst>
          </p:cNvPr>
          <p:cNvGraphicFramePr/>
          <p:nvPr>
            <p:extLst>
              <p:ext uri="{D42A27DB-BD31-4B8C-83A1-F6EECF244321}">
                <p14:modId xmlns:p14="http://schemas.microsoft.com/office/powerpoint/2010/main" val="2123056695"/>
              </p:ext>
            </p:extLst>
          </p:nvPr>
        </p:nvGraphicFramePr>
        <p:xfrm>
          <a:off x="315163" y="4005808"/>
          <a:ext cx="1592090" cy="1403409"/>
        </p:xfrm>
        <a:graphic>
          <a:graphicData uri="http://schemas.openxmlformats.org/drawingml/2006/chart">
            <c:chart xmlns:c="http://schemas.openxmlformats.org/drawingml/2006/chart" xmlns:r="http://schemas.openxmlformats.org/officeDocument/2006/relationships" r:id="rId5"/>
          </a:graphicData>
        </a:graphic>
      </p:graphicFrame>
      <p:pic>
        <p:nvPicPr>
          <p:cNvPr id="10" name="Imagen 9">
            <a:extLst>
              <a:ext uri="{FF2B5EF4-FFF2-40B4-BE49-F238E27FC236}">
                <a16:creationId xmlns:a16="http://schemas.microsoft.com/office/drawing/2014/main" id="{85978DCE-5878-F2FC-00A8-C8800D3498F6}"/>
              </a:ext>
            </a:extLst>
          </p:cNvPr>
          <p:cNvPicPr>
            <a:picLocks noChangeAspect="1"/>
          </p:cNvPicPr>
          <p:nvPr/>
        </p:nvPicPr>
        <p:blipFill>
          <a:blip r:embed="rId6"/>
          <a:stretch>
            <a:fillRect/>
          </a:stretch>
        </p:blipFill>
        <p:spPr>
          <a:xfrm>
            <a:off x="3220132" y="1281989"/>
            <a:ext cx="6164499" cy="1633781"/>
          </a:xfrm>
          <a:prstGeom prst="rect">
            <a:avLst/>
          </a:prstGeom>
        </p:spPr>
      </p:pic>
    </p:spTree>
    <p:extLst>
      <p:ext uri="{BB962C8B-B14F-4D97-AF65-F5344CB8AC3E}">
        <p14:creationId xmlns:p14="http://schemas.microsoft.com/office/powerpoint/2010/main" val="614563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F6D07-D748-A3A7-8D44-E6649019C53B}"/>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F5792759-9FBC-9AC7-2BF2-DC343918255B}"/>
              </a:ext>
            </a:extLst>
          </p:cNvPr>
          <p:cNvSpPr/>
          <p:nvPr/>
        </p:nvSpPr>
        <p:spPr>
          <a:xfrm>
            <a:off x="0"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57EC908F-0060-95FB-32F9-B1790AE9B5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90977CCC-A5AB-2618-3834-D41A0265237C}"/>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874C6944-CF75-130F-CAC3-749C2239BA8A}"/>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LAIKA USAQUEN  - BOGOTÁ</a:t>
            </a:r>
            <a:br>
              <a:rPr lang="es-MX" b="1" dirty="0">
                <a:solidFill>
                  <a:srgbClr val="000000"/>
                </a:solidFill>
                <a:latin typeface="Aptos Narrow" panose="020B0004020202020204" pitchFamily="34" charset="0"/>
              </a:rPr>
            </a:br>
            <a:r>
              <a:rPr lang="es-MX" dirty="0">
                <a:latin typeface="Franklin Gothic Demi" panose="020B0703020102020204" pitchFamily="34" charset="0"/>
              </a:rPr>
              <a:t>Canal Especializado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A236D3EA-8BB8-2192-63DC-EA415BE6D844}"/>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E3F9559C-C81E-0D3A-6511-A566CD6EE04B}"/>
              </a:ext>
            </a:extLst>
          </p:cNvPr>
          <p:cNvSpPr txBox="1"/>
          <p:nvPr/>
        </p:nvSpPr>
        <p:spPr>
          <a:xfrm>
            <a:off x="3020824" y="3418361"/>
            <a:ext cx="8349845" cy="2308324"/>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que la persona tiene buena presentación en general, conoce muy bien los infaltables.</a:t>
            </a:r>
          </a:p>
          <a:p>
            <a:pPr marL="285750" indent="-285750" algn="just">
              <a:buFont typeface="Arial" panose="020B0604020202020204" pitchFamily="34" charset="0"/>
              <a:buChar char="•"/>
            </a:pPr>
            <a:r>
              <a:rPr lang="es-MX" sz="1600" dirty="0"/>
              <a:t>El punto cuenta con exhibición implementada cerca a la caja y el asesor tiene conocimiento del mismo correctamente.</a:t>
            </a:r>
          </a:p>
          <a:p>
            <a:pPr marL="285750" indent="-285750" algn="just">
              <a:buFont typeface="Arial" panose="020B0604020202020204" pitchFamily="34" charset="0"/>
              <a:buChar char="•"/>
            </a:pPr>
            <a:r>
              <a:rPr lang="es-MX" sz="1600" dirty="0"/>
              <a:t>El asesor tiene claro el tema de las fechas de vencimiento</a:t>
            </a:r>
          </a:p>
          <a:p>
            <a:pPr marL="285750" indent="-285750" algn="just">
              <a:buFont typeface="Arial" panose="020B0604020202020204" pitchFamily="34" charset="0"/>
              <a:buChar char="•"/>
            </a:pPr>
            <a:r>
              <a:rPr lang="es-MX" sz="1600" dirty="0"/>
              <a:t>En el PDV no se maneja snacks por el momento ya que el mismo menciona que si hubieran estarían implementado en esta sección cerca a la caja.</a:t>
            </a:r>
          </a:p>
        </p:txBody>
      </p:sp>
      <p:sp>
        <p:nvSpPr>
          <p:cNvPr id="11" name="CuadroTexto 10">
            <a:extLst>
              <a:ext uri="{FF2B5EF4-FFF2-40B4-BE49-F238E27FC236}">
                <a16:creationId xmlns:a16="http://schemas.microsoft.com/office/drawing/2014/main" id="{447E2D79-BA1B-B55F-A39E-45F90FBCC08A}"/>
              </a:ext>
            </a:extLst>
          </p:cNvPr>
          <p:cNvSpPr txBox="1"/>
          <p:nvPr/>
        </p:nvSpPr>
        <p:spPr>
          <a:xfrm>
            <a:off x="148165" y="3458396"/>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13" name="Imagen 12">
            <a:extLst>
              <a:ext uri="{FF2B5EF4-FFF2-40B4-BE49-F238E27FC236}">
                <a16:creationId xmlns:a16="http://schemas.microsoft.com/office/drawing/2014/main" id="{F8C7777E-5773-B684-E689-9CAD9824EB4B}"/>
              </a:ext>
            </a:extLst>
          </p:cNvPr>
          <p:cNvPicPr>
            <a:picLocks noChangeAspect="1"/>
          </p:cNvPicPr>
          <p:nvPr/>
        </p:nvPicPr>
        <p:blipFill>
          <a:blip r:embed="rId3">
            <a:biLevel thresh="75000"/>
          </a:blip>
          <a:stretch>
            <a:fillRect/>
          </a:stretch>
        </p:blipFill>
        <p:spPr>
          <a:xfrm>
            <a:off x="315162" y="2319406"/>
            <a:ext cx="463336" cy="463336"/>
          </a:xfrm>
          <a:prstGeom prst="rect">
            <a:avLst/>
          </a:prstGeom>
        </p:spPr>
      </p:pic>
      <p:sp>
        <p:nvSpPr>
          <p:cNvPr id="15" name="CuadroTexto 14">
            <a:extLst>
              <a:ext uri="{FF2B5EF4-FFF2-40B4-BE49-F238E27FC236}">
                <a16:creationId xmlns:a16="http://schemas.microsoft.com/office/drawing/2014/main" id="{7C45025A-07E6-E1E1-DE72-5AD626211CC2}"/>
              </a:ext>
            </a:extLst>
          </p:cNvPr>
          <p:cNvSpPr txBox="1"/>
          <p:nvPr/>
        </p:nvSpPr>
        <p:spPr>
          <a:xfrm>
            <a:off x="803315" y="2300278"/>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Bogotá</a:t>
            </a:r>
            <a:endParaRPr lang="es-CO" sz="1600" b="1" dirty="0">
              <a:solidFill>
                <a:schemeClr val="bg1"/>
              </a:solidFill>
            </a:endParaRPr>
          </a:p>
        </p:txBody>
      </p:sp>
      <p:sp>
        <p:nvSpPr>
          <p:cNvPr id="16" name="CuadroTexto 15">
            <a:extLst>
              <a:ext uri="{FF2B5EF4-FFF2-40B4-BE49-F238E27FC236}">
                <a16:creationId xmlns:a16="http://schemas.microsoft.com/office/drawing/2014/main" id="{C9E23FC6-E1C4-46A8-CF21-40207D51BDDA}"/>
              </a:ext>
            </a:extLst>
          </p:cNvPr>
          <p:cNvSpPr txBox="1"/>
          <p:nvPr/>
        </p:nvSpPr>
        <p:spPr>
          <a:xfrm>
            <a:off x="821331" y="4507458"/>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100%</a:t>
            </a:r>
            <a:endParaRPr lang="es-CO" sz="2000" b="1" dirty="0">
              <a:solidFill>
                <a:schemeClr val="bg1"/>
              </a:solidFill>
              <a:latin typeface="Franklin Gothic Demi"/>
            </a:endParaRPr>
          </a:p>
        </p:txBody>
      </p:sp>
      <p:graphicFrame>
        <p:nvGraphicFramePr>
          <p:cNvPr id="17" name="Gráfico 16">
            <a:extLst>
              <a:ext uri="{FF2B5EF4-FFF2-40B4-BE49-F238E27FC236}">
                <a16:creationId xmlns:a16="http://schemas.microsoft.com/office/drawing/2014/main" id="{10243C41-D489-3F6B-B355-C752C291C319}"/>
              </a:ext>
            </a:extLst>
          </p:cNvPr>
          <p:cNvGraphicFramePr/>
          <p:nvPr>
            <p:extLst>
              <p:ext uri="{D42A27DB-BD31-4B8C-83A1-F6EECF244321}">
                <p14:modId xmlns:p14="http://schemas.microsoft.com/office/powerpoint/2010/main" val="1489000192"/>
              </p:ext>
            </p:extLst>
          </p:nvPr>
        </p:nvGraphicFramePr>
        <p:xfrm>
          <a:off x="315162" y="4026217"/>
          <a:ext cx="1847779" cy="1403409"/>
        </p:xfrm>
        <a:graphic>
          <a:graphicData uri="http://schemas.openxmlformats.org/drawingml/2006/chart">
            <c:chart xmlns:c="http://schemas.openxmlformats.org/drawingml/2006/chart" xmlns:r="http://schemas.openxmlformats.org/officeDocument/2006/relationships" r:id="rId4"/>
          </a:graphicData>
        </a:graphic>
      </p:graphicFrame>
      <p:pic>
        <p:nvPicPr>
          <p:cNvPr id="10" name="Imagen 9">
            <a:extLst>
              <a:ext uri="{FF2B5EF4-FFF2-40B4-BE49-F238E27FC236}">
                <a16:creationId xmlns:a16="http://schemas.microsoft.com/office/drawing/2014/main" id="{2131CAA7-EA0D-5CBC-488C-FF6CBB341429}"/>
              </a:ext>
            </a:extLst>
          </p:cNvPr>
          <p:cNvPicPr>
            <a:picLocks noChangeAspect="1"/>
          </p:cNvPicPr>
          <p:nvPr/>
        </p:nvPicPr>
        <p:blipFill>
          <a:blip r:embed="rId5"/>
          <a:stretch>
            <a:fillRect/>
          </a:stretch>
        </p:blipFill>
        <p:spPr>
          <a:xfrm>
            <a:off x="3152240" y="1221065"/>
            <a:ext cx="6280518" cy="1664530"/>
          </a:xfrm>
          <a:prstGeom prst="rect">
            <a:avLst/>
          </a:prstGeom>
        </p:spPr>
      </p:pic>
      <p:sp>
        <p:nvSpPr>
          <p:cNvPr id="14" name="CuadroTexto 13">
            <a:extLst>
              <a:ext uri="{FF2B5EF4-FFF2-40B4-BE49-F238E27FC236}">
                <a16:creationId xmlns:a16="http://schemas.microsoft.com/office/drawing/2014/main" id="{2BE6006C-9610-2D5C-8273-3E712A8ACF8F}"/>
              </a:ext>
            </a:extLst>
          </p:cNvPr>
          <p:cNvSpPr txBox="1"/>
          <p:nvPr/>
        </p:nvSpPr>
        <p:spPr>
          <a:xfrm>
            <a:off x="2893849" y="5934670"/>
            <a:ext cx="7200000" cy="923330"/>
          </a:xfrm>
          <a:prstGeom prst="rect">
            <a:avLst/>
          </a:prstGeom>
          <a:noFill/>
        </p:spPr>
        <p:txBody>
          <a:bodyPr wrap="square">
            <a:spAutoFit/>
          </a:bodyPr>
          <a:lstStyle/>
          <a:p>
            <a:r>
              <a:rPr lang="es-CO" u="sng" dirty="0">
                <a:hlinkClick r:id="rId6"/>
              </a:rPr>
              <a:t>https://drive.google.com/file/d/1q4znj-sZYga0AGFWHBAxPFPfPNRB6Drl/view?usp=sharing</a:t>
            </a:r>
            <a:endParaRPr lang="es-CO" u="sng" dirty="0"/>
          </a:p>
          <a:p>
            <a:endParaRPr lang="es-CO" u="sng" dirty="0"/>
          </a:p>
        </p:txBody>
      </p:sp>
    </p:spTree>
    <p:extLst>
      <p:ext uri="{BB962C8B-B14F-4D97-AF65-F5344CB8AC3E}">
        <p14:creationId xmlns:p14="http://schemas.microsoft.com/office/powerpoint/2010/main" val="1470715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BDA81-7E67-20D2-07F1-F66B7E65CBF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535E8222-C1C6-18CA-C525-73654A76D17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BE435962-EC1D-78A9-248D-800CD3E528F7}"/>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90CC7BA8-462E-3CE8-E3A4-EA533E1CD942}"/>
              </a:ext>
            </a:extLst>
          </p:cNvPr>
          <p:cNvSpPr txBox="1"/>
          <p:nvPr/>
        </p:nvSpPr>
        <p:spPr>
          <a:xfrm>
            <a:off x="2877350" y="114934"/>
            <a:ext cx="5842107"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AUTOSERVICIO AHORRAMAS - BOGOTÁ</a:t>
            </a:r>
            <a:br>
              <a:rPr lang="es-MX" dirty="0">
                <a:latin typeface="Franklin Gothic Demi" panose="020B0703020102020204" pitchFamily="34" charset="0"/>
              </a:rPr>
            </a:br>
            <a:r>
              <a:rPr lang="es-MX" dirty="0">
                <a:latin typeface="Franklin Gothic Demi" panose="020B0703020102020204" pitchFamily="34" charset="0"/>
              </a:rPr>
              <a:t>Canal Tradicional</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CBF0B0BC-435B-DBB6-2746-CC63F3DEAFD1}"/>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918D1376-9561-828A-CF36-824547D07522}"/>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5" name="CuadroTexto 4">
            <a:extLst>
              <a:ext uri="{FF2B5EF4-FFF2-40B4-BE49-F238E27FC236}">
                <a16:creationId xmlns:a16="http://schemas.microsoft.com/office/drawing/2014/main" id="{F222933C-BA12-E063-5BCF-E0BE2956583D}"/>
              </a:ext>
            </a:extLst>
          </p:cNvPr>
          <p:cNvSpPr txBox="1"/>
          <p:nvPr/>
        </p:nvSpPr>
        <p:spPr>
          <a:xfrm>
            <a:off x="2877350" y="2313377"/>
            <a:ext cx="7585784" cy="584775"/>
          </a:xfrm>
          <a:prstGeom prst="rect">
            <a:avLst/>
          </a:prstGeom>
          <a:noFill/>
          <a:ln>
            <a:solidFill>
              <a:schemeClr val="tx1"/>
            </a:solidFill>
          </a:ln>
        </p:spPr>
        <p:txBody>
          <a:bodyPr wrap="square" rtlCol="0">
            <a:spAutoFit/>
          </a:bodyPr>
          <a:lstStyle/>
          <a:p>
            <a:r>
              <a:rPr lang="es-ES" sz="1600" dirty="0"/>
              <a:t>El asesor o asesora no se encuentra en el punto de venta; se espero lo necesario, pero no se presentó, indican que se encuentra en incapacidad.</a:t>
            </a:r>
          </a:p>
        </p:txBody>
      </p:sp>
      <p:pic>
        <p:nvPicPr>
          <p:cNvPr id="2" name="Imagen 1" descr="Icono&#10;&#10;Descripción generada automáticamente">
            <a:extLst>
              <a:ext uri="{FF2B5EF4-FFF2-40B4-BE49-F238E27FC236}">
                <a16:creationId xmlns:a16="http://schemas.microsoft.com/office/drawing/2014/main" id="{7CB25710-62D1-D60E-F4F8-346AD4010F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
        <p:nvSpPr>
          <p:cNvPr id="10" name="CuadroTexto 9">
            <a:extLst>
              <a:ext uri="{FF2B5EF4-FFF2-40B4-BE49-F238E27FC236}">
                <a16:creationId xmlns:a16="http://schemas.microsoft.com/office/drawing/2014/main" id="{EC996291-4210-66B8-D41C-7DF41257F70E}"/>
              </a:ext>
            </a:extLst>
          </p:cNvPr>
          <p:cNvSpPr txBox="1"/>
          <p:nvPr/>
        </p:nvSpPr>
        <p:spPr>
          <a:xfrm>
            <a:off x="3047238" y="3353576"/>
            <a:ext cx="6094476" cy="923330"/>
          </a:xfrm>
          <a:prstGeom prst="rect">
            <a:avLst/>
          </a:prstGeom>
          <a:noFill/>
        </p:spPr>
        <p:txBody>
          <a:bodyPr wrap="square">
            <a:spAutoFit/>
          </a:bodyPr>
          <a:lstStyle/>
          <a:p>
            <a:r>
              <a:rPr lang="es-CO" dirty="0">
                <a:hlinkClick r:id="rId3"/>
              </a:rPr>
              <a:t>https://drive.google.com/file/d/1c79rCJlQAVGf_z2Yf1UjzhYW3Wi0XXt7/view?usp=sharing</a:t>
            </a:r>
            <a:endParaRPr lang="es-CO" dirty="0"/>
          </a:p>
          <a:p>
            <a:endParaRPr lang="es-CO" dirty="0"/>
          </a:p>
        </p:txBody>
      </p:sp>
      <p:sp>
        <p:nvSpPr>
          <p:cNvPr id="13" name="CuadroTexto 12">
            <a:extLst>
              <a:ext uri="{FF2B5EF4-FFF2-40B4-BE49-F238E27FC236}">
                <a16:creationId xmlns:a16="http://schemas.microsoft.com/office/drawing/2014/main" id="{3C421EB6-8AD5-6A4A-5C4B-6EC14C979D6C}"/>
              </a:ext>
            </a:extLst>
          </p:cNvPr>
          <p:cNvSpPr txBox="1"/>
          <p:nvPr/>
        </p:nvSpPr>
        <p:spPr>
          <a:xfrm>
            <a:off x="3047238" y="4387747"/>
            <a:ext cx="6094476" cy="923330"/>
          </a:xfrm>
          <a:prstGeom prst="rect">
            <a:avLst/>
          </a:prstGeom>
          <a:noFill/>
        </p:spPr>
        <p:txBody>
          <a:bodyPr wrap="square">
            <a:spAutoFit/>
          </a:bodyPr>
          <a:lstStyle/>
          <a:p>
            <a:r>
              <a:rPr lang="es-CO" dirty="0">
                <a:hlinkClick r:id="rId4"/>
              </a:rPr>
              <a:t>https://drive.google.com/file/d/1ionukm8SW-5XhkhNes0tc-1J0JZppf_T/view?usp=sharing</a:t>
            </a:r>
            <a:endParaRPr lang="es-CO" dirty="0"/>
          </a:p>
          <a:p>
            <a:endParaRPr lang="es-CO" dirty="0"/>
          </a:p>
        </p:txBody>
      </p:sp>
    </p:spTree>
    <p:extLst>
      <p:ext uri="{BB962C8B-B14F-4D97-AF65-F5344CB8AC3E}">
        <p14:creationId xmlns:p14="http://schemas.microsoft.com/office/powerpoint/2010/main" val="4030159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E534D02-B8C7-B74F-CB12-01F23F1DF649}"/>
              </a:ext>
            </a:extLst>
          </p:cNvPr>
          <p:cNvSpPr/>
          <p:nvPr/>
        </p:nvSpPr>
        <p:spPr>
          <a:xfrm>
            <a:off x="0" y="0"/>
            <a:ext cx="3047999"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descr="Icono&#10;&#10;Descripción generada automáticamente">
            <a:extLst>
              <a:ext uri="{FF2B5EF4-FFF2-40B4-BE49-F238E27FC236}">
                <a16:creationId xmlns:a16="http://schemas.microsoft.com/office/drawing/2014/main" id="{5A0D168E-1DD6-DBBA-D591-BCE26B9FEB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097" y="1512616"/>
            <a:ext cx="2560659" cy="485171"/>
          </a:xfrm>
          <a:prstGeom prst="rect">
            <a:avLst/>
          </a:prstGeom>
        </p:spPr>
      </p:pic>
      <p:pic>
        <p:nvPicPr>
          <p:cNvPr id="15" name="Imagen 14" descr="Un perro sentado en el suelo&#10;&#10;El contenido generado por IA puede ser incorrecto.">
            <a:extLst>
              <a:ext uri="{FF2B5EF4-FFF2-40B4-BE49-F238E27FC236}">
                <a16:creationId xmlns:a16="http://schemas.microsoft.com/office/drawing/2014/main" id="{5A180245-F026-E164-C1D0-FEAD3A5BE1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0"/>
            <a:ext cx="9144000" cy="6858000"/>
          </a:xfrm>
          <a:prstGeom prst="rect">
            <a:avLst/>
          </a:prstGeom>
        </p:spPr>
      </p:pic>
      <p:sp>
        <p:nvSpPr>
          <p:cNvPr id="16" name="CuadroTexto 15">
            <a:extLst>
              <a:ext uri="{FF2B5EF4-FFF2-40B4-BE49-F238E27FC236}">
                <a16:creationId xmlns:a16="http://schemas.microsoft.com/office/drawing/2014/main" id="{CAD1F5A1-A45B-7474-6EF8-7CEEC5771C78}"/>
              </a:ext>
            </a:extLst>
          </p:cNvPr>
          <p:cNvSpPr txBox="1"/>
          <p:nvPr/>
        </p:nvSpPr>
        <p:spPr>
          <a:xfrm>
            <a:off x="88425" y="2828835"/>
            <a:ext cx="2796331" cy="1200329"/>
          </a:xfrm>
          <a:prstGeom prst="rect">
            <a:avLst/>
          </a:prstGeom>
          <a:noFill/>
        </p:spPr>
        <p:txBody>
          <a:bodyPr wrap="square">
            <a:spAutoFit/>
          </a:bodyPr>
          <a:lstStyle/>
          <a:p>
            <a:pPr algn="ctr"/>
            <a:r>
              <a:rPr lang="es-MX" sz="2400" b="1" dirty="0">
                <a:solidFill>
                  <a:schemeClr val="bg1"/>
                </a:solidFill>
                <a:latin typeface="ui-sans-serif"/>
              </a:rPr>
              <a:t>INFORME MENSUAL </a:t>
            </a:r>
          </a:p>
          <a:p>
            <a:pPr algn="ctr"/>
            <a:r>
              <a:rPr lang="es-MX" sz="2400" b="1" dirty="0">
                <a:solidFill>
                  <a:schemeClr val="bg1"/>
                </a:solidFill>
                <a:latin typeface="ui-sans-serif"/>
              </a:rPr>
              <a:t>MISTERY </a:t>
            </a:r>
          </a:p>
          <a:p>
            <a:pPr algn="ctr"/>
            <a:r>
              <a:rPr lang="es-MX" sz="2400" b="1" dirty="0">
                <a:solidFill>
                  <a:schemeClr val="bg1"/>
                </a:solidFill>
                <a:latin typeface="ui-sans-serif"/>
              </a:rPr>
              <a:t>- Mayo 2026 - </a:t>
            </a:r>
            <a:endParaRPr lang="es-CO" sz="2400" b="1" dirty="0">
              <a:solidFill>
                <a:schemeClr val="bg1"/>
              </a:solidFill>
            </a:endParaRPr>
          </a:p>
        </p:txBody>
      </p:sp>
    </p:spTree>
    <p:extLst>
      <p:ext uri="{BB962C8B-B14F-4D97-AF65-F5344CB8AC3E}">
        <p14:creationId xmlns:p14="http://schemas.microsoft.com/office/powerpoint/2010/main" val="1254772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0E282-9F63-9DF6-BA90-42CB173E7610}"/>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F155CB5D-BA0C-CAF7-2F0F-4394F9AD5844}"/>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AF66B9E6-5CEA-0421-DFAD-B5F1900EB6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sp>
        <p:nvSpPr>
          <p:cNvPr id="19" name="CuadroTexto 18">
            <a:extLst>
              <a:ext uri="{FF2B5EF4-FFF2-40B4-BE49-F238E27FC236}">
                <a16:creationId xmlns:a16="http://schemas.microsoft.com/office/drawing/2014/main" id="{916EE9CB-71E5-9AFE-8E7A-1A74FD75F23B}"/>
              </a:ext>
            </a:extLst>
          </p:cNvPr>
          <p:cNvSpPr txBox="1"/>
          <p:nvPr/>
        </p:nvSpPr>
        <p:spPr>
          <a:xfrm>
            <a:off x="2787898" y="1016734"/>
            <a:ext cx="8495665" cy="492443"/>
          </a:xfrm>
          <a:prstGeom prst="rect">
            <a:avLst/>
          </a:prstGeom>
          <a:noFill/>
        </p:spPr>
        <p:txBody>
          <a:bodyPr wrap="square" rtlCol="0">
            <a:spAutoFit/>
          </a:bodyPr>
          <a:lstStyle/>
          <a:p>
            <a:r>
              <a:rPr lang="es-MX" sz="1300" dirty="0"/>
              <a:t>El mystery shopper de forma critica evaluó KPIS específicos de la gestión a través de una encuesta, en la cual cada pregunta fue clusterizada y punteada de la siguiente manera:</a:t>
            </a:r>
            <a:endParaRPr lang="es-CO" sz="1300" dirty="0"/>
          </a:p>
        </p:txBody>
      </p:sp>
      <p:cxnSp>
        <p:nvCxnSpPr>
          <p:cNvPr id="20" name="Conector recto 19">
            <a:extLst>
              <a:ext uri="{FF2B5EF4-FFF2-40B4-BE49-F238E27FC236}">
                <a16:creationId xmlns:a16="http://schemas.microsoft.com/office/drawing/2014/main" id="{D3A27C6F-099B-23E2-0FBF-C940DFCE3880}"/>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FBD11828-949C-D2F6-7826-69821A46DC57}"/>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26" name="CuadroTexto 25">
            <a:extLst>
              <a:ext uri="{FF2B5EF4-FFF2-40B4-BE49-F238E27FC236}">
                <a16:creationId xmlns:a16="http://schemas.microsoft.com/office/drawing/2014/main" id="{1D4B4EC2-2B82-9176-5626-2B64202C2BEA}"/>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MYSTERY SHOPPER</a:t>
            </a:r>
          </a:p>
          <a:p>
            <a:r>
              <a:rPr lang="es-MX" sz="1600" dirty="0"/>
              <a:t>Mayo</a:t>
            </a:r>
          </a:p>
        </p:txBody>
      </p:sp>
      <p:sp>
        <p:nvSpPr>
          <p:cNvPr id="15" name="CuadroTexto 14">
            <a:extLst>
              <a:ext uri="{FF2B5EF4-FFF2-40B4-BE49-F238E27FC236}">
                <a16:creationId xmlns:a16="http://schemas.microsoft.com/office/drawing/2014/main" id="{155A1899-F51E-9451-B8A7-0A68A2BA8466}"/>
              </a:ext>
            </a:extLst>
          </p:cNvPr>
          <p:cNvSpPr txBox="1"/>
          <p:nvPr/>
        </p:nvSpPr>
        <p:spPr>
          <a:xfrm>
            <a:off x="2787898" y="2877569"/>
            <a:ext cx="9145022" cy="3908762"/>
          </a:xfrm>
          <a:prstGeom prst="rect">
            <a:avLst/>
          </a:prstGeom>
          <a:noFill/>
        </p:spPr>
        <p:txBody>
          <a:bodyPr wrap="square" rtlCol="0">
            <a:spAutoFit/>
          </a:bodyPr>
          <a:lstStyle/>
          <a:p>
            <a:pPr algn="just"/>
            <a:r>
              <a:rPr lang="es-MX" sz="1200" b="1" dirty="0">
                <a:solidFill>
                  <a:srgbClr val="C00000"/>
                </a:solidFill>
              </a:rPr>
              <a:t>Descripción por  Clúster evaluado</a:t>
            </a:r>
            <a:r>
              <a:rPr lang="es-MX" sz="1200" dirty="0">
                <a:solidFill>
                  <a:srgbClr val="C00000"/>
                </a:solidFill>
              </a:rPr>
              <a:t>:</a:t>
            </a:r>
          </a:p>
          <a:p>
            <a:pPr algn="just"/>
            <a:endParaRPr lang="es-MX" sz="500" dirty="0">
              <a:solidFill>
                <a:srgbClr val="C00000"/>
              </a:solidFill>
            </a:endParaRPr>
          </a:p>
          <a:p>
            <a:pPr algn="just"/>
            <a:r>
              <a:rPr lang="es-MX" sz="1200" b="1" dirty="0"/>
              <a:t>PORTAFOLIO Y MANEJO DE OBJECIONES:</a:t>
            </a:r>
          </a:p>
          <a:p>
            <a:pPr marL="742950" lvl="1" indent="-285750">
              <a:buFont typeface="Arial" panose="020B0604020202020204" pitchFamily="34" charset="0"/>
              <a:buChar char="•"/>
            </a:pPr>
            <a:r>
              <a:rPr lang="es-ES" sz="1200" dirty="0"/>
              <a:t>Evalúa la capacidad del asesor para indagar necesidades del cliente, manejar objeciones de precio, comunicar beneficios clave (ingredientes, resultados, nutrición), aplicar el </a:t>
            </a:r>
            <a:r>
              <a:rPr lang="es-ES" sz="1200" dirty="0" err="1"/>
              <a:t>speech</a:t>
            </a:r>
            <a:r>
              <a:rPr lang="es-ES" sz="1200" dirty="0"/>
              <a:t> correcto, explicar promociones y guiar adecuadamente al </a:t>
            </a:r>
            <a:r>
              <a:rPr lang="es-ES" sz="1200" dirty="0" err="1"/>
              <a:t>shopper</a:t>
            </a:r>
            <a:r>
              <a:rPr lang="es-ES" sz="1200" dirty="0"/>
              <a:t> hacia el cierre de la compra.</a:t>
            </a:r>
            <a:r>
              <a:rPr lang="es-MX" sz="1200" dirty="0"/>
              <a:t>.</a:t>
            </a:r>
          </a:p>
          <a:p>
            <a:pPr marL="742950" lvl="1" indent="-285750">
              <a:buFont typeface="Arial" panose="020B0604020202020204" pitchFamily="34" charset="0"/>
              <a:buChar char="•"/>
            </a:pPr>
            <a:r>
              <a:rPr lang="es-ES" sz="1200" u="sng" dirty="0"/>
              <a:t>Moderno:</a:t>
            </a:r>
            <a:r>
              <a:rPr lang="es-ES" sz="1200" dirty="0"/>
              <a:t> Evalúa la recomendación inicial de marcas, oferta de húmedos y conocimiento de dinámicas del PDV comunicando beneficios clave.</a:t>
            </a:r>
            <a:br>
              <a:rPr lang="es-ES" sz="1200" dirty="0"/>
            </a:br>
            <a:r>
              <a:rPr lang="es-ES" sz="1200" u="sng" dirty="0"/>
              <a:t>Especializado: </a:t>
            </a:r>
            <a:r>
              <a:rPr lang="es-ES" sz="1200" dirty="0"/>
              <a:t>Analiza la asesoría experta, manejo de objeciones y comunicación de beneficios del portafolio (Pro Plan y Excellent).</a:t>
            </a:r>
          </a:p>
          <a:p>
            <a:pPr marL="742950" lvl="1" indent="-285750">
              <a:buFont typeface="Arial" panose="020B0604020202020204" pitchFamily="34" charset="0"/>
              <a:buChar char="•"/>
            </a:pPr>
            <a:r>
              <a:rPr lang="es-ES" sz="1200" u="sng" dirty="0"/>
              <a:t>Tradicional: </a:t>
            </a:r>
            <a:r>
              <a:rPr lang="es-ES" sz="1200" dirty="0"/>
              <a:t>Mide la oferta del portafolio básico, comunicación simple de beneficios y mención de innovaciones.</a:t>
            </a:r>
            <a:endParaRPr lang="es-MX" sz="1200" dirty="0"/>
          </a:p>
          <a:p>
            <a:pPr algn="just"/>
            <a:endParaRPr lang="es-MX" sz="500" dirty="0"/>
          </a:p>
          <a:p>
            <a:pPr algn="just"/>
            <a:endParaRPr lang="es-MX" sz="1200" b="1" dirty="0"/>
          </a:p>
          <a:p>
            <a:pPr algn="just"/>
            <a:r>
              <a:rPr lang="es-MX" sz="1200" b="1" dirty="0"/>
              <a:t>ABORDAJE: </a:t>
            </a:r>
            <a:r>
              <a:rPr lang="es-MX" sz="1200" dirty="0"/>
              <a:t>Se debe realizar un abordaje proactivo en pdv (inferior a 1 min) </a:t>
            </a:r>
          </a:p>
          <a:p>
            <a:pPr algn="just"/>
            <a:endParaRPr lang="es-MX" sz="1200" b="1" dirty="0"/>
          </a:p>
          <a:p>
            <a:pPr algn="just"/>
            <a:r>
              <a:rPr lang="es-MX" sz="1200" b="1" dirty="0"/>
              <a:t>HORARIO: </a:t>
            </a:r>
            <a:r>
              <a:rPr lang="es-MX" sz="1200" dirty="0"/>
              <a:t>El asesor debe estar presente en pdv en los turnos compartidos por malla horaria. </a:t>
            </a:r>
          </a:p>
          <a:p>
            <a:pPr algn="just"/>
            <a:endParaRPr lang="es-MX" sz="500" dirty="0"/>
          </a:p>
          <a:p>
            <a:pPr algn="just"/>
            <a:r>
              <a:rPr lang="es-MX" sz="1200" b="1" dirty="0"/>
              <a:t>LABOR DE VENTA:</a:t>
            </a:r>
            <a:r>
              <a:rPr lang="es-MX" sz="1200" dirty="0"/>
              <a:t> El asesor debe realizar un speech que incentive la compra de producto al mystery shopper. </a:t>
            </a:r>
          </a:p>
          <a:p>
            <a:pPr algn="just"/>
            <a:endParaRPr lang="es-MX" sz="500" dirty="0"/>
          </a:p>
          <a:p>
            <a:pPr algn="just"/>
            <a:r>
              <a:rPr lang="es-MX" sz="1200" b="1" dirty="0"/>
              <a:t>UNIFORME: </a:t>
            </a:r>
          </a:p>
          <a:p>
            <a:pPr marL="628650" lvl="1" indent="-171450" algn="just">
              <a:buFont typeface="Arial" panose="020B0604020202020204" pitchFamily="34" charset="0"/>
              <a:buChar char="•"/>
            </a:pPr>
            <a:r>
              <a:rPr lang="es-MX" sz="1200" dirty="0"/>
              <a:t>Cumple con el código de vestimenta, limpios y en buen estado: Pantalón, Camisa, calzado.</a:t>
            </a:r>
          </a:p>
          <a:p>
            <a:pPr marL="628650" lvl="1" indent="-171450" algn="just">
              <a:buFont typeface="Arial" panose="020B0604020202020204" pitchFamily="34" charset="0"/>
              <a:buChar char="•"/>
            </a:pPr>
            <a:r>
              <a:rPr lang="es-MX" sz="1200" dirty="0"/>
              <a:t>Cabello limpio, organizado y recogido.</a:t>
            </a:r>
          </a:p>
          <a:p>
            <a:pPr marL="628650" lvl="1" indent="-171450" algn="just">
              <a:buFont typeface="Arial" panose="020B0604020202020204" pitchFamily="34" charset="0"/>
              <a:buChar char="•"/>
            </a:pPr>
            <a:r>
              <a:rPr lang="es-MX" sz="1200" dirty="0"/>
              <a:t>No exceso de maquillaje, accesorios no propios del uniforme, tatuajes, piercings, uñas desarregladas</a:t>
            </a:r>
          </a:p>
        </p:txBody>
      </p:sp>
      <p:pic>
        <p:nvPicPr>
          <p:cNvPr id="2" name="Imagen 1">
            <a:extLst>
              <a:ext uri="{FF2B5EF4-FFF2-40B4-BE49-F238E27FC236}">
                <a16:creationId xmlns:a16="http://schemas.microsoft.com/office/drawing/2014/main" id="{81FE9502-6EA2-6ECC-1050-E1D15CE3862F}"/>
              </a:ext>
            </a:extLst>
          </p:cNvPr>
          <p:cNvPicPr>
            <a:picLocks noChangeAspect="1"/>
          </p:cNvPicPr>
          <p:nvPr/>
        </p:nvPicPr>
        <p:blipFill>
          <a:blip r:embed="rId3">
            <a:biLevel thresh="75000"/>
          </a:blip>
          <a:stretch>
            <a:fillRect/>
          </a:stretch>
        </p:blipFill>
        <p:spPr>
          <a:xfrm>
            <a:off x="485361" y="2590093"/>
            <a:ext cx="463336" cy="463336"/>
          </a:xfrm>
          <a:prstGeom prst="rect">
            <a:avLst/>
          </a:prstGeom>
        </p:spPr>
      </p:pic>
      <p:pic>
        <p:nvPicPr>
          <p:cNvPr id="5" name="Imagen 4">
            <a:extLst>
              <a:ext uri="{FF2B5EF4-FFF2-40B4-BE49-F238E27FC236}">
                <a16:creationId xmlns:a16="http://schemas.microsoft.com/office/drawing/2014/main" id="{C20E2930-599A-7419-C11D-C0E4A40A6375}"/>
              </a:ext>
            </a:extLst>
          </p:cNvPr>
          <p:cNvPicPr>
            <a:picLocks noChangeAspect="1"/>
          </p:cNvPicPr>
          <p:nvPr/>
        </p:nvPicPr>
        <p:blipFill>
          <a:blip r:embed="rId3">
            <a:biLevel thresh="75000"/>
          </a:blip>
          <a:stretch>
            <a:fillRect/>
          </a:stretch>
        </p:blipFill>
        <p:spPr>
          <a:xfrm>
            <a:off x="480689" y="3307226"/>
            <a:ext cx="463336" cy="463336"/>
          </a:xfrm>
          <a:prstGeom prst="rect">
            <a:avLst/>
          </a:prstGeom>
        </p:spPr>
      </p:pic>
      <p:pic>
        <p:nvPicPr>
          <p:cNvPr id="11" name="Imagen 10">
            <a:extLst>
              <a:ext uri="{FF2B5EF4-FFF2-40B4-BE49-F238E27FC236}">
                <a16:creationId xmlns:a16="http://schemas.microsoft.com/office/drawing/2014/main" id="{2D140C20-01C3-7105-AB68-98051006E0EC}"/>
              </a:ext>
            </a:extLst>
          </p:cNvPr>
          <p:cNvPicPr>
            <a:picLocks noChangeAspect="1"/>
          </p:cNvPicPr>
          <p:nvPr/>
        </p:nvPicPr>
        <p:blipFill>
          <a:blip r:embed="rId3">
            <a:biLevel thresh="75000"/>
          </a:blip>
          <a:stretch>
            <a:fillRect/>
          </a:stretch>
        </p:blipFill>
        <p:spPr>
          <a:xfrm>
            <a:off x="480689" y="4100546"/>
            <a:ext cx="463336" cy="463336"/>
          </a:xfrm>
          <a:prstGeom prst="rect">
            <a:avLst/>
          </a:prstGeom>
        </p:spPr>
      </p:pic>
      <p:pic>
        <p:nvPicPr>
          <p:cNvPr id="7" name="Imagen 6">
            <a:extLst>
              <a:ext uri="{FF2B5EF4-FFF2-40B4-BE49-F238E27FC236}">
                <a16:creationId xmlns:a16="http://schemas.microsoft.com/office/drawing/2014/main" id="{B9C9D0CF-5365-4935-68E8-80C317697183}"/>
              </a:ext>
            </a:extLst>
          </p:cNvPr>
          <p:cNvPicPr>
            <a:picLocks noChangeAspect="1"/>
          </p:cNvPicPr>
          <p:nvPr/>
        </p:nvPicPr>
        <p:blipFill>
          <a:blip r:embed="rId4"/>
          <a:stretch>
            <a:fillRect/>
          </a:stretch>
        </p:blipFill>
        <p:spPr>
          <a:xfrm>
            <a:off x="4827381" y="1517152"/>
            <a:ext cx="4883150" cy="1346200"/>
          </a:xfrm>
          <a:prstGeom prst="rect">
            <a:avLst/>
          </a:prstGeom>
        </p:spPr>
      </p:pic>
      <p:pic>
        <p:nvPicPr>
          <p:cNvPr id="13" name="Imagen 12">
            <a:extLst>
              <a:ext uri="{FF2B5EF4-FFF2-40B4-BE49-F238E27FC236}">
                <a16:creationId xmlns:a16="http://schemas.microsoft.com/office/drawing/2014/main" id="{57A414BA-12CA-4FDC-E578-0890ABF8C288}"/>
              </a:ext>
            </a:extLst>
          </p:cNvPr>
          <p:cNvPicPr>
            <a:picLocks noChangeAspect="1"/>
          </p:cNvPicPr>
          <p:nvPr/>
        </p:nvPicPr>
        <p:blipFill>
          <a:blip r:embed="rId3">
            <a:biLevel thresh="75000"/>
          </a:blip>
          <a:stretch>
            <a:fillRect/>
          </a:stretch>
        </p:blipFill>
        <p:spPr>
          <a:xfrm>
            <a:off x="369318" y="4966807"/>
            <a:ext cx="463336" cy="463336"/>
          </a:xfrm>
          <a:prstGeom prst="rect">
            <a:avLst/>
          </a:prstGeom>
        </p:spPr>
      </p:pic>
      <p:sp>
        <p:nvSpPr>
          <p:cNvPr id="6" name="CuadroTexto 5">
            <a:extLst>
              <a:ext uri="{FF2B5EF4-FFF2-40B4-BE49-F238E27FC236}">
                <a16:creationId xmlns:a16="http://schemas.microsoft.com/office/drawing/2014/main" id="{E3C391CC-F04A-DB23-292F-311123A9D0DB}"/>
              </a:ext>
            </a:extLst>
          </p:cNvPr>
          <p:cNvSpPr txBox="1"/>
          <p:nvPr/>
        </p:nvSpPr>
        <p:spPr>
          <a:xfrm>
            <a:off x="973514" y="2570965"/>
            <a:ext cx="1613504" cy="584775"/>
          </a:xfrm>
          <a:prstGeom prst="rect">
            <a:avLst/>
          </a:prstGeom>
          <a:noFill/>
        </p:spPr>
        <p:txBody>
          <a:bodyPr wrap="square" rtlCol="0">
            <a:spAutoFit/>
          </a:bodyPr>
          <a:lstStyle/>
          <a:p>
            <a:r>
              <a:rPr lang="es-MX" sz="1600" dirty="0">
                <a:solidFill>
                  <a:schemeClr val="bg1"/>
                </a:solidFill>
              </a:rPr>
              <a:t> 2 Mystery</a:t>
            </a:r>
          </a:p>
          <a:p>
            <a:r>
              <a:rPr lang="es-MX" sz="1600" b="1" dirty="0">
                <a:solidFill>
                  <a:schemeClr val="bg1"/>
                </a:solidFill>
              </a:rPr>
              <a:t>Bogotá</a:t>
            </a:r>
            <a:endParaRPr lang="es-CO" sz="1600" b="1" dirty="0">
              <a:solidFill>
                <a:schemeClr val="bg1"/>
              </a:solidFill>
            </a:endParaRPr>
          </a:p>
        </p:txBody>
      </p:sp>
      <p:sp>
        <p:nvSpPr>
          <p:cNvPr id="16" name="CuadroTexto 15">
            <a:extLst>
              <a:ext uri="{FF2B5EF4-FFF2-40B4-BE49-F238E27FC236}">
                <a16:creationId xmlns:a16="http://schemas.microsoft.com/office/drawing/2014/main" id="{E41B6F05-D0FB-153F-B6B2-08AB2053DFE7}"/>
              </a:ext>
            </a:extLst>
          </p:cNvPr>
          <p:cNvSpPr txBox="1"/>
          <p:nvPr/>
        </p:nvSpPr>
        <p:spPr>
          <a:xfrm>
            <a:off x="968842" y="3288098"/>
            <a:ext cx="1613504" cy="584775"/>
          </a:xfrm>
          <a:prstGeom prst="rect">
            <a:avLst/>
          </a:prstGeom>
          <a:noFill/>
        </p:spPr>
        <p:txBody>
          <a:bodyPr wrap="square" rtlCol="0">
            <a:spAutoFit/>
          </a:bodyPr>
          <a:lstStyle/>
          <a:p>
            <a:r>
              <a:rPr lang="es-MX" sz="1600" dirty="0">
                <a:solidFill>
                  <a:schemeClr val="bg1"/>
                </a:solidFill>
              </a:rPr>
              <a:t>2 Mystery</a:t>
            </a:r>
            <a:br>
              <a:rPr lang="es-MX" sz="1600" dirty="0">
                <a:solidFill>
                  <a:schemeClr val="bg1"/>
                </a:solidFill>
              </a:rPr>
            </a:br>
            <a:r>
              <a:rPr lang="es-MX" sz="1600" b="1" dirty="0">
                <a:solidFill>
                  <a:schemeClr val="bg1"/>
                </a:solidFill>
              </a:rPr>
              <a:t>Barranquilla</a:t>
            </a:r>
          </a:p>
        </p:txBody>
      </p:sp>
      <p:sp>
        <p:nvSpPr>
          <p:cNvPr id="17" name="CuadroTexto 16">
            <a:extLst>
              <a:ext uri="{FF2B5EF4-FFF2-40B4-BE49-F238E27FC236}">
                <a16:creationId xmlns:a16="http://schemas.microsoft.com/office/drawing/2014/main" id="{B1FE5C58-2C93-3566-C37F-4030F59D1AC4}"/>
              </a:ext>
            </a:extLst>
          </p:cNvPr>
          <p:cNvSpPr txBox="1"/>
          <p:nvPr/>
        </p:nvSpPr>
        <p:spPr>
          <a:xfrm>
            <a:off x="968842" y="4081418"/>
            <a:ext cx="1613504" cy="584775"/>
          </a:xfrm>
          <a:prstGeom prst="rect">
            <a:avLst/>
          </a:prstGeom>
          <a:noFill/>
        </p:spPr>
        <p:txBody>
          <a:bodyPr wrap="square" rtlCol="0">
            <a:spAutoFit/>
          </a:bodyPr>
          <a:lstStyle/>
          <a:p>
            <a:r>
              <a:rPr lang="es-MX" sz="1600" dirty="0">
                <a:solidFill>
                  <a:schemeClr val="bg1"/>
                </a:solidFill>
              </a:rPr>
              <a:t>2 Mystery</a:t>
            </a:r>
          </a:p>
          <a:p>
            <a:r>
              <a:rPr lang="es-MX" sz="1600" b="1" dirty="0">
                <a:solidFill>
                  <a:schemeClr val="bg1"/>
                </a:solidFill>
              </a:rPr>
              <a:t>Cartagena</a:t>
            </a:r>
            <a:endParaRPr lang="es-CO" sz="1600" b="1" dirty="0">
              <a:solidFill>
                <a:schemeClr val="bg1"/>
              </a:solidFill>
            </a:endParaRPr>
          </a:p>
        </p:txBody>
      </p:sp>
      <p:sp>
        <p:nvSpPr>
          <p:cNvPr id="18" name="CuadroTexto 17">
            <a:extLst>
              <a:ext uri="{FF2B5EF4-FFF2-40B4-BE49-F238E27FC236}">
                <a16:creationId xmlns:a16="http://schemas.microsoft.com/office/drawing/2014/main" id="{2D365E1D-1586-DF82-ECCE-5103BE870E62}"/>
              </a:ext>
            </a:extLst>
          </p:cNvPr>
          <p:cNvSpPr txBox="1"/>
          <p:nvPr/>
        </p:nvSpPr>
        <p:spPr>
          <a:xfrm>
            <a:off x="944025" y="4906088"/>
            <a:ext cx="1613504" cy="584775"/>
          </a:xfrm>
          <a:prstGeom prst="rect">
            <a:avLst/>
          </a:prstGeom>
          <a:noFill/>
        </p:spPr>
        <p:txBody>
          <a:bodyPr wrap="square" rtlCol="0">
            <a:spAutoFit/>
          </a:bodyPr>
          <a:lstStyle/>
          <a:p>
            <a:r>
              <a:rPr lang="es-MX" sz="1600" dirty="0">
                <a:solidFill>
                  <a:schemeClr val="bg1"/>
                </a:solidFill>
              </a:rPr>
              <a:t>1 Mystery</a:t>
            </a:r>
          </a:p>
          <a:p>
            <a:r>
              <a:rPr lang="es-MX" sz="1600" b="1" dirty="0">
                <a:solidFill>
                  <a:schemeClr val="bg1"/>
                </a:solidFill>
              </a:rPr>
              <a:t>Pereira</a:t>
            </a:r>
            <a:endParaRPr lang="es-CO" sz="1600" b="1" dirty="0">
              <a:solidFill>
                <a:schemeClr val="bg1"/>
              </a:solidFill>
            </a:endParaRPr>
          </a:p>
        </p:txBody>
      </p:sp>
    </p:spTree>
    <p:extLst>
      <p:ext uri="{BB962C8B-B14F-4D97-AF65-F5344CB8AC3E}">
        <p14:creationId xmlns:p14="http://schemas.microsoft.com/office/powerpoint/2010/main" val="1408814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148BC7B-FA01-522B-AFFE-4B9D33C4532B}"/>
              </a:ext>
            </a:extLst>
          </p:cNvPr>
          <p:cNvSpPr/>
          <p:nvPr/>
        </p:nvSpPr>
        <p:spPr>
          <a:xfrm>
            <a:off x="16316" y="-914"/>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CA0D3349-9D68-E2A3-5D11-A671C433FF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20" name="Conector recto 19">
            <a:extLst>
              <a:ext uri="{FF2B5EF4-FFF2-40B4-BE49-F238E27FC236}">
                <a16:creationId xmlns:a16="http://schemas.microsoft.com/office/drawing/2014/main" id="{5F0D9E00-62B8-F581-08CE-1657F389A062}"/>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C8923BB3-648E-8035-B4BA-B1B176CC9BA6}"/>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3" name="CuadroTexto 2">
            <a:extLst>
              <a:ext uri="{FF2B5EF4-FFF2-40B4-BE49-F238E27FC236}">
                <a16:creationId xmlns:a16="http://schemas.microsoft.com/office/drawing/2014/main" id="{5517A915-85AE-5FA2-8B73-8C6D4927CC78}"/>
              </a:ext>
            </a:extLst>
          </p:cNvPr>
          <p:cNvSpPr txBox="1"/>
          <p:nvPr/>
        </p:nvSpPr>
        <p:spPr>
          <a:xfrm>
            <a:off x="2877350" y="1575043"/>
            <a:ext cx="8652072" cy="830997"/>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s-MX" sz="1600" dirty="0"/>
              <a:t>Se logran impactar un total de 7 </a:t>
            </a:r>
            <a:r>
              <a:rPr lang="es-MX" sz="1600" dirty="0" err="1"/>
              <a:t>pdv</a:t>
            </a:r>
            <a:r>
              <a:rPr lang="es-MX" sz="1600" dirty="0"/>
              <a:t> con 6 </a:t>
            </a:r>
            <a:r>
              <a:rPr lang="es-MX" sz="1600" dirty="0" err="1"/>
              <a:t>mysterys</a:t>
            </a:r>
            <a:r>
              <a:rPr lang="es-MX" sz="1600" dirty="0"/>
              <a:t> efectivos. </a:t>
            </a:r>
          </a:p>
          <a:p>
            <a:pPr marL="285750" indent="-285750">
              <a:buFont typeface="Arial" panose="020B0604020202020204" pitchFamily="34" charset="0"/>
              <a:buChar char="•"/>
            </a:pPr>
            <a:r>
              <a:rPr lang="es-MX" sz="1600" dirty="0"/>
              <a:t>Detalle de la ejecución por ciudad de acuerdo con los objetivos propuestos:</a:t>
            </a:r>
            <a:br>
              <a:rPr lang="es-MX" sz="1600" dirty="0"/>
            </a:br>
            <a:endParaRPr lang="es-MX" sz="1600" dirty="0"/>
          </a:p>
        </p:txBody>
      </p:sp>
      <p:sp>
        <p:nvSpPr>
          <p:cNvPr id="7" name="CuadroTexto 6">
            <a:extLst>
              <a:ext uri="{FF2B5EF4-FFF2-40B4-BE49-F238E27FC236}">
                <a16:creationId xmlns:a16="http://schemas.microsoft.com/office/drawing/2014/main" id="{514FA1C8-16CE-F1F1-0F72-53231C1F0B27}"/>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MYSTERY SHOPPER</a:t>
            </a:r>
          </a:p>
          <a:p>
            <a:r>
              <a:rPr lang="es-MX" sz="1600" dirty="0"/>
              <a:t>Mayo</a:t>
            </a:r>
          </a:p>
        </p:txBody>
      </p:sp>
      <p:pic>
        <p:nvPicPr>
          <p:cNvPr id="11" name="Imagen 10">
            <a:extLst>
              <a:ext uri="{FF2B5EF4-FFF2-40B4-BE49-F238E27FC236}">
                <a16:creationId xmlns:a16="http://schemas.microsoft.com/office/drawing/2014/main" id="{7B2F1295-C3EC-2E92-15E0-706EACA2C06F}"/>
              </a:ext>
            </a:extLst>
          </p:cNvPr>
          <p:cNvPicPr>
            <a:picLocks noChangeAspect="1"/>
          </p:cNvPicPr>
          <p:nvPr/>
        </p:nvPicPr>
        <p:blipFill>
          <a:blip r:embed="rId3">
            <a:biLevel thresh="75000"/>
          </a:blip>
          <a:stretch>
            <a:fillRect/>
          </a:stretch>
        </p:blipFill>
        <p:spPr>
          <a:xfrm>
            <a:off x="485361" y="2590093"/>
            <a:ext cx="463336" cy="463336"/>
          </a:xfrm>
          <a:prstGeom prst="rect">
            <a:avLst/>
          </a:prstGeom>
        </p:spPr>
      </p:pic>
      <p:pic>
        <p:nvPicPr>
          <p:cNvPr id="22" name="Imagen 21">
            <a:extLst>
              <a:ext uri="{FF2B5EF4-FFF2-40B4-BE49-F238E27FC236}">
                <a16:creationId xmlns:a16="http://schemas.microsoft.com/office/drawing/2014/main" id="{21669286-61E7-5703-1C1A-367F06F299E6}"/>
              </a:ext>
            </a:extLst>
          </p:cNvPr>
          <p:cNvPicPr>
            <a:picLocks noChangeAspect="1"/>
          </p:cNvPicPr>
          <p:nvPr/>
        </p:nvPicPr>
        <p:blipFill>
          <a:blip r:embed="rId3">
            <a:biLevel thresh="75000"/>
          </a:blip>
          <a:stretch>
            <a:fillRect/>
          </a:stretch>
        </p:blipFill>
        <p:spPr>
          <a:xfrm>
            <a:off x="480689" y="3307226"/>
            <a:ext cx="463336" cy="463336"/>
          </a:xfrm>
          <a:prstGeom prst="rect">
            <a:avLst/>
          </a:prstGeom>
        </p:spPr>
      </p:pic>
      <p:pic>
        <p:nvPicPr>
          <p:cNvPr id="24" name="Imagen 23">
            <a:extLst>
              <a:ext uri="{FF2B5EF4-FFF2-40B4-BE49-F238E27FC236}">
                <a16:creationId xmlns:a16="http://schemas.microsoft.com/office/drawing/2014/main" id="{72DA5227-58EC-8503-67BA-7603D4653082}"/>
              </a:ext>
            </a:extLst>
          </p:cNvPr>
          <p:cNvPicPr>
            <a:picLocks noChangeAspect="1"/>
          </p:cNvPicPr>
          <p:nvPr/>
        </p:nvPicPr>
        <p:blipFill>
          <a:blip r:embed="rId3">
            <a:biLevel thresh="75000"/>
          </a:blip>
          <a:stretch>
            <a:fillRect/>
          </a:stretch>
        </p:blipFill>
        <p:spPr>
          <a:xfrm>
            <a:off x="480689" y="4100546"/>
            <a:ext cx="463336" cy="463336"/>
          </a:xfrm>
          <a:prstGeom prst="rect">
            <a:avLst/>
          </a:prstGeom>
        </p:spPr>
      </p:pic>
      <p:sp>
        <p:nvSpPr>
          <p:cNvPr id="2" name="CuadroTexto 1">
            <a:extLst>
              <a:ext uri="{FF2B5EF4-FFF2-40B4-BE49-F238E27FC236}">
                <a16:creationId xmlns:a16="http://schemas.microsoft.com/office/drawing/2014/main" id="{A568F266-4E5A-02A8-42F4-563BF46A45D0}"/>
              </a:ext>
            </a:extLst>
          </p:cNvPr>
          <p:cNvSpPr txBox="1"/>
          <p:nvPr/>
        </p:nvSpPr>
        <p:spPr>
          <a:xfrm>
            <a:off x="973514" y="2570965"/>
            <a:ext cx="1613504" cy="584775"/>
          </a:xfrm>
          <a:prstGeom prst="rect">
            <a:avLst/>
          </a:prstGeom>
          <a:noFill/>
        </p:spPr>
        <p:txBody>
          <a:bodyPr wrap="square" rtlCol="0">
            <a:spAutoFit/>
          </a:bodyPr>
          <a:lstStyle/>
          <a:p>
            <a:r>
              <a:rPr lang="es-MX" sz="1600" dirty="0">
                <a:solidFill>
                  <a:schemeClr val="bg1"/>
                </a:solidFill>
              </a:rPr>
              <a:t> 2 Mystery</a:t>
            </a:r>
          </a:p>
          <a:p>
            <a:r>
              <a:rPr lang="es-MX" sz="1600" b="1" dirty="0">
                <a:solidFill>
                  <a:schemeClr val="bg1"/>
                </a:solidFill>
              </a:rPr>
              <a:t>Bogotá</a:t>
            </a:r>
            <a:endParaRPr lang="es-CO" sz="1600" b="1" dirty="0">
              <a:solidFill>
                <a:schemeClr val="bg1"/>
              </a:solidFill>
            </a:endParaRPr>
          </a:p>
        </p:txBody>
      </p:sp>
      <p:sp>
        <p:nvSpPr>
          <p:cNvPr id="5" name="CuadroTexto 4">
            <a:extLst>
              <a:ext uri="{FF2B5EF4-FFF2-40B4-BE49-F238E27FC236}">
                <a16:creationId xmlns:a16="http://schemas.microsoft.com/office/drawing/2014/main" id="{A1296894-E928-DBEF-B258-D6E02AA03E37}"/>
              </a:ext>
            </a:extLst>
          </p:cNvPr>
          <p:cNvSpPr txBox="1"/>
          <p:nvPr/>
        </p:nvSpPr>
        <p:spPr>
          <a:xfrm>
            <a:off x="968842" y="3288098"/>
            <a:ext cx="1613504" cy="584775"/>
          </a:xfrm>
          <a:prstGeom prst="rect">
            <a:avLst/>
          </a:prstGeom>
          <a:noFill/>
        </p:spPr>
        <p:txBody>
          <a:bodyPr wrap="square" rtlCol="0">
            <a:spAutoFit/>
          </a:bodyPr>
          <a:lstStyle/>
          <a:p>
            <a:r>
              <a:rPr lang="es-MX" sz="1600" dirty="0">
                <a:solidFill>
                  <a:schemeClr val="bg1"/>
                </a:solidFill>
              </a:rPr>
              <a:t>2 Mystery</a:t>
            </a:r>
            <a:br>
              <a:rPr lang="es-MX" sz="1600" dirty="0">
                <a:solidFill>
                  <a:schemeClr val="bg1"/>
                </a:solidFill>
              </a:rPr>
            </a:br>
            <a:r>
              <a:rPr lang="es-MX" sz="1600" b="1" dirty="0">
                <a:solidFill>
                  <a:schemeClr val="bg1"/>
                </a:solidFill>
              </a:rPr>
              <a:t>Barranquilla</a:t>
            </a:r>
          </a:p>
        </p:txBody>
      </p:sp>
      <p:sp>
        <p:nvSpPr>
          <p:cNvPr id="6" name="CuadroTexto 5">
            <a:extLst>
              <a:ext uri="{FF2B5EF4-FFF2-40B4-BE49-F238E27FC236}">
                <a16:creationId xmlns:a16="http://schemas.microsoft.com/office/drawing/2014/main" id="{53F5D50B-9597-D73D-43D4-B892F015D54F}"/>
              </a:ext>
            </a:extLst>
          </p:cNvPr>
          <p:cNvSpPr txBox="1"/>
          <p:nvPr/>
        </p:nvSpPr>
        <p:spPr>
          <a:xfrm>
            <a:off x="968842" y="4081418"/>
            <a:ext cx="1613504" cy="584775"/>
          </a:xfrm>
          <a:prstGeom prst="rect">
            <a:avLst/>
          </a:prstGeom>
          <a:noFill/>
        </p:spPr>
        <p:txBody>
          <a:bodyPr wrap="square" rtlCol="0">
            <a:spAutoFit/>
          </a:bodyPr>
          <a:lstStyle/>
          <a:p>
            <a:r>
              <a:rPr lang="es-MX" sz="1600" dirty="0">
                <a:solidFill>
                  <a:schemeClr val="bg1"/>
                </a:solidFill>
              </a:rPr>
              <a:t>2 Mystery</a:t>
            </a:r>
          </a:p>
          <a:p>
            <a:r>
              <a:rPr lang="es-MX" sz="1600" b="1" dirty="0">
                <a:solidFill>
                  <a:schemeClr val="bg1"/>
                </a:solidFill>
              </a:rPr>
              <a:t>Cartagena</a:t>
            </a:r>
            <a:endParaRPr lang="es-CO" sz="1600" b="1" dirty="0">
              <a:solidFill>
                <a:schemeClr val="bg1"/>
              </a:solidFill>
            </a:endParaRPr>
          </a:p>
        </p:txBody>
      </p:sp>
      <p:sp>
        <p:nvSpPr>
          <p:cNvPr id="9" name="CuadroTexto 8">
            <a:extLst>
              <a:ext uri="{FF2B5EF4-FFF2-40B4-BE49-F238E27FC236}">
                <a16:creationId xmlns:a16="http://schemas.microsoft.com/office/drawing/2014/main" id="{AECC881B-F425-34BB-54C2-E28C471325E2}"/>
              </a:ext>
            </a:extLst>
          </p:cNvPr>
          <p:cNvSpPr txBox="1"/>
          <p:nvPr/>
        </p:nvSpPr>
        <p:spPr>
          <a:xfrm>
            <a:off x="944025" y="4906088"/>
            <a:ext cx="1613504" cy="584775"/>
          </a:xfrm>
          <a:prstGeom prst="rect">
            <a:avLst/>
          </a:prstGeom>
          <a:noFill/>
        </p:spPr>
        <p:txBody>
          <a:bodyPr wrap="square" rtlCol="0">
            <a:spAutoFit/>
          </a:bodyPr>
          <a:lstStyle/>
          <a:p>
            <a:r>
              <a:rPr lang="es-MX" sz="1600" dirty="0">
                <a:solidFill>
                  <a:schemeClr val="bg1"/>
                </a:solidFill>
              </a:rPr>
              <a:t>1 Mystery</a:t>
            </a:r>
          </a:p>
          <a:p>
            <a:r>
              <a:rPr lang="es-MX" sz="1600" b="1" dirty="0">
                <a:solidFill>
                  <a:schemeClr val="bg1"/>
                </a:solidFill>
              </a:rPr>
              <a:t>Pereira</a:t>
            </a:r>
            <a:endParaRPr lang="es-CO" sz="1600" b="1" dirty="0">
              <a:solidFill>
                <a:schemeClr val="bg1"/>
              </a:solidFill>
            </a:endParaRPr>
          </a:p>
        </p:txBody>
      </p:sp>
      <p:pic>
        <p:nvPicPr>
          <p:cNvPr id="10" name="Imagen 9">
            <a:extLst>
              <a:ext uri="{FF2B5EF4-FFF2-40B4-BE49-F238E27FC236}">
                <a16:creationId xmlns:a16="http://schemas.microsoft.com/office/drawing/2014/main" id="{C1EE0FDC-0D20-855A-619F-D8E764BB124E}"/>
              </a:ext>
            </a:extLst>
          </p:cNvPr>
          <p:cNvPicPr>
            <a:picLocks noChangeAspect="1"/>
          </p:cNvPicPr>
          <p:nvPr/>
        </p:nvPicPr>
        <p:blipFill>
          <a:blip r:embed="rId3">
            <a:biLevel thresh="75000"/>
          </a:blip>
          <a:stretch>
            <a:fillRect/>
          </a:stretch>
        </p:blipFill>
        <p:spPr>
          <a:xfrm>
            <a:off x="414865" y="4899025"/>
            <a:ext cx="463336" cy="463336"/>
          </a:xfrm>
          <a:prstGeom prst="rect">
            <a:avLst/>
          </a:prstGeom>
        </p:spPr>
      </p:pic>
      <p:sp>
        <p:nvSpPr>
          <p:cNvPr id="12" name="CuadroTexto 11">
            <a:extLst>
              <a:ext uri="{FF2B5EF4-FFF2-40B4-BE49-F238E27FC236}">
                <a16:creationId xmlns:a16="http://schemas.microsoft.com/office/drawing/2014/main" id="{DFC6C1A4-BF2B-CC74-AA44-0CDE3CEB7EF6}"/>
              </a:ext>
            </a:extLst>
          </p:cNvPr>
          <p:cNvSpPr txBox="1"/>
          <p:nvPr/>
        </p:nvSpPr>
        <p:spPr>
          <a:xfrm>
            <a:off x="3033757" y="4144184"/>
            <a:ext cx="8495665" cy="307777"/>
          </a:xfrm>
          <a:prstGeom prst="rect">
            <a:avLst/>
          </a:prstGeom>
          <a:noFill/>
        </p:spPr>
        <p:txBody>
          <a:bodyPr wrap="square" rtlCol="0">
            <a:spAutoFit/>
          </a:bodyPr>
          <a:lstStyle/>
          <a:p>
            <a:r>
              <a:rPr lang="es-MX" sz="1400" b="1" dirty="0"/>
              <a:t>Detalle PDV con cobertura, </a:t>
            </a:r>
            <a:r>
              <a:rPr lang="es-MX" sz="1400" b="1" dirty="0">
                <a:solidFill>
                  <a:srgbClr val="FF0000"/>
                </a:solidFill>
              </a:rPr>
              <a:t>SIN VISITA EFECTIVA</a:t>
            </a:r>
            <a:r>
              <a:rPr lang="es-MX" sz="1400" dirty="0"/>
              <a:t>: </a:t>
            </a:r>
          </a:p>
        </p:txBody>
      </p:sp>
      <p:pic>
        <p:nvPicPr>
          <p:cNvPr id="18" name="Imagen 17">
            <a:extLst>
              <a:ext uri="{FF2B5EF4-FFF2-40B4-BE49-F238E27FC236}">
                <a16:creationId xmlns:a16="http://schemas.microsoft.com/office/drawing/2014/main" id="{6E7E4B6C-7432-96AB-E4A3-D7DEB5C7088D}"/>
              </a:ext>
            </a:extLst>
          </p:cNvPr>
          <p:cNvPicPr>
            <a:picLocks noChangeAspect="1"/>
          </p:cNvPicPr>
          <p:nvPr/>
        </p:nvPicPr>
        <p:blipFill>
          <a:blip r:embed="rId4"/>
          <a:stretch>
            <a:fillRect/>
          </a:stretch>
        </p:blipFill>
        <p:spPr>
          <a:xfrm>
            <a:off x="3228594" y="2331197"/>
            <a:ext cx="8566150" cy="1371600"/>
          </a:xfrm>
          <a:prstGeom prst="rect">
            <a:avLst/>
          </a:prstGeom>
        </p:spPr>
      </p:pic>
      <p:pic>
        <p:nvPicPr>
          <p:cNvPr id="14" name="Imagen 13">
            <a:extLst>
              <a:ext uri="{FF2B5EF4-FFF2-40B4-BE49-F238E27FC236}">
                <a16:creationId xmlns:a16="http://schemas.microsoft.com/office/drawing/2014/main" id="{7CCDF972-37AB-4F6F-BF69-882B0DFCF8F4}"/>
              </a:ext>
            </a:extLst>
          </p:cNvPr>
          <p:cNvPicPr>
            <a:picLocks noChangeAspect="1"/>
          </p:cNvPicPr>
          <p:nvPr/>
        </p:nvPicPr>
        <p:blipFill>
          <a:blip r:embed="rId5"/>
          <a:stretch>
            <a:fillRect/>
          </a:stretch>
        </p:blipFill>
        <p:spPr>
          <a:xfrm>
            <a:off x="2990334" y="5066291"/>
            <a:ext cx="9124950" cy="749300"/>
          </a:xfrm>
          <a:prstGeom prst="rect">
            <a:avLst/>
          </a:prstGeom>
        </p:spPr>
      </p:pic>
    </p:spTree>
    <p:extLst>
      <p:ext uri="{BB962C8B-B14F-4D97-AF65-F5344CB8AC3E}">
        <p14:creationId xmlns:p14="http://schemas.microsoft.com/office/powerpoint/2010/main" val="342973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4B7A4-7FEE-C255-C88E-6291B7C18060}"/>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DDB5FB5-DBA7-32AF-7850-44C9AB95377D}"/>
              </a:ext>
            </a:extLst>
          </p:cNvPr>
          <p:cNvSpPr/>
          <p:nvPr/>
        </p:nvSpPr>
        <p:spPr>
          <a:xfrm>
            <a:off x="17595"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7BFBC2EA-2855-C20B-54D3-EB6BED5DC4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3" y="182372"/>
            <a:ext cx="2560659" cy="485171"/>
          </a:xfrm>
          <a:prstGeom prst="rect">
            <a:avLst/>
          </a:prstGeom>
        </p:spPr>
      </p:pic>
      <p:sp>
        <p:nvSpPr>
          <p:cNvPr id="19" name="CuadroTexto 18">
            <a:extLst>
              <a:ext uri="{FF2B5EF4-FFF2-40B4-BE49-F238E27FC236}">
                <a16:creationId xmlns:a16="http://schemas.microsoft.com/office/drawing/2014/main" id="{AAF4DEE6-769C-B912-0714-4AF45BCDF5A3}"/>
              </a:ext>
            </a:extLst>
          </p:cNvPr>
          <p:cNvSpPr txBox="1"/>
          <p:nvPr/>
        </p:nvSpPr>
        <p:spPr>
          <a:xfrm>
            <a:off x="2946880" y="852225"/>
            <a:ext cx="7966992" cy="584775"/>
          </a:xfrm>
          <a:prstGeom prst="rect">
            <a:avLst/>
          </a:prstGeom>
          <a:noFill/>
        </p:spPr>
        <p:txBody>
          <a:bodyPr wrap="square" lIns="91440" tIns="45720" rIns="91440" bIns="45720" rtlCol="0" anchor="t">
            <a:spAutoFit/>
          </a:bodyPr>
          <a:lstStyle/>
          <a:p>
            <a:r>
              <a:rPr lang="es-MX" sz="1600" dirty="0"/>
              <a:t>Evaluando los pdv se obtiene un resultado del Mystery de un 98% frente a los KPIS propuestos de gestión.</a:t>
            </a:r>
          </a:p>
        </p:txBody>
      </p:sp>
      <p:cxnSp>
        <p:nvCxnSpPr>
          <p:cNvPr id="9" name="Conector recto 8">
            <a:extLst>
              <a:ext uri="{FF2B5EF4-FFF2-40B4-BE49-F238E27FC236}">
                <a16:creationId xmlns:a16="http://schemas.microsoft.com/office/drawing/2014/main" id="{BD04800E-534E-910F-993C-E2246B4B7515}"/>
              </a:ext>
            </a:extLst>
          </p:cNvPr>
          <p:cNvCxnSpPr>
            <a:cxnSpLocks/>
          </p:cNvCxnSpPr>
          <p:nvPr/>
        </p:nvCxnSpPr>
        <p:spPr>
          <a:xfrm>
            <a:off x="2877350" y="66927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Rectángulo: esquinas redondeadas 9">
            <a:extLst>
              <a:ext uri="{FF2B5EF4-FFF2-40B4-BE49-F238E27FC236}">
                <a16:creationId xmlns:a16="http://schemas.microsoft.com/office/drawing/2014/main" id="{281AFCE6-2261-7527-935F-42662EFC9A0D}"/>
              </a:ext>
            </a:extLst>
          </p:cNvPr>
          <p:cNvSpPr/>
          <p:nvPr/>
        </p:nvSpPr>
        <p:spPr>
          <a:xfrm>
            <a:off x="9531626" y="486320"/>
            <a:ext cx="2335696"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RESULTADOS OBTENIDOS</a:t>
            </a:r>
            <a:endParaRPr lang="es-CO" sz="1400" b="1" dirty="0"/>
          </a:p>
        </p:txBody>
      </p:sp>
      <p:sp>
        <p:nvSpPr>
          <p:cNvPr id="31" name="CuadroTexto 30">
            <a:extLst>
              <a:ext uri="{FF2B5EF4-FFF2-40B4-BE49-F238E27FC236}">
                <a16:creationId xmlns:a16="http://schemas.microsoft.com/office/drawing/2014/main" id="{29C5ECE4-EA9C-AB55-6217-E09024B4BBC3}"/>
              </a:ext>
            </a:extLst>
          </p:cNvPr>
          <p:cNvSpPr txBox="1"/>
          <p:nvPr/>
        </p:nvSpPr>
        <p:spPr>
          <a:xfrm>
            <a:off x="1072581" y="5706322"/>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98%</a:t>
            </a:r>
            <a:endParaRPr lang="es-CO" sz="2000" b="1" dirty="0">
              <a:solidFill>
                <a:schemeClr val="bg1"/>
              </a:solidFill>
              <a:latin typeface="Franklin Gothic Demi"/>
            </a:endParaRPr>
          </a:p>
        </p:txBody>
      </p:sp>
      <p:sp>
        <p:nvSpPr>
          <p:cNvPr id="34" name="CuadroTexto 33">
            <a:extLst>
              <a:ext uri="{FF2B5EF4-FFF2-40B4-BE49-F238E27FC236}">
                <a16:creationId xmlns:a16="http://schemas.microsoft.com/office/drawing/2014/main" id="{E05B9B16-CC31-890A-EB18-C198391ACA87}"/>
              </a:ext>
            </a:extLst>
          </p:cNvPr>
          <p:cNvSpPr txBox="1"/>
          <p:nvPr/>
        </p:nvSpPr>
        <p:spPr>
          <a:xfrm>
            <a:off x="168630" y="4885530"/>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sp>
        <p:nvSpPr>
          <p:cNvPr id="12" name="CuadroTexto 11">
            <a:extLst>
              <a:ext uri="{FF2B5EF4-FFF2-40B4-BE49-F238E27FC236}">
                <a16:creationId xmlns:a16="http://schemas.microsoft.com/office/drawing/2014/main" id="{CA99E943-61C2-001F-2E86-6BB504A8BCA5}"/>
              </a:ext>
            </a:extLst>
          </p:cNvPr>
          <p:cNvSpPr txBox="1"/>
          <p:nvPr/>
        </p:nvSpPr>
        <p:spPr>
          <a:xfrm>
            <a:off x="2946880" y="66181"/>
            <a:ext cx="4288100" cy="615553"/>
          </a:xfrm>
          <a:prstGeom prst="rect">
            <a:avLst/>
          </a:prstGeom>
          <a:noFill/>
        </p:spPr>
        <p:txBody>
          <a:bodyPr wrap="square" lIns="91440" tIns="45720" rIns="91440" bIns="45720" rtlCol="0" anchor="t">
            <a:spAutoFit/>
          </a:bodyPr>
          <a:lstStyle/>
          <a:p>
            <a:r>
              <a:rPr lang="es-MX" b="1" dirty="0"/>
              <a:t>MYSTERY PURINA</a:t>
            </a:r>
          </a:p>
          <a:p>
            <a:r>
              <a:rPr lang="es-MX" sz="1600" dirty="0"/>
              <a:t>Mayo</a:t>
            </a:r>
            <a:endParaRPr lang="es-CO" sz="1600" dirty="0"/>
          </a:p>
        </p:txBody>
      </p:sp>
      <p:sp>
        <p:nvSpPr>
          <p:cNvPr id="29" name="CuadroTexto 28">
            <a:extLst>
              <a:ext uri="{FF2B5EF4-FFF2-40B4-BE49-F238E27FC236}">
                <a16:creationId xmlns:a16="http://schemas.microsoft.com/office/drawing/2014/main" id="{FD6FA386-4DA2-F905-4FF4-15EB8127A018}"/>
              </a:ext>
            </a:extLst>
          </p:cNvPr>
          <p:cNvSpPr txBox="1"/>
          <p:nvPr/>
        </p:nvSpPr>
        <p:spPr>
          <a:xfrm>
            <a:off x="2946879" y="5539275"/>
            <a:ext cx="8695924" cy="1077218"/>
          </a:xfrm>
          <a:prstGeom prst="rect">
            <a:avLst/>
          </a:prstGeom>
          <a:noFill/>
          <a:ln w="3175">
            <a:solidFill>
              <a:schemeClr val="tx1"/>
            </a:solidFill>
          </a:ln>
        </p:spPr>
        <p:txBody>
          <a:bodyPr wrap="square" lIns="91440" tIns="45720" rIns="91440" bIns="45720" rtlCol="0" anchor="t">
            <a:spAutoFit/>
          </a:bodyPr>
          <a:lstStyle/>
          <a:p>
            <a:pPr algn="just"/>
            <a:r>
              <a:rPr lang="es-ES" sz="1600" dirty="0"/>
              <a:t>Las novedades identificadas se concentran en el clúster de portafolio y maneo de objeciones ya que en el canal especializado hay novedades en cuanto el tema de ofrecer húmedos y la campaña de “un sobre al día”, por otro lado, con el canal moderno se olvida mencionar la parte de resultados visibles en 28 días.</a:t>
            </a:r>
            <a:endParaRPr lang="es-MX" sz="1600" dirty="0"/>
          </a:p>
        </p:txBody>
      </p:sp>
      <p:graphicFrame>
        <p:nvGraphicFramePr>
          <p:cNvPr id="21" name="Gráfico 20">
            <a:extLst>
              <a:ext uri="{FF2B5EF4-FFF2-40B4-BE49-F238E27FC236}">
                <a16:creationId xmlns:a16="http://schemas.microsoft.com/office/drawing/2014/main" id="{9953217C-18DA-CBB4-48A3-E9B18F19458C}"/>
              </a:ext>
            </a:extLst>
          </p:cNvPr>
          <p:cNvGraphicFramePr/>
          <p:nvPr>
            <p:extLst>
              <p:ext uri="{D42A27DB-BD31-4B8C-83A1-F6EECF244321}">
                <p14:modId xmlns:p14="http://schemas.microsoft.com/office/powerpoint/2010/main" val="1701317837"/>
              </p:ext>
            </p:extLst>
          </p:nvPr>
        </p:nvGraphicFramePr>
        <p:xfrm>
          <a:off x="799725" y="5153914"/>
          <a:ext cx="1847779" cy="1403409"/>
        </p:xfrm>
        <a:graphic>
          <a:graphicData uri="http://schemas.openxmlformats.org/drawingml/2006/chart">
            <c:chart xmlns:c="http://schemas.openxmlformats.org/drawingml/2006/chart" xmlns:r="http://schemas.openxmlformats.org/officeDocument/2006/relationships" r:id="rId4"/>
          </a:graphicData>
        </a:graphic>
      </p:graphicFrame>
      <p:pic>
        <p:nvPicPr>
          <p:cNvPr id="2" name="Imagen 1">
            <a:extLst>
              <a:ext uri="{FF2B5EF4-FFF2-40B4-BE49-F238E27FC236}">
                <a16:creationId xmlns:a16="http://schemas.microsoft.com/office/drawing/2014/main" id="{46E1F25A-75E5-022A-BF3E-7F1E7C0EF865}"/>
              </a:ext>
            </a:extLst>
          </p:cNvPr>
          <p:cNvPicPr>
            <a:picLocks noChangeAspect="1"/>
          </p:cNvPicPr>
          <p:nvPr/>
        </p:nvPicPr>
        <p:blipFill>
          <a:blip r:embed="rId5">
            <a:biLevel thresh="75000"/>
          </a:blip>
          <a:stretch>
            <a:fillRect/>
          </a:stretch>
        </p:blipFill>
        <p:spPr>
          <a:xfrm>
            <a:off x="288214" y="1328643"/>
            <a:ext cx="463336" cy="463336"/>
          </a:xfrm>
          <a:prstGeom prst="rect">
            <a:avLst/>
          </a:prstGeom>
        </p:spPr>
      </p:pic>
      <p:pic>
        <p:nvPicPr>
          <p:cNvPr id="16" name="Imagen 15">
            <a:extLst>
              <a:ext uri="{FF2B5EF4-FFF2-40B4-BE49-F238E27FC236}">
                <a16:creationId xmlns:a16="http://schemas.microsoft.com/office/drawing/2014/main" id="{84134B20-67D8-A5BA-0028-8A03A349608B}"/>
              </a:ext>
            </a:extLst>
          </p:cNvPr>
          <p:cNvPicPr>
            <a:picLocks noChangeAspect="1"/>
          </p:cNvPicPr>
          <p:nvPr/>
        </p:nvPicPr>
        <p:blipFill>
          <a:blip r:embed="rId5">
            <a:biLevel thresh="75000"/>
          </a:blip>
          <a:stretch>
            <a:fillRect/>
          </a:stretch>
        </p:blipFill>
        <p:spPr>
          <a:xfrm>
            <a:off x="288214" y="2259846"/>
            <a:ext cx="463336" cy="463336"/>
          </a:xfrm>
          <a:prstGeom prst="rect">
            <a:avLst/>
          </a:prstGeom>
        </p:spPr>
      </p:pic>
      <p:pic>
        <p:nvPicPr>
          <p:cNvPr id="20" name="Imagen 19">
            <a:extLst>
              <a:ext uri="{FF2B5EF4-FFF2-40B4-BE49-F238E27FC236}">
                <a16:creationId xmlns:a16="http://schemas.microsoft.com/office/drawing/2014/main" id="{49675203-3D4C-51D4-0B9C-EECC0EF882D4}"/>
              </a:ext>
            </a:extLst>
          </p:cNvPr>
          <p:cNvPicPr>
            <a:picLocks noChangeAspect="1"/>
          </p:cNvPicPr>
          <p:nvPr/>
        </p:nvPicPr>
        <p:blipFill>
          <a:blip r:embed="rId5">
            <a:biLevel thresh="75000"/>
          </a:blip>
          <a:stretch>
            <a:fillRect/>
          </a:stretch>
        </p:blipFill>
        <p:spPr>
          <a:xfrm>
            <a:off x="288214" y="2989169"/>
            <a:ext cx="463336" cy="463336"/>
          </a:xfrm>
          <a:prstGeom prst="rect">
            <a:avLst/>
          </a:prstGeom>
        </p:spPr>
      </p:pic>
      <p:pic>
        <p:nvPicPr>
          <p:cNvPr id="3" name="Imagen 2">
            <a:extLst>
              <a:ext uri="{FF2B5EF4-FFF2-40B4-BE49-F238E27FC236}">
                <a16:creationId xmlns:a16="http://schemas.microsoft.com/office/drawing/2014/main" id="{A2D360AE-A9E2-5D0F-9C7E-4B40FC0129CD}"/>
              </a:ext>
            </a:extLst>
          </p:cNvPr>
          <p:cNvPicPr>
            <a:picLocks noChangeAspect="1"/>
          </p:cNvPicPr>
          <p:nvPr/>
        </p:nvPicPr>
        <p:blipFill>
          <a:blip r:embed="rId5">
            <a:biLevel thresh="75000"/>
          </a:blip>
          <a:stretch>
            <a:fillRect/>
          </a:stretch>
        </p:blipFill>
        <p:spPr>
          <a:xfrm>
            <a:off x="288214" y="3821515"/>
            <a:ext cx="463336" cy="463336"/>
          </a:xfrm>
          <a:prstGeom prst="rect">
            <a:avLst/>
          </a:prstGeom>
        </p:spPr>
      </p:pic>
      <p:pic>
        <p:nvPicPr>
          <p:cNvPr id="15" name="Imagen 14">
            <a:extLst>
              <a:ext uri="{FF2B5EF4-FFF2-40B4-BE49-F238E27FC236}">
                <a16:creationId xmlns:a16="http://schemas.microsoft.com/office/drawing/2014/main" id="{593E4B7A-DC48-FFEC-CBD9-6989373AA625}"/>
              </a:ext>
            </a:extLst>
          </p:cNvPr>
          <p:cNvPicPr>
            <a:picLocks noChangeAspect="1"/>
          </p:cNvPicPr>
          <p:nvPr/>
        </p:nvPicPr>
        <p:blipFill>
          <a:blip r:embed="rId6"/>
          <a:stretch>
            <a:fillRect/>
          </a:stretch>
        </p:blipFill>
        <p:spPr>
          <a:xfrm>
            <a:off x="2877350" y="1673086"/>
            <a:ext cx="7318210" cy="1686699"/>
          </a:xfrm>
          <a:prstGeom prst="rect">
            <a:avLst/>
          </a:prstGeom>
        </p:spPr>
      </p:pic>
      <p:pic>
        <p:nvPicPr>
          <p:cNvPr id="18" name="Imagen 17">
            <a:extLst>
              <a:ext uri="{FF2B5EF4-FFF2-40B4-BE49-F238E27FC236}">
                <a16:creationId xmlns:a16="http://schemas.microsoft.com/office/drawing/2014/main" id="{66D88475-0130-0F1E-DC61-FA71BD998ADD}"/>
              </a:ext>
            </a:extLst>
          </p:cNvPr>
          <p:cNvPicPr>
            <a:picLocks noChangeAspect="1"/>
          </p:cNvPicPr>
          <p:nvPr/>
        </p:nvPicPr>
        <p:blipFill>
          <a:blip r:embed="rId7"/>
          <a:stretch>
            <a:fillRect/>
          </a:stretch>
        </p:blipFill>
        <p:spPr>
          <a:xfrm>
            <a:off x="2845156" y="3506976"/>
            <a:ext cx="7518400" cy="1555750"/>
          </a:xfrm>
          <a:prstGeom prst="rect">
            <a:avLst/>
          </a:prstGeom>
        </p:spPr>
      </p:pic>
      <p:sp>
        <p:nvSpPr>
          <p:cNvPr id="22" name="CuadroTexto 21">
            <a:extLst>
              <a:ext uri="{FF2B5EF4-FFF2-40B4-BE49-F238E27FC236}">
                <a16:creationId xmlns:a16="http://schemas.microsoft.com/office/drawing/2014/main" id="{81E32AEC-5AE0-82E4-980F-ACB0D82DC9FD}"/>
              </a:ext>
            </a:extLst>
          </p:cNvPr>
          <p:cNvSpPr txBox="1"/>
          <p:nvPr/>
        </p:nvSpPr>
        <p:spPr>
          <a:xfrm>
            <a:off x="875831" y="1437000"/>
            <a:ext cx="1613504" cy="584775"/>
          </a:xfrm>
          <a:prstGeom prst="rect">
            <a:avLst/>
          </a:prstGeom>
          <a:noFill/>
        </p:spPr>
        <p:txBody>
          <a:bodyPr wrap="square" rtlCol="0">
            <a:spAutoFit/>
          </a:bodyPr>
          <a:lstStyle/>
          <a:p>
            <a:r>
              <a:rPr lang="es-MX" sz="1600" dirty="0">
                <a:solidFill>
                  <a:schemeClr val="bg1"/>
                </a:solidFill>
              </a:rPr>
              <a:t> 2 Mystery</a:t>
            </a:r>
          </a:p>
          <a:p>
            <a:r>
              <a:rPr lang="es-MX" sz="1600" b="1" dirty="0">
                <a:solidFill>
                  <a:schemeClr val="bg1"/>
                </a:solidFill>
              </a:rPr>
              <a:t>Bogotá</a:t>
            </a:r>
            <a:endParaRPr lang="es-CO" sz="1600" b="1" dirty="0">
              <a:solidFill>
                <a:schemeClr val="bg1"/>
              </a:solidFill>
            </a:endParaRPr>
          </a:p>
        </p:txBody>
      </p:sp>
      <p:sp>
        <p:nvSpPr>
          <p:cNvPr id="23" name="CuadroTexto 22">
            <a:extLst>
              <a:ext uri="{FF2B5EF4-FFF2-40B4-BE49-F238E27FC236}">
                <a16:creationId xmlns:a16="http://schemas.microsoft.com/office/drawing/2014/main" id="{9C93A2DE-BE75-4901-CB42-A412DBF43AA6}"/>
              </a:ext>
            </a:extLst>
          </p:cNvPr>
          <p:cNvSpPr txBox="1"/>
          <p:nvPr/>
        </p:nvSpPr>
        <p:spPr>
          <a:xfrm>
            <a:off x="871159" y="2154133"/>
            <a:ext cx="1613504" cy="584775"/>
          </a:xfrm>
          <a:prstGeom prst="rect">
            <a:avLst/>
          </a:prstGeom>
          <a:noFill/>
        </p:spPr>
        <p:txBody>
          <a:bodyPr wrap="square" rtlCol="0">
            <a:spAutoFit/>
          </a:bodyPr>
          <a:lstStyle/>
          <a:p>
            <a:r>
              <a:rPr lang="es-MX" sz="1600" dirty="0">
                <a:solidFill>
                  <a:schemeClr val="bg1"/>
                </a:solidFill>
              </a:rPr>
              <a:t>2 Mystery</a:t>
            </a:r>
            <a:br>
              <a:rPr lang="es-MX" sz="1600" dirty="0">
                <a:solidFill>
                  <a:schemeClr val="bg1"/>
                </a:solidFill>
              </a:rPr>
            </a:br>
            <a:r>
              <a:rPr lang="es-MX" sz="1600" b="1" dirty="0">
                <a:solidFill>
                  <a:schemeClr val="bg1"/>
                </a:solidFill>
              </a:rPr>
              <a:t>Barranquilla</a:t>
            </a:r>
          </a:p>
        </p:txBody>
      </p:sp>
      <p:sp>
        <p:nvSpPr>
          <p:cNvPr id="24" name="CuadroTexto 23">
            <a:extLst>
              <a:ext uri="{FF2B5EF4-FFF2-40B4-BE49-F238E27FC236}">
                <a16:creationId xmlns:a16="http://schemas.microsoft.com/office/drawing/2014/main" id="{5FEF583A-9BEA-5473-2A68-9C00E7C2A780}"/>
              </a:ext>
            </a:extLst>
          </p:cNvPr>
          <p:cNvSpPr txBox="1"/>
          <p:nvPr/>
        </p:nvSpPr>
        <p:spPr>
          <a:xfrm>
            <a:off x="871159" y="2947453"/>
            <a:ext cx="1613504" cy="584775"/>
          </a:xfrm>
          <a:prstGeom prst="rect">
            <a:avLst/>
          </a:prstGeom>
          <a:noFill/>
        </p:spPr>
        <p:txBody>
          <a:bodyPr wrap="square" rtlCol="0">
            <a:spAutoFit/>
          </a:bodyPr>
          <a:lstStyle/>
          <a:p>
            <a:r>
              <a:rPr lang="es-MX" sz="1600" dirty="0">
                <a:solidFill>
                  <a:schemeClr val="bg1"/>
                </a:solidFill>
              </a:rPr>
              <a:t>2 Mystery</a:t>
            </a:r>
          </a:p>
          <a:p>
            <a:r>
              <a:rPr lang="es-MX" sz="1600" b="1" dirty="0">
                <a:solidFill>
                  <a:schemeClr val="bg1"/>
                </a:solidFill>
              </a:rPr>
              <a:t>Cartagena</a:t>
            </a:r>
            <a:endParaRPr lang="es-CO" sz="1600" b="1" dirty="0">
              <a:solidFill>
                <a:schemeClr val="bg1"/>
              </a:solidFill>
            </a:endParaRPr>
          </a:p>
        </p:txBody>
      </p:sp>
      <p:sp>
        <p:nvSpPr>
          <p:cNvPr id="25" name="CuadroTexto 24">
            <a:extLst>
              <a:ext uri="{FF2B5EF4-FFF2-40B4-BE49-F238E27FC236}">
                <a16:creationId xmlns:a16="http://schemas.microsoft.com/office/drawing/2014/main" id="{4A9065F8-DD01-2394-18C5-A4D9B614F073}"/>
              </a:ext>
            </a:extLst>
          </p:cNvPr>
          <p:cNvSpPr txBox="1"/>
          <p:nvPr/>
        </p:nvSpPr>
        <p:spPr>
          <a:xfrm>
            <a:off x="846342" y="3772123"/>
            <a:ext cx="1613504" cy="584775"/>
          </a:xfrm>
          <a:prstGeom prst="rect">
            <a:avLst/>
          </a:prstGeom>
          <a:noFill/>
        </p:spPr>
        <p:txBody>
          <a:bodyPr wrap="square" rtlCol="0">
            <a:spAutoFit/>
          </a:bodyPr>
          <a:lstStyle/>
          <a:p>
            <a:r>
              <a:rPr lang="es-MX" sz="1600" dirty="0">
                <a:solidFill>
                  <a:schemeClr val="bg1"/>
                </a:solidFill>
              </a:rPr>
              <a:t>1 Mystery</a:t>
            </a:r>
          </a:p>
          <a:p>
            <a:r>
              <a:rPr lang="es-MX" sz="1600" b="1" dirty="0">
                <a:solidFill>
                  <a:schemeClr val="bg1"/>
                </a:solidFill>
              </a:rPr>
              <a:t>Pereira</a:t>
            </a:r>
            <a:endParaRPr lang="es-CO" sz="1600" b="1" dirty="0">
              <a:solidFill>
                <a:schemeClr val="bg1"/>
              </a:solidFill>
            </a:endParaRPr>
          </a:p>
        </p:txBody>
      </p:sp>
    </p:spTree>
    <p:extLst>
      <p:ext uri="{BB962C8B-B14F-4D97-AF65-F5344CB8AC3E}">
        <p14:creationId xmlns:p14="http://schemas.microsoft.com/office/powerpoint/2010/main" val="3135349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C2ECE-B13F-970C-FBC8-3B79451981D7}"/>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005C490F-6124-9A31-37E1-1F82D5DAAA86}"/>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174BCBB5-D4EE-3CF3-7BF0-1DF6D1A212AC}"/>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0E2745FE-A0F9-27E0-71F2-773BAF3F720B}"/>
              </a:ext>
            </a:extLst>
          </p:cNvPr>
          <p:cNvSpPr txBox="1"/>
          <p:nvPr/>
        </p:nvSpPr>
        <p:spPr>
          <a:xfrm>
            <a:off x="2860851" y="165181"/>
            <a:ext cx="7492517" cy="923330"/>
          </a:xfrm>
          <a:prstGeom prst="rect">
            <a:avLst/>
          </a:prstGeom>
          <a:noFill/>
        </p:spPr>
        <p:txBody>
          <a:bodyPr wrap="square" rtlCol="0">
            <a:spAutoFit/>
          </a:bodyPr>
          <a:lstStyle/>
          <a:p>
            <a:r>
              <a:rPr lang="it-IT" b="1" dirty="0">
                <a:solidFill>
                  <a:srgbClr val="000000"/>
                </a:solidFill>
                <a:latin typeface="Aptos Narrow" panose="020B0004020202020204" pitchFamily="34" charset="0"/>
              </a:rPr>
              <a:t>MERCADO ALCOSTO -  BOGOTA</a:t>
            </a:r>
          </a:p>
          <a:p>
            <a:r>
              <a:rPr lang="es-MX" dirty="0">
                <a:latin typeface="Franklin Gothic Demi" panose="020B0703020102020204" pitchFamily="34" charset="0"/>
              </a:rPr>
              <a:t>Canal </a:t>
            </a:r>
            <a:r>
              <a:rPr lang="es-ES" dirty="0">
                <a:latin typeface="Franklin Gothic Demi" panose="020B0703020102020204" pitchFamily="34" charset="0"/>
              </a:rPr>
              <a:t>Tradicional</a:t>
            </a: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A5A37219-4E80-AFD6-6C54-80902834497A}"/>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5" name="CuadroTexto 4">
            <a:extLst>
              <a:ext uri="{FF2B5EF4-FFF2-40B4-BE49-F238E27FC236}">
                <a16:creationId xmlns:a16="http://schemas.microsoft.com/office/drawing/2014/main" id="{20A34FFA-D8B6-B012-9C6B-FFF26F57682C}"/>
              </a:ext>
            </a:extLst>
          </p:cNvPr>
          <p:cNvSpPr txBox="1"/>
          <p:nvPr/>
        </p:nvSpPr>
        <p:spPr>
          <a:xfrm>
            <a:off x="3054347" y="4361148"/>
            <a:ext cx="8619478" cy="1815882"/>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ES" sz="1600" dirty="0"/>
              <a:t>Se evidencia una adecuada atención al cliente, realizando un abordaje inicial oportuno. La asesora identifica las necesidades de la mascota mediante preguntas al cliente y, con base en ello, recomienda los productos disponibles, destacando sus beneficios y precios. Adicionalmente, complementa la asesoría presentando opciones de alimento húmedo, ampliando así las alternativas de compra para el cliente.</a:t>
            </a:r>
            <a:endParaRPr lang="es-MX" sz="1600" dirty="0"/>
          </a:p>
        </p:txBody>
      </p:sp>
      <p:pic>
        <p:nvPicPr>
          <p:cNvPr id="6" name="Imagen 5" descr="Icono&#10;&#10;Descripción generada automáticamente">
            <a:extLst>
              <a:ext uri="{FF2B5EF4-FFF2-40B4-BE49-F238E27FC236}">
                <a16:creationId xmlns:a16="http://schemas.microsoft.com/office/drawing/2014/main" id="{63C17357-0230-100E-48E4-3703AFE108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
        <p:nvSpPr>
          <p:cNvPr id="11" name="CuadroTexto 10">
            <a:extLst>
              <a:ext uri="{FF2B5EF4-FFF2-40B4-BE49-F238E27FC236}">
                <a16:creationId xmlns:a16="http://schemas.microsoft.com/office/drawing/2014/main" id="{0E817EA1-A0D5-7B29-17C2-4283AFCEAAC6}"/>
              </a:ext>
            </a:extLst>
          </p:cNvPr>
          <p:cNvSpPr txBox="1"/>
          <p:nvPr/>
        </p:nvSpPr>
        <p:spPr>
          <a:xfrm>
            <a:off x="57934" y="3969289"/>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sp>
        <p:nvSpPr>
          <p:cNvPr id="14" name="CuadroTexto 13">
            <a:extLst>
              <a:ext uri="{FF2B5EF4-FFF2-40B4-BE49-F238E27FC236}">
                <a16:creationId xmlns:a16="http://schemas.microsoft.com/office/drawing/2014/main" id="{3A3996F8-EC7E-0317-A99B-F53A3685566F}"/>
              </a:ext>
            </a:extLst>
          </p:cNvPr>
          <p:cNvSpPr txBox="1"/>
          <p:nvPr/>
        </p:nvSpPr>
        <p:spPr>
          <a:xfrm>
            <a:off x="830475" y="4992090"/>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100%</a:t>
            </a:r>
            <a:endParaRPr lang="es-CO" sz="2000" b="1" dirty="0">
              <a:solidFill>
                <a:schemeClr val="bg1"/>
              </a:solidFill>
              <a:latin typeface="Franklin Gothic Demi"/>
            </a:endParaRPr>
          </a:p>
        </p:txBody>
      </p:sp>
      <p:graphicFrame>
        <p:nvGraphicFramePr>
          <p:cNvPr id="15" name="Gráfico 14">
            <a:extLst>
              <a:ext uri="{FF2B5EF4-FFF2-40B4-BE49-F238E27FC236}">
                <a16:creationId xmlns:a16="http://schemas.microsoft.com/office/drawing/2014/main" id="{6E21671E-929F-FD81-43F1-C77EA013861B}"/>
              </a:ext>
            </a:extLst>
          </p:cNvPr>
          <p:cNvGraphicFramePr/>
          <p:nvPr>
            <p:extLst>
              <p:ext uri="{D42A27DB-BD31-4B8C-83A1-F6EECF244321}">
                <p14:modId xmlns:p14="http://schemas.microsoft.com/office/powerpoint/2010/main" val="124630220"/>
              </p:ext>
            </p:extLst>
          </p:nvPr>
        </p:nvGraphicFramePr>
        <p:xfrm>
          <a:off x="253667" y="4563088"/>
          <a:ext cx="1847779" cy="1403409"/>
        </p:xfrm>
        <a:graphic>
          <a:graphicData uri="http://schemas.openxmlformats.org/drawingml/2006/chart">
            <c:chart xmlns:c="http://schemas.openxmlformats.org/drawingml/2006/chart" xmlns:r="http://schemas.openxmlformats.org/officeDocument/2006/relationships" r:id="rId3"/>
          </a:graphicData>
        </a:graphic>
      </p:graphicFrame>
      <p:sp>
        <p:nvSpPr>
          <p:cNvPr id="20" name="CuadroTexto 19">
            <a:extLst>
              <a:ext uri="{FF2B5EF4-FFF2-40B4-BE49-F238E27FC236}">
                <a16:creationId xmlns:a16="http://schemas.microsoft.com/office/drawing/2014/main" id="{1AE3DC6B-7AC1-63C0-A73C-9472223BDEB3}"/>
              </a:ext>
            </a:extLst>
          </p:cNvPr>
          <p:cNvSpPr txBox="1"/>
          <p:nvPr/>
        </p:nvSpPr>
        <p:spPr>
          <a:xfrm>
            <a:off x="3076955" y="3452645"/>
            <a:ext cx="8773868" cy="923330"/>
          </a:xfrm>
          <a:prstGeom prst="rect">
            <a:avLst/>
          </a:prstGeom>
          <a:noFill/>
        </p:spPr>
        <p:txBody>
          <a:bodyPr wrap="square">
            <a:spAutoFit/>
          </a:bodyPr>
          <a:lstStyle/>
          <a:p>
            <a:r>
              <a:rPr lang="es-CO" dirty="0">
                <a:hlinkClick r:id="rId4"/>
              </a:rPr>
              <a:t>https://drive.google.com/file/d/1aiQ47vrWogHk6OjlzXHaht0fZ3H_v69z/view?usp=sharing</a:t>
            </a:r>
            <a:endParaRPr lang="es-CO" dirty="0"/>
          </a:p>
          <a:p>
            <a:endParaRPr lang="es-CO" dirty="0"/>
          </a:p>
        </p:txBody>
      </p:sp>
      <p:pic>
        <p:nvPicPr>
          <p:cNvPr id="7" name="Imagen 6">
            <a:extLst>
              <a:ext uri="{FF2B5EF4-FFF2-40B4-BE49-F238E27FC236}">
                <a16:creationId xmlns:a16="http://schemas.microsoft.com/office/drawing/2014/main" id="{10F74453-DA97-C55A-1304-F7FCC7E22B41}"/>
              </a:ext>
            </a:extLst>
          </p:cNvPr>
          <p:cNvPicPr>
            <a:picLocks noChangeAspect="1"/>
          </p:cNvPicPr>
          <p:nvPr/>
        </p:nvPicPr>
        <p:blipFill>
          <a:blip r:embed="rId5"/>
          <a:stretch>
            <a:fillRect/>
          </a:stretch>
        </p:blipFill>
        <p:spPr>
          <a:xfrm>
            <a:off x="4398001" y="1136725"/>
            <a:ext cx="5932169" cy="1950848"/>
          </a:xfrm>
          <a:prstGeom prst="rect">
            <a:avLst/>
          </a:prstGeom>
        </p:spPr>
      </p:pic>
    </p:spTree>
    <p:extLst>
      <p:ext uri="{BB962C8B-B14F-4D97-AF65-F5344CB8AC3E}">
        <p14:creationId xmlns:p14="http://schemas.microsoft.com/office/powerpoint/2010/main" val="4191660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67498-BE2E-116D-D2AE-DFDA73EB7C82}"/>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DDDB92AF-A8CE-2387-F0D1-4392553AA314}"/>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8BFD6E7B-924E-6A79-FB2A-611A9A73F096}"/>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52480B7E-10CF-DEC3-AA2E-3D915C9AC327}"/>
              </a:ext>
            </a:extLst>
          </p:cNvPr>
          <p:cNvSpPr txBox="1"/>
          <p:nvPr/>
        </p:nvSpPr>
        <p:spPr>
          <a:xfrm>
            <a:off x="2860851" y="165181"/>
            <a:ext cx="7492517" cy="923330"/>
          </a:xfrm>
          <a:prstGeom prst="rect">
            <a:avLst/>
          </a:prstGeom>
          <a:noFill/>
        </p:spPr>
        <p:txBody>
          <a:bodyPr wrap="square" rtlCol="0">
            <a:spAutoFit/>
          </a:bodyPr>
          <a:lstStyle/>
          <a:p>
            <a:r>
              <a:rPr lang="it-IT" b="1" dirty="0">
                <a:solidFill>
                  <a:srgbClr val="000000"/>
                </a:solidFill>
                <a:latin typeface="Aptos Narrow" panose="020B0004020202020204" pitchFamily="34" charset="0"/>
              </a:rPr>
              <a:t>ALCONCENTRADOS </a:t>
            </a:r>
            <a:r>
              <a:rPr lang="es-MX" sz="1800" b="1" i="0" u="none" strike="noStrike" dirty="0">
                <a:solidFill>
                  <a:srgbClr val="000000"/>
                </a:solidFill>
                <a:effectLst/>
                <a:latin typeface="Aptos Narrow" panose="020B0004020202020204" pitchFamily="34" charset="0"/>
              </a:rPr>
              <a:t>- </a:t>
            </a:r>
            <a:r>
              <a:rPr lang="es-MX" b="1" dirty="0">
                <a:solidFill>
                  <a:srgbClr val="000000"/>
                </a:solidFill>
                <a:latin typeface="Aptos Narrow" panose="020B0004020202020204" pitchFamily="34" charset="0"/>
              </a:rPr>
              <a:t>PEREIRA</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6AE4048F-DF88-ECE3-DEAD-3A56CF7D8800}"/>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5" name="CuadroTexto 4">
            <a:extLst>
              <a:ext uri="{FF2B5EF4-FFF2-40B4-BE49-F238E27FC236}">
                <a16:creationId xmlns:a16="http://schemas.microsoft.com/office/drawing/2014/main" id="{EE01116D-C943-C514-0E01-B2D9F15736C7}"/>
              </a:ext>
            </a:extLst>
          </p:cNvPr>
          <p:cNvSpPr txBox="1"/>
          <p:nvPr/>
        </p:nvSpPr>
        <p:spPr>
          <a:xfrm>
            <a:off x="3020834" y="4094081"/>
            <a:ext cx="8500606" cy="1815882"/>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ES" sz="1600" dirty="0"/>
              <a:t>Se evidencia interés en la mascota del cliente, ya que pregunta por el alimento que se le esta dando inicial y el peso para poder ofrecerle una categoría de producto que se acomode a la necesidad del cliente.</a:t>
            </a:r>
          </a:p>
          <a:p>
            <a:pPr marL="285750" indent="-285750" algn="just">
              <a:buFont typeface="Wingdings" panose="05000000000000000000" pitchFamily="2" charset="2"/>
              <a:buChar char="Ø"/>
            </a:pPr>
            <a:r>
              <a:rPr lang="es-ES" sz="1600" dirty="0"/>
              <a:t>No ofrece la línea de húmedos ni la campaña de “sobre al día” lo que ocasiona que se baje la calificación en la categoría de Portafolio y manejo de objeciones.</a:t>
            </a:r>
          </a:p>
        </p:txBody>
      </p:sp>
      <p:pic>
        <p:nvPicPr>
          <p:cNvPr id="6" name="Imagen 5" descr="Icono&#10;&#10;Descripción generada automáticamente">
            <a:extLst>
              <a:ext uri="{FF2B5EF4-FFF2-40B4-BE49-F238E27FC236}">
                <a16:creationId xmlns:a16="http://schemas.microsoft.com/office/drawing/2014/main" id="{1529760C-E8AD-DAFC-DCF6-AC1D3F0F86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
        <p:nvSpPr>
          <p:cNvPr id="11" name="CuadroTexto 10">
            <a:extLst>
              <a:ext uri="{FF2B5EF4-FFF2-40B4-BE49-F238E27FC236}">
                <a16:creationId xmlns:a16="http://schemas.microsoft.com/office/drawing/2014/main" id="{FBE51C47-2CC4-125B-811D-19B41095C608}"/>
              </a:ext>
            </a:extLst>
          </p:cNvPr>
          <p:cNvSpPr txBox="1"/>
          <p:nvPr/>
        </p:nvSpPr>
        <p:spPr>
          <a:xfrm>
            <a:off x="57934" y="3969289"/>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sp>
        <p:nvSpPr>
          <p:cNvPr id="12" name="CuadroTexto 11">
            <a:extLst>
              <a:ext uri="{FF2B5EF4-FFF2-40B4-BE49-F238E27FC236}">
                <a16:creationId xmlns:a16="http://schemas.microsoft.com/office/drawing/2014/main" id="{A854D07E-ADE8-BCA1-5346-591B695C151F}"/>
              </a:ext>
            </a:extLst>
          </p:cNvPr>
          <p:cNvSpPr txBox="1"/>
          <p:nvPr/>
        </p:nvSpPr>
        <p:spPr>
          <a:xfrm>
            <a:off x="961885" y="4790081"/>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95%</a:t>
            </a:r>
            <a:endParaRPr lang="es-CO" sz="2000" b="1" dirty="0">
              <a:solidFill>
                <a:schemeClr val="bg1"/>
              </a:solidFill>
              <a:latin typeface="Franklin Gothic Demi"/>
            </a:endParaRPr>
          </a:p>
        </p:txBody>
      </p:sp>
      <p:graphicFrame>
        <p:nvGraphicFramePr>
          <p:cNvPr id="16" name="Gráfico 15">
            <a:extLst>
              <a:ext uri="{FF2B5EF4-FFF2-40B4-BE49-F238E27FC236}">
                <a16:creationId xmlns:a16="http://schemas.microsoft.com/office/drawing/2014/main" id="{F4CA7036-08F7-DA2F-719C-E6E086FEF47E}"/>
              </a:ext>
            </a:extLst>
          </p:cNvPr>
          <p:cNvGraphicFramePr/>
          <p:nvPr>
            <p:extLst>
              <p:ext uri="{D42A27DB-BD31-4B8C-83A1-F6EECF244321}">
                <p14:modId xmlns:p14="http://schemas.microsoft.com/office/powerpoint/2010/main" val="646088347"/>
              </p:ext>
            </p:extLst>
          </p:nvPr>
        </p:nvGraphicFramePr>
        <p:xfrm>
          <a:off x="580955" y="4506554"/>
          <a:ext cx="1847779" cy="1403409"/>
        </p:xfrm>
        <a:graphic>
          <a:graphicData uri="http://schemas.openxmlformats.org/drawingml/2006/chart">
            <c:chart xmlns:c="http://schemas.openxmlformats.org/drawingml/2006/chart" xmlns:r="http://schemas.openxmlformats.org/officeDocument/2006/relationships" r:id="rId3"/>
          </a:graphicData>
        </a:graphic>
      </p:graphicFrame>
      <p:sp>
        <p:nvSpPr>
          <p:cNvPr id="21" name="CuadroTexto 20">
            <a:extLst>
              <a:ext uri="{FF2B5EF4-FFF2-40B4-BE49-F238E27FC236}">
                <a16:creationId xmlns:a16="http://schemas.microsoft.com/office/drawing/2014/main" id="{65025536-8B2C-4014-13C6-1E65D64B771F}"/>
              </a:ext>
            </a:extLst>
          </p:cNvPr>
          <p:cNvSpPr txBox="1"/>
          <p:nvPr/>
        </p:nvSpPr>
        <p:spPr>
          <a:xfrm>
            <a:off x="2860851" y="3387628"/>
            <a:ext cx="8949690" cy="646331"/>
          </a:xfrm>
          <a:prstGeom prst="rect">
            <a:avLst/>
          </a:prstGeom>
          <a:noFill/>
        </p:spPr>
        <p:txBody>
          <a:bodyPr wrap="square">
            <a:spAutoFit/>
          </a:bodyPr>
          <a:lstStyle/>
          <a:p>
            <a:r>
              <a:rPr lang="es-CO" dirty="0">
                <a:hlinkClick r:id="rId4"/>
              </a:rPr>
              <a:t>https://drive.google.com/file/d/1xrt4EMFWTlariN8O2b5CJs8i1oCnUinT/view?usp=sharing</a:t>
            </a:r>
            <a:endParaRPr lang="es-CO" dirty="0"/>
          </a:p>
          <a:p>
            <a:endParaRPr lang="es-CO" dirty="0"/>
          </a:p>
        </p:txBody>
      </p:sp>
      <p:pic>
        <p:nvPicPr>
          <p:cNvPr id="7" name="Imagen 6">
            <a:extLst>
              <a:ext uri="{FF2B5EF4-FFF2-40B4-BE49-F238E27FC236}">
                <a16:creationId xmlns:a16="http://schemas.microsoft.com/office/drawing/2014/main" id="{5B5F4510-2F7E-174D-CA54-88553A4271D2}"/>
              </a:ext>
            </a:extLst>
          </p:cNvPr>
          <p:cNvPicPr>
            <a:picLocks noChangeAspect="1"/>
          </p:cNvPicPr>
          <p:nvPr/>
        </p:nvPicPr>
        <p:blipFill>
          <a:blip r:embed="rId5"/>
          <a:stretch>
            <a:fillRect/>
          </a:stretch>
        </p:blipFill>
        <p:spPr>
          <a:xfrm>
            <a:off x="4241734" y="1148633"/>
            <a:ext cx="5304602" cy="1744466"/>
          </a:xfrm>
          <a:prstGeom prst="rect">
            <a:avLst/>
          </a:prstGeom>
        </p:spPr>
      </p:pic>
    </p:spTree>
    <p:extLst>
      <p:ext uri="{BB962C8B-B14F-4D97-AF65-F5344CB8AC3E}">
        <p14:creationId xmlns:p14="http://schemas.microsoft.com/office/powerpoint/2010/main" val="2250337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798A5-BEA8-294D-B6A9-CEA33E888104}"/>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F3D51886-A230-EEB6-FE9D-D60136026446}"/>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5F92756C-6663-B170-AD34-C695CEECB101}"/>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6F710FF0-C8D2-F0F1-39AA-B757F0FA20CC}"/>
              </a:ext>
            </a:extLst>
          </p:cNvPr>
          <p:cNvSpPr txBox="1"/>
          <p:nvPr/>
        </p:nvSpPr>
        <p:spPr>
          <a:xfrm>
            <a:off x="2860851" y="165181"/>
            <a:ext cx="7492517" cy="923330"/>
          </a:xfrm>
          <a:prstGeom prst="rect">
            <a:avLst/>
          </a:prstGeom>
          <a:noFill/>
        </p:spPr>
        <p:txBody>
          <a:bodyPr wrap="square" rtlCol="0">
            <a:spAutoFit/>
          </a:bodyPr>
          <a:lstStyle/>
          <a:p>
            <a:r>
              <a:rPr lang="it-IT" b="1" dirty="0">
                <a:solidFill>
                  <a:srgbClr val="000000"/>
                </a:solidFill>
                <a:latin typeface="Aptos Narrow" panose="020B0004020202020204" pitchFamily="34" charset="0"/>
              </a:rPr>
              <a:t>HOMECENTER BARRANQUILLA NORTE </a:t>
            </a:r>
            <a:r>
              <a:rPr lang="es-MX" sz="1800" b="1" i="0" u="none" strike="noStrike" dirty="0">
                <a:solidFill>
                  <a:srgbClr val="000000"/>
                </a:solidFill>
                <a:effectLst/>
                <a:latin typeface="Aptos Narrow" panose="020B0004020202020204" pitchFamily="34" charset="0"/>
              </a:rPr>
              <a:t>- BARRANQ</a:t>
            </a:r>
            <a:r>
              <a:rPr lang="es-MX" b="1" dirty="0">
                <a:solidFill>
                  <a:srgbClr val="000000"/>
                </a:solidFill>
                <a:latin typeface="Aptos Narrow" panose="020B0004020202020204" pitchFamily="34" charset="0"/>
              </a:rPr>
              <a:t>UILLA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4600D56F-8CE4-C186-D123-435570CB12BE}"/>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5" name="CuadroTexto 4">
            <a:extLst>
              <a:ext uri="{FF2B5EF4-FFF2-40B4-BE49-F238E27FC236}">
                <a16:creationId xmlns:a16="http://schemas.microsoft.com/office/drawing/2014/main" id="{034C17C4-5FD4-0DB3-F70B-26EE284921B0}"/>
              </a:ext>
            </a:extLst>
          </p:cNvPr>
          <p:cNvSpPr txBox="1"/>
          <p:nvPr/>
        </p:nvSpPr>
        <p:spPr>
          <a:xfrm>
            <a:off x="3020834" y="4094081"/>
            <a:ext cx="8500606" cy="1323439"/>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ES" sz="1600" dirty="0"/>
              <a:t>Se evidencia buen manejo del producto le ofrece todo tipo de productos húmedo y los snacks, sin embargo, no indica los resultados visibles en los 28 días lo que le baja la calificación en la parte de portafolio y manejo de objeciones.</a:t>
            </a:r>
          </a:p>
        </p:txBody>
      </p:sp>
      <p:pic>
        <p:nvPicPr>
          <p:cNvPr id="6" name="Imagen 5" descr="Icono&#10;&#10;Descripción generada automáticamente">
            <a:extLst>
              <a:ext uri="{FF2B5EF4-FFF2-40B4-BE49-F238E27FC236}">
                <a16:creationId xmlns:a16="http://schemas.microsoft.com/office/drawing/2014/main" id="{1D36EB57-4F17-9E33-BC00-2ADAE8FE8A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
        <p:nvSpPr>
          <p:cNvPr id="11" name="CuadroTexto 10">
            <a:extLst>
              <a:ext uri="{FF2B5EF4-FFF2-40B4-BE49-F238E27FC236}">
                <a16:creationId xmlns:a16="http://schemas.microsoft.com/office/drawing/2014/main" id="{A3B3D29F-F27C-D2B2-8712-78C942500502}"/>
              </a:ext>
            </a:extLst>
          </p:cNvPr>
          <p:cNvSpPr txBox="1"/>
          <p:nvPr/>
        </p:nvSpPr>
        <p:spPr>
          <a:xfrm>
            <a:off x="57934" y="3969289"/>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sp>
        <p:nvSpPr>
          <p:cNvPr id="12" name="CuadroTexto 11">
            <a:extLst>
              <a:ext uri="{FF2B5EF4-FFF2-40B4-BE49-F238E27FC236}">
                <a16:creationId xmlns:a16="http://schemas.microsoft.com/office/drawing/2014/main" id="{562C5704-7E27-7667-E203-7AD42D3D9EB5}"/>
              </a:ext>
            </a:extLst>
          </p:cNvPr>
          <p:cNvSpPr txBox="1"/>
          <p:nvPr/>
        </p:nvSpPr>
        <p:spPr>
          <a:xfrm>
            <a:off x="961885" y="4790081"/>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99%</a:t>
            </a:r>
            <a:endParaRPr lang="es-CO" sz="2000" b="1" dirty="0">
              <a:solidFill>
                <a:schemeClr val="bg1"/>
              </a:solidFill>
              <a:latin typeface="Franklin Gothic Demi"/>
            </a:endParaRPr>
          </a:p>
        </p:txBody>
      </p:sp>
      <p:graphicFrame>
        <p:nvGraphicFramePr>
          <p:cNvPr id="16" name="Gráfico 15">
            <a:extLst>
              <a:ext uri="{FF2B5EF4-FFF2-40B4-BE49-F238E27FC236}">
                <a16:creationId xmlns:a16="http://schemas.microsoft.com/office/drawing/2014/main" id="{67C9D767-CF27-4350-0328-CC36C0706701}"/>
              </a:ext>
            </a:extLst>
          </p:cNvPr>
          <p:cNvGraphicFramePr/>
          <p:nvPr>
            <p:extLst>
              <p:ext uri="{D42A27DB-BD31-4B8C-83A1-F6EECF244321}">
                <p14:modId xmlns:p14="http://schemas.microsoft.com/office/powerpoint/2010/main" val="4095251955"/>
              </p:ext>
            </p:extLst>
          </p:nvPr>
        </p:nvGraphicFramePr>
        <p:xfrm>
          <a:off x="580955" y="4488486"/>
          <a:ext cx="1847779" cy="1403409"/>
        </p:xfrm>
        <a:graphic>
          <a:graphicData uri="http://schemas.openxmlformats.org/drawingml/2006/chart">
            <c:chart xmlns:c="http://schemas.openxmlformats.org/drawingml/2006/chart" xmlns:r="http://schemas.openxmlformats.org/officeDocument/2006/relationships" r:id="rId3"/>
          </a:graphicData>
        </a:graphic>
      </p:graphicFrame>
      <p:sp>
        <p:nvSpPr>
          <p:cNvPr id="21" name="CuadroTexto 20">
            <a:extLst>
              <a:ext uri="{FF2B5EF4-FFF2-40B4-BE49-F238E27FC236}">
                <a16:creationId xmlns:a16="http://schemas.microsoft.com/office/drawing/2014/main" id="{85818376-E187-5443-9EDD-47BC9EDC425A}"/>
              </a:ext>
            </a:extLst>
          </p:cNvPr>
          <p:cNvSpPr txBox="1"/>
          <p:nvPr/>
        </p:nvSpPr>
        <p:spPr>
          <a:xfrm>
            <a:off x="2860850" y="3387628"/>
            <a:ext cx="9331149" cy="646331"/>
          </a:xfrm>
          <a:prstGeom prst="rect">
            <a:avLst/>
          </a:prstGeom>
          <a:noFill/>
        </p:spPr>
        <p:txBody>
          <a:bodyPr wrap="square">
            <a:spAutoFit/>
          </a:bodyPr>
          <a:lstStyle/>
          <a:p>
            <a:r>
              <a:rPr lang="es-CO" dirty="0">
                <a:hlinkClick r:id="rId4"/>
              </a:rPr>
              <a:t>https://drive.google.com/file/d/1rzkIOTN5F-zLHupQnKRqaxzJUHDZkmYx/view?usp=sharing</a:t>
            </a:r>
            <a:endParaRPr lang="es-CO" dirty="0"/>
          </a:p>
          <a:p>
            <a:endParaRPr lang="es-CO" dirty="0"/>
          </a:p>
        </p:txBody>
      </p:sp>
      <p:pic>
        <p:nvPicPr>
          <p:cNvPr id="7" name="Imagen 6">
            <a:extLst>
              <a:ext uri="{FF2B5EF4-FFF2-40B4-BE49-F238E27FC236}">
                <a16:creationId xmlns:a16="http://schemas.microsoft.com/office/drawing/2014/main" id="{8AA5803C-83D8-1785-E8A2-3A5E5B320376}"/>
              </a:ext>
            </a:extLst>
          </p:cNvPr>
          <p:cNvPicPr>
            <a:picLocks noChangeAspect="1"/>
          </p:cNvPicPr>
          <p:nvPr/>
        </p:nvPicPr>
        <p:blipFill>
          <a:blip r:embed="rId5"/>
          <a:stretch>
            <a:fillRect/>
          </a:stretch>
        </p:blipFill>
        <p:spPr>
          <a:xfrm>
            <a:off x="4068952" y="1267715"/>
            <a:ext cx="5592569" cy="1839167"/>
          </a:xfrm>
          <a:prstGeom prst="rect">
            <a:avLst/>
          </a:prstGeom>
        </p:spPr>
      </p:pic>
    </p:spTree>
    <p:extLst>
      <p:ext uri="{BB962C8B-B14F-4D97-AF65-F5344CB8AC3E}">
        <p14:creationId xmlns:p14="http://schemas.microsoft.com/office/powerpoint/2010/main" val="580656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6B9D0-137D-0B61-1AC9-8CD9B941E31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051D7448-705B-698F-1865-C402BEAF1772}"/>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7C049099-21FD-1341-C3B8-7738380B241B}"/>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419339E5-7D5D-A3EA-943E-9437D2968C9B}"/>
              </a:ext>
            </a:extLst>
          </p:cNvPr>
          <p:cNvSpPr txBox="1"/>
          <p:nvPr/>
        </p:nvSpPr>
        <p:spPr>
          <a:xfrm>
            <a:off x="2860851" y="165181"/>
            <a:ext cx="7492517" cy="923330"/>
          </a:xfrm>
          <a:prstGeom prst="rect">
            <a:avLst/>
          </a:prstGeom>
          <a:noFill/>
        </p:spPr>
        <p:txBody>
          <a:bodyPr wrap="square" rtlCol="0">
            <a:spAutoFit/>
          </a:bodyPr>
          <a:lstStyle/>
          <a:p>
            <a:r>
              <a:rPr lang="it-IT" b="1" dirty="0">
                <a:solidFill>
                  <a:srgbClr val="000000"/>
                </a:solidFill>
                <a:latin typeface="Aptos Narrow" panose="020B0004020202020204" pitchFamily="34" charset="0"/>
              </a:rPr>
              <a:t>MI CORRAL NORTE CRA 46 </a:t>
            </a:r>
            <a:r>
              <a:rPr lang="es-MX" sz="1800" b="1" i="0" u="none" strike="noStrike" dirty="0">
                <a:solidFill>
                  <a:srgbClr val="000000"/>
                </a:solidFill>
                <a:effectLst/>
                <a:latin typeface="Aptos Narrow" panose="020B0004020202020204" pitchFamily="34" charset="0"/>
              </a:rPr>
              <a:t>- BARRANQ</a:t>
            </a:r>
            <a:r>
              <a:rPr lang="es-MX" b="1" dirty="0">
                <a:solidFill>
                  <a:srgbClr val="000000"/>
                </a:solidFill>
                <a:latin typeface="Aptos Narrow" panose="020B0004020202020204" pitchFamily="34" charset="0"/>
              </a:rPr>
              <a:t>UILLA</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DF5B6B5F-260E-E2C6-6360-2EA37A7E873D}"/>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5" name="CuadroTexto 4">
            <a:extLst>
              <a:ext uri="{FF2B5EF4-FFF2-40B4-BE49-F238E27FC236}">
                <a16:creationId xmlns:a16="http://schemas.microsoft.com/office/drawing/2014/main" id="{FDB2DC3B-E08F-9E0C-0FC2-D010A549DC99}"/>
              </a:ext>
            </a:extLst>
          </p:cNvPr>
          <p:cNvSpPr txBox="1"/>
          <p:nvPr/>
        </p:nvSpPr>
        <p:spPr>
          <a:xfrm>
            <a:off x="3020834" y="4094081"/>
            <a:ext cx="8500606" cy="1815882"/>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ES" sz="1600" dirty="0"/>
              <a:t>Se evidencia buena presentación personal, manejo del portafolio pasa de la línea One a la marca de </a:t>
            </a:r>
            <a:r>
              <a:rPr lang="es-ES" sz="1600" dirty="0" err="1"/>
              <a:t>excellent</a:t>
            </a:r>
            <a:r>
              <a:rPr lang="es-ES" sz="1600" dirty="0"/>
              <a:t> correspondiente al canal especializado, podría mejorar la postura de las manos en los bolsillos presenta baja en portafolio y manejo de objeciones ya que no habla de los suplementos con la campaña de  “Sobre al día” característico del canal especializado.</a:t>
            </a:r>
          </a:p>
        </p:txBody>
      </p:sp>
      <p:pic>
        <p:nvPicPr>
          <p:cNvPr id="6" name="Imagen 5" descr="Icono&#10;&#10;Descripción generada automáticamente">
            <a:extLst>
              <a:ext uri="{FF2B5EF4-FFF2-40B4-BE49-F238E27FC236}">
                <a16:creationId xmlns:a16="http://schemas.microsoft.com/office/drawing/2014/main" id="{B4D79CA5-5BB3-1163-65D1-678A7CA337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
        <p:nvSpPr>
          <p:cNvPr id="11" name="CuadroTexto 10">
            <a:extLst>
              <a:ext uri="{FF2B5EF4-FFF2-40B4-BE49-F238E27FC236}">
                <a16:creationId xmlns:a16="http://schemas.microsoft.com/office/drawing/2014/main" id="{021DFD72-6B8C-BF8C-066F-D6E96E5430FF}"/>
              </a:ext>
            </a:extLst>
          </p:cNvPr>
          <p:cNvSpPr txBox="1"/>
          <p:nvPr/>
        </p:nvSpPr>
        <p:spPr>
          <a:xfrm>
            <a:off x="57934" y="3969289"/>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sp>
        <p:nvSpPr>
          <p:cNvPr id="12" name="CuadroTexto 11">
            <a:extLst>
              <a:ext uri="{FF2B5EF4-FFF2-40B4-BE49-F238E27FC236}">
                <a16:creationId xmlns:a16="http://schemas.microsoft.com/office/drawing/2014/main" id="{5961C2FB-3193-D130-CCB1-CAD77E34F268}"/>
              </a:ext>
            </a:extLst>
          </p:cNvPr>
          <p:cNvSpPr txBox="1"/>
          <p:nvPr/>
        </p:nvSpPr>
        <p:spPr>
          <a:xfrm>
            <a:off x="961885" y="4790081"/>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98%</a:t>
            </a:r>
            <a:endParaRPr lang="es-CO" sz="2000" b="1" dirty="0">
              <a:solidFill>
                <a:schemeClr val="bg1"/>
              </a:solidFill>
              <a:latin typeface="Franklin Gothic Demi"/>
            </a:endParaRPr>
          </a:p>
        </p:txBody>
      </p:sp>
      <p:graphicFrame>
        <p:nvGraphicFramePr>
          <p:cNvPr id="16" name="Gráfico 15">
            <a:extLst>
              <a:ext uri="{FF2B5EF4-FFF2-40B4-BE49-F238E27FC236}">
                <a16:creationId xmlns:a16="http://schemas.microsoft.com/office/drawing/2014/main" id="{E8EFFE21-461F-3C03-5EE9-AB2C80BA1ED5}"/>
              </a:ext>
            </a:extLst>
          </p:cNvPr>
          <p:cNvGraphicFramePr/>
          <p:nvPr>
            <p:extLst>
              <p:ext uri="{D42A27DB-BD31-4B8C-83A1-F6EECF244321}">
                <p14:modId xmlns:p14="http://schemas.microsoft.com/office/powerpoint/2010/main" val="401967868"/>
              </p:ext>
            </p:extLst>
          </p:nvPr>
        </p:nvGraphicFramePr>
        <p:xfrm>
          <a:off x="580955" y="4506554"/>
          <a:ext cx="1847779" cy="1403409"/>
        </p:xfrm>
        <a:graphic>
          <a:graphicData uri="http://schemas.openxmlformats.org/drawingml/2006/chart">
            <c:chart xmlns:c="http://schemas.openxmlformats.org/drawingml/2006/chart" xmlns:r="http://schemas.openxmlformats.org/officeDocument/2006/relationships" r:id="rId3"/>
          </a:graphicData>
        </a:graphic>
      </p:graphicFrame>
      <p:sp>
        <p:nvSpPr>
          <p:cNvPr id="21" name="CuadroTexto 20">
            <a:extLst>
              <a:ext uri="{FF2B5EF4-FFF2-40B4-BE49-F238E27FC236}">
                <a16:creationId xmlns:a16="http://schemas.microsoft.com/office/drawing/2014/main" id="{3492A554-5F82-46E3-47AD-FDF333E77E15}"/>
              </a:ext>
            </a:extLst>
          </p:cNvPr>
          <p:cNvSpPr txBox="1"/>
          <p:nvPr/>
        </p:nvSpPr>
        <p:spPr>
          <a:xfrm>
            <a:off x="2860851" y="3429000"/>
            <a:ext cx="9006472" cy="923330"/>
          </a:xfrm>
          <a:prstGeom prst="rect">
            <a:avLst/>
          </a:prstGeom>
          <a:noFill/>
        </p:spPr>
        <p:txBody>
          <a:bodyPr wrap="square">
            <a:spAutoFit/>
          </a:bodyPr>
          <a:lstStyle/>
          <a:p>
            <a:r>
              <a:rPr lang="es-CO" dirty="0">
                <a:hlinkClick r:id="rId4"/>
              </a:rPr>
              <a:t>https://drive.google.com/file/d/1He589fBQvxkbbuME3taddoSL6Mmqjnc7/view?usp=sharing</a:t>
            </a:r>
            <a:endParaRPr lang="es-CO" dirty="0"/>
          </a:p>
          <a:p>
            <a:endParaRPr lang="es-CO" dirty="0"/>
          </a:p>
        </p:txBody>
      </p:sp>
      <p:pic>
        <p:nvPicPr>
          <p:cNvPr id="13" name="Imagen 12">
            <a:extLst>
              <a:ext uri="{FF2B5EF4-FFF2-40B4-BE49-F238E27FC236}">
                <a16:creationId xmlns:a16="http://schemas.microsoft.com/office/drawing/2014/main" id="{85C7288E-0F6B-4650-69CE-57B68CC0AED1}"/>
              </a:ext>
            </a:extLst>
          </p:cNvPr>
          <p:cNvPicPr>
            <a:picLocks noChangeAspect="1"/>
          </p:cNvPicPr>
          <p:nvPr/>
        </p:nvPicPr>
        <p:blipFill>
          <a:blip r:embed="rId5"/>
          <a:stretch>
            <a:fillRect/>
          </a:stretch>
        </p:blipFill>
        <p:spPr>
          <a:xfrm>
            <a:off x="4353652" y="1271463"/>
            <a:ext cx="5999716" cy="1973061"/>
          </a:xfrm>
          <a:prstGeom prst="rect">
            <a:avLst/>
          </a:prstGeom>
        </p:spPr>
      </p:pic>
    </p:spTree>
    <p:extLst>
      <p:ext uri="{BB962C8B-B14F-4D97-AF65-F5344CB8AC3E}">
        <p14:creationId xmlns:p14="http://schemas.microsoft.com/office/powerpoint/2010/main" val="463744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83089-70BC-FACC-FF04-910E4DA6294C}"/>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C15EEA2-455B-7976-F3AB-F10FCAD6B882}"/>
              </a:ext>
            </a:extLst>
          </p:cNvPr>
          <p:cNvSpPr/>
          <p:nvPr/>
        </p:nvSpPr>
        <p:spPr>
          <a:xfrm>
            <a:off x="-1005"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C47AAE8E-1DC6-6CED-5EED-22FDEACD7B89}"/>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01B47AF3-2C4B-7245-B1BA-AC7CEEB1ED54}"/>
              </a:ext>
            </a:extLst>
          </p:cNvPr>
          <p:cNvSpPr txBox="1"/>
          <p:nvPr/>
        </p:nvSpPr>
        <p:spPr>
          <a:xfrm>
            <a:off x="2860851" y="165181"/>
            <a:ext cx="7492517" cy="923330"/>
          </a:xfrm>
          <a:prstGeom prst="rect">
            <a:avLst/>
          </a:prstGeom>
          <a:noFill/>
        </p:spPr>
        <p:txBody>
          <a:bodyPr wrap="square" rtlCol="0">
            <a:spAutoFit/>
          </a:bodyPr>
          <a:lstStyle/>
          <a:p>
            <a:r>
              <a:rPr lang="it-IT" b="1" dirty="0">
                <a:solidFill>
                  <a:srgbClr val="000000"/>
                </a:solidFill>
                <a:latin typeface="Aptos Narrow" panose="020B0004020202020204" pitchFamily="34" charset="0"/>
              </a:rPr>
              <a:t>MASOCLINICA </a:t>
            </a:r>
            <a:r>
              <a:rPr lang="es-MX" sz="1800" b="1" i="0" u="none" strike="noStrike" dirty="0">
                <a:solidFill>
                  <a:srgbClr val="000000"/>
                </a:solidFill>
                <a:effectLst/>
                <a:latin typeface="Aptos Narrow" panose="020B0004020202020204" pitchFamily="34" charset="0"/>
              </a:rPr>
              <a:t>- </a:t>
            </a:r>
            <a:r>
              <a:rPr lang="es-MX" b="1" dirty="0">
                <a:solidFill>
                  <a:srgbClr val="000000"/>
                </a:solidFill>
                <a:latin typeface="Aptos Narrow" panose="020B0004020202020204" pitchFamily="34" charset="0"/>
              </a:rPr>
              <a:t>CARTAGENA</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00412CC9-A3C0-E4A3-B39F-85CB9F871C12}"/>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5" name="CuadroTexto 4">
            <a:extLst>
              <a:ext uri="{FF2B5EF4-FFF2-40B4-BE49-F238E27FC236}">
                <a16:creationId xmlns:a16="http://schemas.microsoft.com/office/drawing/2014/main" id="{557FB53F-EF84-C201-9FD6-E61A5F94F952}"/>
              </a:ext>
            </a:extLst>
          </p:cNvPr>
          <p:cNvSpPr txBox="1"/>
          <p:nvPr/>
        </p:nvSpPr>
        <p:spPr>
          <a:xfrm>
            <a:off x="3020834" y="4094081"/>
            <a:ext cx="8500606" cy="1569660"/>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ES" sz="1600" dirty="0"/>
              <a:t>La asesora maneja buena presentación conoce de los productos ofrece los productos correspondientes de Pro plan y Excellent, ofrece los húmedos, sin embargo, presenta baja en portafolio y manejo de objeciones ya que no habla de los suplementos con la campaña de  “Sobre al día”.</a:t>
            </a:r>
          </a:p>
        </p:txBody>
      </p:sp>
      <p:pic>
        <p:nvPicPr>
          <p:cNvPr id="6" name="Imagen 5" descr="Icono&#10;&#10;Descripción generada automáticamente">
            <a:extLst>
              <a:ext uri="{FF2B5EF4-FFF2-40B4-BE49-F238E27FC236}">
                <a16:creationId xmlns:a16="http://schemas.microsoft.com/office/drawing/2014/main" id="{9AA4B7B3-4B51-DCC3-10EF-53357946BF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
        <p:nvSpPr>
          <p:cNvPr id="11" name="CuadroTexto 10">
            <a:extLst>
              <a:ext uri="{FF2B5EF4-FFF2-40B4-BE49-F238E27FC236}">
                <a16:creationId xmlns:a16="http://schemas.microsoft.com/office/drawing/2014/main" id="{F5537697-1A6F-E246-69A2-C00D9536E0EC}"/>
              </a:ext>
            </a:extLst>
          </p:cNvPr>
          <p:cNvSpPr txBox="1"/>
          <p:nvPr/>
        </p:nvSpPr>
        <p:spPr>
          <a:xfrm>
            <a:off x="57934" y="3969289"/>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sp>
        <p:nvSpPr>
          <p:cNvPr id="12" name="CuadroTexto 11">
            <a:extLst>
              <a:ext uri="{FF2B5EF4-FFF2-40B4-BE49-F238E27FC236}">
                <a16:creationId xmlns:a16="http://schemas.microsoft.com/office/drawing/2014/main" id="{238A0F2A-6AF7-D1B8-E0DC-5D94EF26CA65}"/>
              </a:ext>
            </a:extLst>
          </p:cNvPr>
          <p:cNvSpPr txBox="1"/>
          <p:nvPr/>
        </p:nvSpPr>
        <p:spPr>
          <a:xfrm>
            <a:off x="961885" y="4790081"/>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98%</a:t>
            </a:r>
            <a:endParaRPr lang="es-CO" sz="2000" b="1" dirty="0">
              <a:solidFill>
                <a:schemeClr val="bg1"/>
              </a:solidFill>
              <a:latin typeface="Franklin Gothic Demi"/>
            </a:endParaRPr>
          </a:p>
        </p:txBody>
      </p:sp>
      <p:graphicFrame>
        <p:nvGraphicFramePr>
          <p:cNvPr id="16" name="Gráfico 15">
            <a:extLst>
              <a:ext uri="{FF2B5EF4-FFF2-40B4-BE49-F238E27FC236}">
                <a16:creationId xmlns:a16="http://schemas.microsoft.com/office/drawing/2014/main" id="{3852E155-11A6-3C11-929E-DAABB542F1AC}"/>
              </a:ext>
            </a:extLst>
          </p:cNvPr>
          <p:cNvGraphicFramePr/>
          <p:nvPr>
            <p:extLst>
              <p:ext uri="{D42A27DB-BD31-4B8C-83A1-F6EECF244321}">
                <p14:modId xmlns:p14="http://schemas.microsoft.com/office/powerpoint/2010/main" val="4134202761"/>
              </p:ext>
            </p:extLst>
          </p:nvPr>
        </p:nvGraphicFramePr>
        <p:xfrm>
          <a:off x="642412" y="4177206"/>
          <a:ext cx="1847779" cy="1403409"/>
        </p:xfrm>
        <a:graphic>
          <a:graphicData uri="http://schemas.openxmlformats.org/drawingml/2006/chart">
            <c:chart xmlns:c="http://schemas.openxmlformats.org/drawingml/2006/chart" xmlns:r="http://schemas.openxmlformats.org/officeDocument/2006/relationships" r:id="rId3"/>
          </a:graphicData>
        </a:graphic>
      </p:graphicFrame>
      <p:sp>
        <p:nvSpPr>
          <p:cNvPr id="21" name="CuadroTexto 20">
            <a:extLst>
              <a:ext uri="{FF2B5EF4-FFF2-40B4-BE49-F238E27FC236}">
                <a16:creationId xmlns:a16="http://schemas.microsoft.com/office/drawing/2014/main" id="{B9F6AE98-F92C-EF9E-AB4D-7D3F37203DAF}"/>
              </a:ext>
            </a:extLst>
          </p:cNvPr>
          <p:cNvSpPr txBox="1"/>
          <p:nvPr/>
        </p:nvSpPr>
        <p:spPr>
          <a:xfrm>
            <a:off x="2860851" y="3429000"/>
            <a:ext cx="9006472" cy="646331"/>
          </a:xfrm>
          <a:prstGeom prst="rect">
            <a:avLst/>
          </a:prstGeom>
          <a:noFill/>
        </p:spPr>
        <p:txBody>
          <a:bodyPr wrap="square">
            <a:spAutoFit/>
          </a:bodyPr>
          <a:lstStyle/>
          <a:p>
            <a:r>
              <a:rPr lang="es-CO" dirty="0">
                <a:hlinkClick r:id="rId4"/>
              </a:rPr>
              <a:t>https://drive.google.com/file/d/1uHOn068uEo5bc8Vkr8_xKvoF2BlUtZis/view?usp=sharing</a:t>
            </a:r>
            <a:endParaRPr lang="es-CO" dirty="0"/>
          </a:p>
          <a:p>
            <a:endParaRPr lang="es-CO" dirty="0"/>
          </a:p>
        </p:txBody>
      </p:sp>
      <p:pic>
        <p:nvPicPr>
          <p:cNvPr id="13" name="Imagen 12">
            <a:extLst>
              <a:ext uri="{FF2B5EF4-FFF2-40B4-BE49-F238E27FC236}">
                <a16:creationId xmlns:a16="http://schemas.microsoft.com/office/drawing/2014/main" id="{C2FF7963-7E4F-A6F9-EF97-A8E8E4CB0A8C}"/>
              </a:ext>
            </a:extLst>
          </p:cNvPr>
          <p:cNvPicPr>
            <a:picLocks noChangeAspect="1"/>
          </p:cNvPicPr>
          <p:nvPr/>
        </p:nvPicPr>
        <p:blipFill>
          <a:blip r:embed="rId5"/>
          <a:stretch>
            <a:fillRect/>
          </a:stretch>
        </p:blipFill>
        <p:spPr>
          <a:xfrm>
            <a:off x="4251833" y="1194259"/>
            <a:ext cx="5599812" cy="1841549"/>
          </a:xfrm>
          <a:prstGeom prst="rect">
            <a:avLst/>
          </a:prstGeom>
        </p:spPr>
      </p:pic>
    </p:spTree>
    <p:extLst>
      <p:ext uri="{BB962C8B-B14F-4D97-AF65-F5344CB8AC3E}">
        <p14:creationId xmlns:p14="http://schemas.microsoft.com/office/powerpoint/2010/main" val="234835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C5B04-A6E8-B96F-B35E-D47AE8A2325B}"/>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CF39D7A8-F2A6-4D10-D1C1-212D127C2FF5}"/>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C4799C9D-FA71-DC31-82D3-A797C2ACF3E9}"/>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D9349DB5-E9BC-EA91-FEDA-EC5153EBF2C1}"/>
              </a:ext>
            </a:extLst>
          </p:cNvPr>
          <p:cNvSpPr txBox="1"/>
          <p:nvPr/>
        </p:nvSpPr>
        <p:spPr>
          <a:xfrm>
            <a:off x="2860851" y="165181"/>
            <a:ext cx="7492517" cy="923330"/>
          </a:xfrm>
          <a:prstGeom prst="rect">
            <a:avLst/>
          </a:prstGeom>
          <a:noFill/>
        </p:spPr>
        <p:txBody>
          <a:bodyPr wrap="square" rtlCol="0">
            <a:spAutoFit/>
          </a:bodyPr>
          <a:lstStyle/>
          <a:p>
            <a:r>
              <a:rPr lang="it-IT" b="1" dirty="0">
                <a:solidFill>
                  <a:srgbClr val="000000"/>
                </a:solidFill>
                <a:latin typeface="Aptos Narrow" panose="020B0004020202020204" pitchFamily="34" charset="0"/>
              </a:rPr>
              <a:t>EXITO CARTAGENA </a:t>
            </a:r>
            <a:r>
              <a:rPr lang="es-MX" sz="1800" b="1" i="0" u="none" strike="noStrike" dirty="0">
                <a:solidFill>
                  <a:srgbClr val="000000"/>
                </a:solidFill>
                <a:effectLst/>
                <a:latin typeface="Aptos Narrow" panose="020B0004020202020204" pitchFamily="34" charset="0"/>
              </a:rPr>
              <a:t>- </a:t>
            </a:r>
            <a:r>
              <a:rPr lang="es-MX" b="1" dirty="0">
                <a:solidFill>
                  <a:srgbClr val="000000"/>
                </a:solidFill>
                <a:latin typeface="Aptos Narrow" panose="020B0004020202020204" pitchFamily="34" charset="0"/>
              </a:rPr>
              <a:t>CARTAGENA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48980DF6-84CC-054B-201B-A0C13D09CCE4}"/>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5" name="CuadroTexto 4">
            <a:extLst>
              <a:ext uri="{FF2B5EF4-FFF2-40B4-BE49-F238E27FC236}">
                <a16:creationId xmlns:a16="http://schemas.microsoft.com/office/drawing/2014/main" id="{14F6CE3A-0EC1-A54F-1F60-96DAB4CE526C}"/>
              </a:ext>
            </a:extLst>
          </p:cNvPr>
          <p:cNvSpPr txBox="1"/>
          <p:nvPr/>
        </p:nvSpPr>
        <p:spPr>
          <a:xfrm>
            <a:off x="3020834" y="4094081"/>
            <a:ext cx="8500606" cy="1569660"/>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ES" sz="1600" dirty="0"/>
              <a:t>Se evidencia abordaje oportuno, buena presentación personal, la misma inicia ofreciendo la línea One que es correspondiente al canal moderno, menciona los resultados visibles a los 28 días, con sus beneficios de nutrición, ofrece los productos húmedos y conoce muy bien los precios con los descuentos en el punto de venta</a:t>
            </a:r>
          </a:p>
        </p:txBody>
      </p:sp>
      <p:pic>
        <p:nvPicPr>
          <p:cNvPr id="6" name="Imagen 5" descr="Icono&#10;&#10;Descripción generada automáticamente">
            <a:extLst>
              <a:ext uri="{FF2B5EF4-FFF2-40B4-BE49-F238E27FC236}">
                <a16:creationId xmlns:a16="http://schemas.microsoft.com/office/drawing/2014/main" id="{70534CDB-495B-73FA-F3A6-A3CE178144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
        <p:nvSpPr>
          <p:cNvPr id="11" name="CuadroTexto 10">
            <a:extLst>
              <a:ext uri="{FF2B5EF4-FFF2-40B4-BE49-F238E27FC236}">
                <a16:creationId xmlns:a16="http://schemas.microsoft.com/office/drawing/2014/main" id="{FEB02433-365B-A284-4792-61A4CAD8A91C}"/>
              </a:ext>
            </a:extLst>
          </p:cNvPr>
          <p:cNvSpPr txBox="1"/>
          <p:nvPr/>
        </p:nvSpPr>
        <p:spPr>
          <a:xfrm>
            <a:off x="57934" y="3969289"/>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sp>
        <p:nvSpPr>
          <p:cNvPr id="12" name="CuadroTexto 11">
            <a:extLst>
              <a:ext uri="{FF2B5EF4-FFF2-40B4-BE49-F238E27FC236}">
                <a16:creationId xmlns:a16="http://schemas.microsoft.com/office/drawing/2014/main" id="{7B1A6D5F-7197-D8F8-2116-437CC1509BDB}"/>
              </a:ext>
            </a:extLst>
          </p:cNvPr>
          <p:cNvSpPr txBox="1"/>
          <p:nvPr/>
        </p:nvSpPr>
        <p:spPr>
          <a:xfrm>
            <a:off x="961885" y="4790081"/>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100%</a:t>
            </a:r>
            <a:endParaRPr lang="es-CO" sz="2000" b="1" dirty="0">
              <a:solidFill>
                <a:schemeClr val="bg1"/>
              </a:solidFill>
              <a:latin typeface="Franklin Gothic Demi"/>
            </a:endParaRPr>
          </a:p>
        </p:txBody>
      </p:sp>
      <p:graphicFrame>
        <p:nvGraphicFramePr>
          <p:cNvPr id="16" name="Gráfico 15">
            <a:extLst>
              <a:ext uri="{FF2B5EF4-FFF2-40B4-BE49-F238E27FC236}">
                <a16:creationId xmlns:a16="http://schemas.microsoft.com/office/drawing/2014/main" id="{8E9D256C-477A-6827-0347-77000FE73449}"/>
              </a:ext>
            </a:extLst>
          </p:cNvPr>
          <p:cNvGraphicFramePr/>
          <p:nvPr>
            <p:extLst>
              <p:ext uri="{D42A27DB-BD31-4B8C-83A1-F6EECF244321}">
                <p14:modId xmlns:p14="http://schemas.microsoft.com/office/powerpoint/2010/main" val="1337319615"/>
              </p:ext>
            </p:extLst>
          </p:nvPr>
        </p:nvGraphicFramePr>
        <p:xfrm>
          <a:off x="734573" y="4177206"/>
          <a:ext cx="1847779" cy="1403409"/>
        </p:xfrm>
        <a:graphic>
          <a:graphicData uri="http://schemas.openxmlformats.org/drawingml/2006/chart">
            <c:chart xmlns:c="http://schemas.openxmlformats.org/drawingml/2006/chart" xmlns:r="http://schemas.openxmlformats.org/officeDocument/2006/relationships" r:id="rId3"/>
          </a:graphicData>
        </a:graphic>
      </p:graphicFrame>
      <p:sp>
        <p:nvSpPr>
          <p:cNvPr id="21" name="CuadroTexto 20">
            <a:extLst>
              <a:ext uri="{FF2B5EF4-FFF2-40B4-BE49-F238E27FC236}">
                <a16:creationId xmlns:a16="http://schemas.microsoft.com/office/drawing/2014/main" id="{096D2AF3-5E91-E5EA-3335-89DAB150AFF4}"/>
              </a:ext>
            </a:extLst>
          </p:cNvPr>
          <p:cNvSpPr txBox="1"/>
          <p:nvPr/>
        </p:nvSpPr>
        <p:spPr>
          <a:xfrm>
            <a:off x="2860850" y="3429000"/>
            <a:ext cx="9465261" cy="646331"/>
          </a:xfrm>
          <a:prstGeom prst="rect">
            <a:avLst/>
          </a:prstGeom>
          <a:noFill/>
        </p:spPr>
        <p:txBody>
          <a:bodyPr wrap="square">
            <a:spAutoFit/>
          </a:bodyPr>
          <a:lstStyle/>
          <a:p>
            <a:r>
              <a:rPr lang="es-CO" dirty="0">
                <a:hlinkClick r:id="rId4"/>
              </a:rPr>
              <a:t>https://drive.google.com/file/d/1v6cWztMDTPzIzRmSPZ5-Uvd5iUlXJ5c2/view?usp=sharing</a:t>
            </a:r>
            <a:endParaRPr lang="es-CO" dirty="0"/>
          </a:p>
          <a:p>
            <a:endParaRPr lang="es-CO" dirty="0"/>
          </a:p>
        </p:txBody>
      </p:sp>
      <p:pic>
        <p:nvPicPr>
          <p:cNvPr id="4" name="Imagen 3">
            <a:extLst>
              <a:ext uri="{FF2B5EF4-FFF2-40B4-BE49-F238E27FC236}">
                <a16:creationId xmlns:a16="http://schemas.microsoft.com/office/drawing/2014/main" id="{6FFE64C2-0209-5CA0-2FAC-1EB5F18C05D7}"/>
              </a:ext>
            </a:extLst>
          </p:cNvPr>
          <p:cNvPicPr>
            <a:picLocks noChangeAspect="1"/>
          </p:cNvPicPr>
          <p:nvPr/>
        </p:nvPicPr>
        <p:blipFill>
          <a:blip r:embed="rId5"/>
          <a:stretch>
            <a:fillRect/>
          </a:stretch>
        </p:blipFill>
        <p:spPr>
          <a:xfrm>
            <a:off x="4361560" y="1271463"/>
            <a:ext cx="5468239" cy="1798280"/>
          </a:xfrm>
          <a:prstGeom prst="rect">
            <a:avLst/>
          </a:prstGeom>
        </p:spPr>
      </p:pic>
    </p:spTree>
    <p:extLst>
      <p:ext uri="{BB962C8B-B14F-4D97-AF65-F5344CB8AC3E}">
        <p14:creationId xmlns:p14="http://schemas.microsoft.com/office/powerpoint/2010/main" val="39252773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DA60A-35D9-339A-315D-882EE695F4A9}"/>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0E19E661-7DC5-D222-66DA-4753F45F7AC5}"/>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FE458611-3CD7-8522-116A-026E2212D1B3}"/>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7E7DF509-4B0A-3DB1-EC36-450802279467}"/>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SUPERMERCADO COMUNAL - </a:t>
            </a:r>
            <a:r>
              <a:rPr lang="es-MX" sz="1800" b="1" i="0" u="none" strike="noStrike" dirty="0">
                <a:solidFill>
                  <a:srgbClr val="000000"/>
                </a:solidFill>
                <a:effectLst/>
                <a:latin typeface="Aptos Narrow" panose="020B0004020202020204" pitchFamily="34" charset="0"/>
              </a:rPr>
              <a:t>BOGOTÁ</a:t>
            </a:r>
            <a:br>
              <a:rPr lang="es-MX" dirty="0">
                <a:latin typeface="Franklin Gothic Demi" panose="020B0703020102020204" pitchFamily="34" charset="0"/>
              </a:rPr>
            </a:br>
            <a:r>
              <a:rPr lang="es-MX" dirty="0">
                <a:latin typeface="Franklin Gothic Demi" panose="020B0703020102020204" pitchFamily="34" charset="0"/>
              </a:rPr>
              <a:t>Canal </a:t>
            </a:r>
            <a:r>
              <a:rPr lang="es-ES" dirty="0">
                <a:latin typeface="Franklin Gothic Demi" panose="020B0703020102020204" pitchFamily="34" charset="0"/>
              </a:rPr>
              <a:t>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5B50A248-B28F-3E45-B44E-6D5E71AE6AFC}"/>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5" name="CuadroTexto 4">
            <a:extLst>
              <a:ext uri="{FF2B5EF4-FFF2-40B4-BE49-F238E27FC236}">
                <a16:creationId xmlns:a16="http://schemas.microsoft.com/office/drawing/2014/main" id="{07AF9C6B-5018-F8B6-B1FE-59C311041CA4}"/>
              </a:ext>
            </a:extLst>
          </p:cNvPr>
          <p:cNvSpPr txBox="1"/>
          <p:nvPr/>
        </p:nvSpPr>
        <p:spPr>
          <a:xfrm>
            <a:off x="3138121" y="3307568"/>
            <a:ext cx="7613297" cy="1077218"/>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ES" sz="1600" dirty="0"/>
              <a:t>El asesor no se encuentra en el PDV debido a que adelanto visita el día anterior por solicitud de  ejecutiva, por ingreso de pedido.</a:t>
            </a:r>
          </a:p>
        </p:txBody>
      </p:sp>
      <p:pic>
        <p:nvPicPr>
          <p:cNvPr id="6" name="Imagen 5" descr="Icono&#10;&#10;Descripción generada automáticamente">
            <a:extLst>
              <a:ext uri="{FF2B5EF4-FFF2-40B4-BE49-F238E27FC236}">
                <a16:creationId xmlns:a16="http://schemas.microsoft.com/office/drawing/2014/main" id="{FF260D32-16E7-A27A-DFFB-8491FCF4F1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
        <p:nvSpPr>
          <p:cNvPr id="12" name="CuadroTexto 11">
            <a:extLst>
              <a:ext uri="{FF2B5EF4-FFF2-40B4-BE49-F238E27FC236}">
                <a16:creationId xmlns:a16="http://schemas.microsoft.com/office/drawing/2014/main" id="{DAF7ED0F-A0CD-77F4-7B6B-7765BAA2906F}"/>
              </a:ext>
            </a:extLst>
          </p:cNvPr>
          <p:cNvSpPr txBox="1"/>
          <p:nvPr/>
        </p:nvSpPr>
        <p:spPr>
          <a:xfrm>
            <a:off x="57934" y="3969289"/>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sp>
        <p:nvSpPr>
          <p:cNvPr id="11" name="CuadroTexto 10">
            <a:extLst>
              <a:ext uri="{FF2B5EF4-FFF2-40B4-BE49-F238E27FC236}">
                <a16:creationId xmlns:a16="http://schemas.microsoft.com/office/drawing/2014/main" id="{277F6D99-15BC-47E2-DE52-1A83DB2BD6AD}"/>
              </a:ext>
            </a:extLst>
          </p:cNvPr>
          <p:cNvSpPr txBox="1"/>
          <p:nvPr/>
        </p:nvSpPr>
        <p:spPr>
          <a:xfrm>
            <a:off x="2946173" y="1551890"/>
            <a:ext cx="8488640" cy="923330"/>
          </a:xfrm>
          <a:prstGeom prst="rect">
            <a:avLst/>
          </a:prstGeom>
          <a:noFill/>
        </p:spPr>
        <p:txBody>
          <a:bodyPr wrap="square">
            <a:spAutoFit/>
          </a:bodyPr>
          <a:lstStyle/>
          <a:p>
            <a:r>
              <a:rPr lang="es-CO" dirty="0">
                <a:hlinkClick r:id="rId3"/>
              </a:rPr>
              <a:t>https://drive.google.com/file/d/1CqfCrK-V3z7UEvLvWiKUuNIVZUNHi8Kt/view?usp=sharing</a:t>
            </a:r>
            <a:endParaRPr lang="es-CO" dirty="0"/>
          </a:p>
          <a:p>
            <a:endParaRPr lang="es-CO" dirty="0"/>
          </a:p>
        </p:txBody>
      </p:sp>
    </p:spTree>
    <p:extLst>
      <p:ext uri="{BB962C8B-B14F-4D97-AF65-F5344CB8AC3E}">
        <p14:creationId xmlns:p14="http://schemas.microsoft.com/office/powerpoint/2010/main" val="15450622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0D363-22FB-0167-1AEC-4210366119E6}"/>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9CEC202C-0003-BB2D-42EE-0B4435FB8D1C}"/>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05D53E87-9F23-A22C-2547-0DF1F4F52E98}"/>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7EAEC1A9-BC3E-83F3-7E36-EA16B624E7FE}"/>
              </a:ext>
            </a:extLst>
          </p:cNvPr>
          <p:cNvSpPr txBox="1"/>
          <p:nvPr/>
        </p:nvSpPr>
        <p:spPr>
          <a:xfrm>
            <a:off x="2877350" y="272904"/>
            <a:ext cx="6143624" cy="369332"/>
          </a:xfrm>
          <a:prstGeom prst="rect">
            <a:avLst/>
          </a:prstGeom>
          <a:noFill/>
        </p:spPr>
        <p:txBody>
          <a:bodyPr wrap="square" lIns="91440" tIns="45720" rIns="91440" bIns="45720" rtlCol="0" anchor="t">
            <a:spAutoFit/>
          </a:bodyPr>
          <a:lstStyle/>
          <a:p>
            <a:r>
              <a:rPr lang="es-MX" dirty="0">
                <a:latin typeface="Franklin Gothic Demi"/>
              </a:rPr>
              <a:t>PLANES DE ACCIÓN</a:t>
            </a:r>
            <a:endParaRPr lang="es-MX" dirty="0">
              <a:latin typeface="Franklin Gothic Demi" panose="020B0703020102020204" pitchFamily="34" charset="0"/>
            </a:endParaRPr>
          </a:p>
        </p:txBody>
      </p:sp>
      <p:sp>
        <p:nvSpPr>
          <p:cNvPr id="7" name="Rectangle 3">
            <a:extLst>
              <a:ext uri="{FF2B5EF4-FFF2-40B4-BE49-F238E27FC236}">
                <a16:creationId xmlns:a16="http://schemas.microsoft.com/office/drawing/2014/main" id="{3C6363B1-09DA-100B-8CBE-639B6623CA69}"/>
              </a:ext>
            </a:extLst>
          </p:cNvPr>
          <p:cNvSpPr>
            <a:spLocks noChangeArrowheads="1"/>
          </p:cNvSpPr>
          <p:nvPr/>
        </p:nvSpPr>
        <p:spPr bwMode="auto">
          <a:xfrm>
            <a:off x="3052916" y="1925371"/>
            <a:ext cx="8797907" cy="1569660"/>
          </a:xfrm>
          <a:prstGeom prst="rect">
            <a:avLst/>
          </a:prstGeom>
          <a:noFill/>
        </p:spPr>
        <p:txBody>
          <a:bodyPr wrap="square">
            <a:spAutoFit/>
          </a:bodyPr>
          <a:lstStyle/>
          <a:p>
            <a:r>
              <a:rPr lang="es-ES" sz="1600" b="1" dirty="0"/>
              <a:t>Portafolio y Manejo de Objeciones:</a:t>
            </a:r>
          </a:p>
          <a:p>
            <a:pPr marL="285750" indent="-285750">
              <a:buFont typeface="Arial" panose="020B0604020202020204" pitchFamily="34" charset="0"/>
              <a:buChar char="•"/>
            </a:pPr>
            <a:r>
              <a:rPr lang="es-ES" sz="1600" dirty="0"/>
              <a:t>Se recomienda realizar capacitaciones de producto enfocadas en portafolio, beneficios e ingredientes para fortalecer el discurso más allá del precio. Complementar con talleres de manejo de objeciones, donde se practique la escucha activa y respuestas efectivas según las necesidades del cliente.</a:t>
            </a:r>
          </a:p>
          <a:p>
            <a:pPr marL="285750" indent="-285750">
              <a:buFont typeface="Arial" panose="020B0604020202020204" pitchFamily="34" charset="0"/>
              <a:buChar char="•"/>
            </a:pPr>
            <a:r>
              <a:rPr lang="es-ES" sz="1600" dirty="0"/>
              <a:t>Reforzar las campañas que se manejan en húmedos y los beneficios de 28 días.</a:t>
            </a:r>
          </a:p>
        </p:txBody>
      </p:sp>
      <p:pic>
        <p:nvPicPr>
          <p:cNvPr id="2" name="Imagen 1" descr="Icono&#10;&#10;Descripción generada automáticamente">
            <a:extLst>
              <a:ext uri="{FF2B5EF4-FFF2-40B4-BE49-F238E27FC236}">
                <a16:creationId xmlns:a16="http://schemas.microsoft.com/office/drawing/2014/main" id="{573C6342-79EA-66F6-3FE9-DED0F002CF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18239402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9FA310A980BBAC44A75191F65BAE12E7" ma:contentTypeVersion="17" ma:contentTypeDescription="Crear nuevo documento." ma:contentTypeScope="" ma:versionID="1b66a577699fb63061267e374f5870ae">
  <xsd:schema xmlns:xsd="http://www.w3.org/2001/XMLSchema" xmlns:xs="http://www.w3.org/2001/XMLSchema" xmlns:p="http://schemas.microsoft.com/office/2006/metadata/properties" xmlns:ns3="e523bf45-09fb-4f9b-aa49-e403c0417b10" xmlns:ns4="726c8eaf-14c1-4e89-a6e9-59524033e4a7" targetNamespace="http://schemas.microsoft.com/office/2006/metadata/properties" ma:root="true" ma:fieldsID="1778c55661338f28ad7931875976b49f" ns3:_="" ns4:_="">
    <xsd:import namespace="e523bf45-09fb-4f9b-aa49-e403c0417b10"/>
    <xsd:import namespace="726c8eaf-14c1-4e89-a6e9-59524033e4a7"/>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23bf45-09fb-4f9b-aa49-e403c0417b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6c8eaf-14c1-4e89-a6e9-59524033e4a7" elementFormDefault="qualified">
    <xsd:import namespace="http://schemas.microsoft.com/office/2006/documentManagement/types"/>
    <xsd:import namespace="http://schemas.microsoft.com/office/infopath/2007/PartnerControls"/>
    <xsd:element name="SharedWithUsers" ma:index="17"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Detalles de uso compartido" ma:internalName="SharedWithDetails" ma:readOnly="true">
      <xsd:simpleType>
        <xsd:restriction base="dms:Note">
          <xsd:maxLength value="255"/>
        </xsd:restriction>
      </xsd:simpleType>
    </xsd:element>
    <xsd:element name="SharingHintHash" ma:index="19"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523bf45-09fb-4f9b-aa49-e403c0417b10" xsi:nil="true"/>
  </documentManagement>
</p:properties>
</file>

<file path=customXml/itemProps1.xml><?xml version="1.0" encoding="utf-8"?>
<ds:datastoreItem xmlns:ds="http://schemas.openxmlformats.org/officeDocument/2006/customXml" ds:itemID="{C04E4501-7E14-43A4-96E9-4CECCAB4F3BE}">
  <ds:schemaRefs>
    <ds:schemaRef ds:uri="http://schemas.microsoft.com/sharepoint/v3/contenttype/forms"/>
  </ds:schemaRefs>
</ds:datastoreItem>
</file>

<file path=customXml/itemProps2.xml><?xml version="1.0" encoding="utf-8"?>
<ds:datastoreItem xmlns:ds="http://schemas.openxmlformats.org/officeDocument/2006/customXml" ds:itemID="{DFC701C1-7C78-499B-B1A4-7BF88100E1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23bf45-09fb-4f9b-aa49-e403c0417b10"/>
    <ds:schemaRef ds:uri="726c8eaf-14c1-4e89-a6e9-59524033e4a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8446356-CFDD-47F4-A1AC-D66587E12E15}">
  <ds:schemaRefs>
    <ds:schemaRef ds:uri="http://schemas.openxmlformats.org/package/2006/metadata/core-properties"/>
    <ds:schemaRef ds:uri="http://schemas.microsoft.com/office/2006/metadata/properties"/>
    <ds:schemaRef ds:uri="http://schemas.microsoft.com/office/infopath/2007/PartnerControls"/>
    <ds:schemaRef ds:uri="http://schemas.microsoft.com/office/2006/documentManagement/types"/>
    <ds:schemaRef ds:uri="http://purl.org/dc/terms/"/>
    <ds:schemaRef ds:uri="e523bf45-09fb-4f9b-aa49-e403c0417b10"/>
    <ds:schemaRef ds:uri="http://purl.org/dc/elements/1.1/"/>
    <ds:schemaRef ds:uri="http://purl.org/dc/dcmitype/"/>
    <ds:schemaRef ds:uri="726c8eaf-14c1-4e89-a6e9-59524033e4a7"/>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6956</TotalTime>
  <Words>2068</Words>
  <Application>Microsoft Office PowerPoint</Application>
  <PresentationFormat>Panorámica</PresentationFormat>
  <Paragraphs>226</Paragraphs>
  <Slides>20</Slides>
  <Notes>2</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20</vt:i4>
      </vt:variant>
    </vt:vector>
  </HeadingPairs>
  <TitlesOfParts>
    <vt:vector size="28" baseType="lpstr">
      <vt:lpstr>Aptos</vt:lpstr>
      <vt:lpstr>Aptos Display</vt:lpstr>
      <vt:lpstr>Aptos Narrow</vt:lpstr>
      <vt:lpstr>Arial</vt:lpstr>
      <vt:lpstr>Franklin Gothic Demi</vt:lpstr>
      <vt:lpstr>ui-sans-serif</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Angie Lorena Gomez Romero</dc:creator>
  <cp:lastModifiedBy>Camila Buitrago Buitrago</cp:lastModifiedBy>
  <cp:revision>37</cp:revision>
  <dcterms:created xsi:type="dcterms:W3CDTF">2024-07-23T15:31:20Z</dcterms:created>
  <dcterms:modified xsi:type="dcterms:W3CDTF">2026-06-03T14:07:37Z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4e5b13-2d98-4ce3-adad-008bcee42cb2_Enabled">
    <vt:lpwstr>true</vt:lpwstr>
  </property>
  <property fmtid="{D5CDD505-2E9C-101B-9397-08002B2CF9AE}" pid="3" name="MSIP_Label_b64e5b13-2d98-4ce3-adad-008bcee42cb2_SetDate">
    <vt:lpwstr>2025-02-18T12:54:11Z</vt:lpwstr>
  </property>
  <property fmtid="{D5CDD505-2E9C-101B-9397-08002B2CF9AE}" pid="4" name="MSIP_Label_b64e5b13-2d98-4ce3-adad-008bcee42cb2_Method">
    <vt:lpwstr>Standard</vt:lpwstr>
  </property>
  <property fmtid="{D5CDD505-2E9C-101B-9397-08002B2CF9AE}" pid="5" name="MSIP_Label_b64e5b13-2d98-4ce3-adad-008bcee42cb2_Name">
    <vt:lpwstr>Información Confidencial</vt:lpwstr>
  </property>
  <property fmtid="{D5CDD505-2E9C-101B-9397-08002B2CF9AE}" pid="6" name="MSIP_Label_b64e5b13-2d98-4ce3-adad-008bcee42cb2_SiteId">
    <vt:lpwstr>d2bc208e-4fff-4078-b5ac-f69a6a266ff3</vt:lpwstr>
  </property>
  <property fmtid="{D5CDD505-2E9C-101B-9397-08002B2CF9AE}" pid="7" name="MSIP_Label_b64e5b13-2d98-4ce3-adad-008bcee42cb2_ActionId">
    <vt:lpwstr>cc883d48-43a9-431b-b437-4e3ce90acde8</vt:lpwstr>
  </property>
  <property fmtid="{D5CDD505-2E9C-101B-9397-08002B2CF9AE}" pid="8" name="MSIP_Label_b64e5b13-2d98-4ce3-adad-008bcee42cb2_ContentBits">
    <vt:lpwstr>0</vt:lpwstr>
  </property>
  <property fmtid="{D5CDD505-2E9C-101B-9397-08002B2CF9AE}" pid="9" name="MSIP_Label_b64e5b13-2d98-4ce3-adad-008bcee42cb2_Tag">
    <vt:lpwstr>10, 3, 0, 2</vt:lpwstr>
  </property>
  <property fmtid="{D5CDD505-2E9C-101B-9397-08002B2CF9AE}" pid="10" name="ContentTypeId">
    <vt:lpwstr>0x0101009FA310A980BBAC44A75191F65BAE12E7</vt:lpwstr>
  </property>
</Properties>
</file>