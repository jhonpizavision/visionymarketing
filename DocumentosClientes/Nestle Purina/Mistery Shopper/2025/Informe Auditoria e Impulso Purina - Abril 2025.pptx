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4"/>
  </p:notesMasterIdLst>
  <p:sldIdLst>
    <p:sldId id="332" r:id="rId5"/>
    <p:sldId id="333" r:id="rId6"/>
    <p:sldId id="334" r:id="rId7"/>
    <p:sldId id="354" r:id="rId8"/>
    <p:sldId id="353" r:id="rId9"/>
    <p:sldId id="352" r:id="rId10"/>
    <p:sldId id="355" r:id="rId11"/>
    <p:sldId id="357" r:id="rId12"/>
    <p:sldId id="356" r:id="rId13"/>
    <p:sldId id="331" r:id="rId14"/>
    <p:sldId id="276" r:id="rId15"/>
    <p:sldId id="257" r:id="rId16"/>
    <p:sldId id="311" r:id="rId17"/>
    <p:sldId id="261" r:id="rId18"/>
    <p:sldId id="312" r:id="rId19"/>
    <p:sldId id="344" r:id="rId20"/>
    <p:sldId id="345" r:id="rId21"/>
    <p:sldId id="346" r:id="rId22"/>
    <p:sldId id="347" r:id="rId23"/>
    <p:sldId id="348" r:id="rId24"/>
    <p:sldId id="358" r:id="rId25"/>
    <p:sldId id="338" r:id="rId26"/>
    <p:sldId id="339" r:id="rId27"/>
    <p:sldId id="359" r:id="rId28"/>
    <p:sldId id="360" r:id="rId29"/>
    <p:sldId id="361" r:id="rId30"/>
    <p:sldId id="362" r:id="rId31"/>
    <p:sldId id="363" r:id="rId32"/>
    <p:sldId id="330" r:id="rId3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e Auditoria" id="{A25F183A-8BA2-49AA-B54A-A2BC4D92F211}">
          <p14:sldIdLst>
            <p14:sldId id="332"/>
            <p14:sldId id="333"/>
            <p14:sldId id="334"/>
            <p14:sldId id="354"/>
            <p14:sldId id="353"/>
            <p14:sldId id="352"/>
            <p14:sldId id="355"/>
            <p14:sldId id="357"/>
            <p14:sldId id="356"/>
          </p14:sldIdLst>
        </p14:section>
        <p14:section name="Informe Impulso" id="{E8B82DF3-41FF-4FB9-AD16-3D52B042A577}">
          <p14:sldIdLst>
            <p14:sldId id="331"/>
            <p14:sldId id="276"/>
            <p14:sldId id="257"/>
            <p14:sldId id="311"/>
            <p14:sldId id="261"/>
            <p14:sldId id="312"/>
            <p14:sldId id="344"/>
            <p14:sldId id="345"/>
            <p14:sldId id="346"/>
            <p14:sldId id="347"/>
            <p14:sldId id="348"/>
            <p14:sldId id="358"/>
            <p14:sldId id="338"/>
            <p14:sldId id="339"/>
            <p14:sldId id="359"/>
            <p14:sldId id="360"/>
            <p14:sldId id="361"/>
            <p14:sldId id="362"/>
            <p14:sldId id="363"/>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1C24"/>
    <a:srgbClr val="AA050B"/>
    <a:srgbClr val="F7A720"/>
    <a:srgbClr val="6717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62A781-BFEB-4167-BC8B-6C14CC8AF6A3}" v="107" dt="2025-04-30T20:03:31.842"/>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Raul Guerrero Anaya" userId="0ce4d9aa-8e9a-49aa-b0f2-d17a32a3775a" providerId="ADAL" clId="{5662A781-BFEB-4167-BC8B-6C14CC8AF6A3}"/>
    <pc:docChg chg="undo custSel addSld delSld modSld sldOrd modSection">
      <pc:chgData name="Diego Raul Guerrero Anaya" userId="0ce4d9aa-8e9a-49aa-b0f2-d17a32a3775a" providerId="ADAL" clId="{5662A781-BFEB-4167-BC8B-6C14CC8AF6A3}" dt="2025-04-30T20:03:46.676" v="4372" actId="14100"/>
      <pc:docMkLst>
        <pc:docMk/>
      </pc:docMkLst>
      <pc:sldChg chg="addSp delSp modSp mod">
        <pc:chgData name="Diego Raul Guerrero Anaya" userId="0ce4d9aa-8e9a-49aa-b0f2-d17a32a3775a" providerId="ADAL" clId="{5662A781-BFEB-4167-BC8B-6C14CC8AF6A3}" dt="2025-04-30T19:19:29.384" v="3420" actId="1076"/>
        <pc:sldMkLst>
          <pc:docMk/>
          <pc:sldMk cId="342973568" sldId="257"/>
        </pc:sldMkLst>
        <pc:spChg chg="mod">
          <ac:chgData name="Diego Raul Guerrero Anaya" userId="0ce4d9aa-8e9a-49aa-b0f2-d17a32a3775a" providerId="ADAL" clId="{5662A781-BFEB-4167-BC8B-6C14CC8AF6A3}" dt="2025-04-30T18:02:15.061" v="1783" actId="20577"/>
          <ac:spMkLst>
            <pc:docMk/>
            <pc:sldMk cId="342973568" sldId="257"/>
            <ac:spMk id="3" creationId="{5517A915-85AE-5FA2-8B73-8C6D4927CC78}"/>
          </ac:spMkLst>
        </pc:spChg>
        <pc:spChg chg="del">
          <ac:chgData name="Diego Raul Guerrero Anaya" userId="0ce4d9aa-8e9a-49aa-b0f2-d17a32a3775a" providerId="ADAL" clId="{5662A781-BFEB-4167-BC8B-6C14CC8AF6A3}" dt="2025-04-30T10:31:45.630" v="932" actId="478"/>
          <ac:spMkLst>
            <pc:docMk/>
            <pc:sldMk cId="342973568" sldId="257"/>
            <ac:spMk id="6" creationId="{77F6691E-6ED7-7441-AE73-1B196BBBAF01}"/>
          </ac:spMkLst>
        </pc:spChg>
        <pc:spChg chg="mod">
          <ac:chgData name="Diego Raul Guerrero Anaya" userId="0ce4d9aa-8e9a-49aa-b0f2-d17a32a3775a" providerId="ADAL" clId="{5662A781-BFEB-4167-BC8B-6C14CC8AF6A3}" dt="2025-04-30T10:31:38.863" v="931" actId="1076"/>
          <ac:spMkLst>
            <pc:docMk/>
            <pc:sldMk cId="342973568" sldId="257"/>
            <ac:spMk id="8" creationId="{E148BC7B-FA01-522B-AFFE-4B9D33C4532B}"/>
          </ac:spMkLst>
        </pc:spChg>
        <pc:spChg chg="add mod">
          <ac:chgData name="Diego Raul Guerrero Anaya" userId="0ce4d9aa-8e9a-49aa-b0f2-d17a32a3775a" providerId="ADAL" clId="{5662A781-BFEB-4167-BC8B-6C14CC8AF6A3}" dt="2025-04-30T16:22:48.701" v="962" actId="20577"/>
          <ac:spMkLst>
            <pc:docMk/>
            <pc:sldMk cId="342973568" sldId="257"/>
            <ac:spMk id="10" creationId="{455C021E-C081-F470-1561-7A72B77C082E}"/>
          </ac:spMkLst>
        </pc:spChg>
        <pc:spChg chg="del">
          <ac:chgData name="Diego Raul Guerrero Anaya" userId="0ce4d9aa-8e9a-49aa-b0f2-d17a32a3775a" providerId="ADAL" clId="{5662A781-BFEB-4167-BC8B-6C14CC8AF6A3}" dt="2025-04-30T10:31:45.630" v="932" actId="478"/>
          <ac:spMkLst>
            <pc:docMk/>
            <pc:sldMk cId="342973568" sldId="257"/>
            <ac:spMk id="11" creationId="{96C256FC-ED2C-DF82-8844-BC8DD744B4E6}"/>
          </ac:spMkLst>
        </pc:spChg>
        <pc:spChg chg="del">
          <ac:chgData name="Diego Raul Guerrero Anaya" userId="0ce4d9aa-8e9a-49aa-b0f2-d17a32a3775a" providerId="ADAL" clId="{5662A781-BFEB-4167-BC8B-6C14CC8AF6A3}" dt="2025-04-30T10:31:45.630" v="932" actId="478"/>
          <ac:spMkLst>
            <pc:docMk/>
            <pc:sldMk cId="342973568" sldId="257"/>
            <ac:spMk id="15" creationId="{4D3B57D2-A390-B263-67C3-6E934B44443D}"/>
          </ac:spMkLst>
        </pc:spChg>
        <pc:spChg chg="mod">
          <ac:chgData name="Diego Raul Guerrero Anaya" userId="0ce4d9aa-8e9a-49aa-b0f2-d17a32a3775a" providerId="ADAL" clId="{5662A781-BFEB-4167-BC8B-6C14CC8AF6A3}" dt="2025-04-30T18:11:39.407" v="1803" actId="1076"/>
          <ac:spMkLst>
            <pc:docMk/>
            <pc:sldMk cId="342973568" sldId="257"/>
            <ac:spMk id="17" creationId="{17F069D7-D284-487B-2E0C-9D99EE9A5E72}"/>
          </ac:spMkLst>
        </pc:spChg>
        <pc:spChg chg="add mod">
          <ac:chgData name="Diego Raul Guerrero Anaya" userId="0ce4d9aa-8e9a-49aa-b0f2-d17a32a3775a" providerId="ADAL" clId="{5662A781-BFEB-4167-BC8B-6C14CC8AF6A3}" dt="2025-04-30T16:22:51.247" v="964" actId="20577"/>
          <ac:spMkLst>
            <pc:docMk/>
            <pc:sldMk cId="342973568" sldId="257"/>
            <ac:spMk id="18" creationId="{12E3D6B0-A00A-E70F-93B8-155EDCA8A27A}"/>
          </ac:spMkLst>
        </pc:spChg>
        <pc:spChg chg="add mod">
          <ac:chgData name="Diego Raul Guerrero Anaya" userId="0ce4d9aa-8e9a-49aa-b0f2-d17a32a3775a" providerId="ADAL" clId="{5662A781-BFEB-4167-BC8B-6C14CC8AF6A3}" dt="2025-04-30T10:31:59.167" v="934"/>
          <ac:spMkLst>
            <pc:docMk/>
            <pc:sldMk cId="342973568" sldId="257"/>
            <ac:spMk id="22" creationId="{D5B6787F-8ADF-7197-8419-53AB256C2BC6}"/>
          </ac:spMkLst>
        </pc:spChg>
        <pc:spChg chg="add mod">
          <ac:chgData name="Diego Raul Guerrero Anaya" userId="0ce4d9aa-8e9a-49aa-b0f2-d17a32a3775a" providerId="ADAL" clId="{5662A781-BFEB-4167-BC8B-6C14CC8AF6A3}" dt="2025-04-30T16:22:11.821" v="959" actId="20577"/>
          <ac:spMkLst>
            <pc:docMk/>
            <pc:sldMk cId="342973568" sldId="257"/>
            <ac:spMk id="24" creationId="{6EBCA8F0-41A7-36C1-4588-E417E68D56B2}"/>
          </ac:spMkLst>
        </pc:spChg>
        <pc:spChg chg="mod">
          <ac:chgData name="Diego Raul Guerrero Anaya" userId="0ce4d9aa-8e9a-49aa-b0f2-d17a32a3775a" providerId="ADAL" clId="{5662A781-BFEB-4167-BC8B-6C14CC8AF6A3}" dt="2025-04-30T16:21:59.629" v="955" actId="20577"/>
          <ac:spMkLst>
            <pc:docMk/>
            <pc:sldMk cId="342973568" sldId="257"/>
            <ac:spMk id="29" creationId="{C54A186A-8BB1-885B-9A38-62E4927CA8C1}"/>
          </ac:spMkLst>
        </pc:spChg>
        <pc:spChg chg="del">
          <ac:chgData name="Diego Raul Guerrero Anaya" userId="0ce4d9aa-8e9a-49aa-b0f2-d17a32a3775a" providerId="ADAL" clId="{5662A781-BFEB-4167-BC8B-6C14CC8AF6A3}" dt="2025-04-30T10:31:50.696" v="933" actId="478"/>
          <ac:spMkLst>
            <pc:docMk/>
            <pc:sldMk cId="342973568" sldId="257"/>
            <ac:spMk id="43" creationId="{CA941CE4-C805-F56B-8496-B3F3420DAF00}"/>
          </ac:spMkLst>
        </pc:spChg>
        <pc:spChg chg="mod">
          <ac:chgData name="Diego Raul Guerrero Anaya" userId="0ce4d9aa-8e9a-49aa-b0f2-d17a32a3775a" providerId="ADAL" clId="{5662A781-BFEB-4167-BC8B-6C14CC8AF6A3}" dt="2025-04-30T18:12:31.206" v="1811" actId="1076"/>
          <ac:spMkLst>
            <pc:docMk/>
            <pc:sldMk cId="342973568" sldId="257"/>
            <ac:spMk id="44" creationId="{CBFD5C63-9190-FCFB-F015-5ECE2AE5FF00}"/>
          </ac:spMkLst>
        </pc:spChg>
        <pc:graphicFrameChg chg="add mod">
          <ac:chgData name="Diego Raul Guerrero Anaya" userId="0ce4d9aa-8e9a-49aa-b0f2-d17a32a3775a" providerId="ADAL" clId="{5662A781-BFEB-4167-BC8B-6C14CC8AF6A3}" dt="2025-04-30T17:48:12.870" v="1772"/>
          <ac:graphicFrameMkLst>
            <pc:docMk/>
            <pc:sldMk cId="342973568" sldId="257"/>
            <ac:graphicFrameMk id="30" creationId="{98F1B249-033C-1717-7E8C-D87CAD937D7B}"/>
          </ac:graphicFrameMkLst>
        </pc:graphicFrameChg>
        <pc:picChg chg="del">
          <ac:chgData name="Diego Raul Guerrero Anaya" userId="0ce4d9aa-8e9a-49aa-b0f2-d17a32a3775a" providerId="ADAL" clId="{5662A781-BFEB-4167-BC8B-6C14CC8AF6A3}" dt="2025-04-30T10:31:45.630" v="932" actId="478"/>
          <ac:picMkLst>
            <pc:docMk/>
            <pc:sldMk cId="342973568" sldId="257"/>
            <ac:picMk id="2" creationId="{FBA03E2B-7181-6007-8E06-3C9ED6A4EE15}"/>
          </ac:picMkLst>
        </pc:picChg>
        <pc:picChg chg="add mod">
          <ac:chgData name="Diego Raul Guerrero Anaya" userId="0ce4d9aa-8e9a-49aa-b0f2-d17a32a3775a" providerId="ADAL" clId="{5662A781-BFEB-4167-BC8B-6C14CC8AF6A3}" dt="2025-04-30T10:31:59.167" v="934"/>
          <ac:picMkLst>
            <pc:docMk/>
            <pc:sldMk cId="342973568" sldId="257"/>
            <ac:picMk id="5" creationId="{C709C55F-0166-B9FA-EC86-83D8E9245043}"/>
          </ac:picMkLst>
        </pc:picChg>
        <pc:picChg chg="del">
          <ac:chgData name="Diego Raul Guerrero Anaya" userId="0ce4d9aa-8e9a-49aa-b0f2-d17a32a3775a" providerId="ADAL" clId="{5662A781-BFEB-4167-BC8B-6C14CC8AF6A3}" dt="2025-04-30T16:23:43.414" v="970" actId="478"/>
          <ac:picMkLst>
            <pc:docMk/>
            <pc:sldMk cId="342973568" sldId="257"/>
            <ac:picMk id="7" creationId="{2276944E-737E-F465-7A3C-D6A01293F8C8}"/>
          </ac:picMkLst>
        </pc:picChg>
        <pc:picChg chg="del">
          <ac:chgData name="Diego Raul Guerrero Anaya" userId="0ce4d9aa-8e9a-49aa-b0f2-d17a32a3775a" providerId="ADAL" clId="{5662A781-BFEB-4167-BC8B-6C14CC8AF6A3}" dt="2025-04-30T10:31:45.630" v="932" actId="478"/>
          <ac:picMkLst>
            <pc:docMk/>
            <pc:sldMk cId="342973568" sldId="257"/>
            <ac:picMk id="9" creationId="{34281873-E675-71AC-D4AB-3B4F33AC98EA}"/>
          </ac:picMkLst>
        </pc:picChg>
        <pc:picChg chg="del">
          <ac:chgData name="Diego Raul Guerrero Anaya" userId="0ce4d9aa-8e9a-49aa-b0f2-d17a32a3775a" providerId="ADAL" clId="{5662A781-BFEB-4167-BC8B-6C14CC8AF6A3}" dt="2025-04-30T16:23:25.543" v="966" actId="478"/>
          <ac:picMkLst>
            <pc:docMk/>
            <pc:sldMk cId="342973568" sldId="257"/>
            <ac:picMk id="12" creationId="{2BDB26C1-E11D-5C02-B202-B9CA6BCE042E}"/>
          </ac:picMkLst>
        </pc:picChg>
        <pc:picChg chg="del">
          <ac:chgData name="Diego Raul Guerrero Anaya" userId="0ce4d9aa-8e9a-49aa-b0f2-d17a32a3775a" providerId="ADAL" clId="{5662A781-BFEB-4167-BC8B-6C14CC8AF6A3}" dt="2025-04-30T10:31:45.630" v="932" actId="478"/>
          <ac:picMkLst>
            <pc:docMk/>
            <pc:sldMk cId="342973568" sldId="257"/>
            <ac:picMk id="13" creationId="{5A9B6B6F-A8CC-B582-D42C-2E66FB7559F9}"/>
          </ac:picMkLst>
        </pc:picChg>
        <pc:picChg chg="add mod">
          <ac:chgData name="Diego Raul Guerrero Anaya" userId="0ce4d9aa-8e9a-49aa-b0f2-d17a32a3775a" providerId="ADAL" clId="{5662A781-BFEB-4167-BC8B-6C14CC8AF6A3}" dt="2025-04-30T10:31:59.167" v="934"/>
          <ac:picMkLst>
            <pc:docMk/>
            <pc:sldMk cId="342973568" sldId="257"/>
            <ac:picMk id="14" creationId="{A8473A83-AB6C-CC2E-2439-8AB2F9612257}"/>
          </ac:picMkLst>
        </pc:picChg>
        <pc:picChg chg="del">
          <ac:chgData name="Diego Raul Guerrero Anaya" userId="0ce4d9aa-8e9a-49aa-b0f2-d17a32a3775a" providerId="ADAL" clId="{5662A781-BFEB-4167-BC8B-6C14CC8AF6A3}" dt="2025-04-30T16:24:35.674" v="974" actId="478"/>
          <ac:picMkLst>
            <pc:docMk/>
            <pc:sldMk cId="342973568" sldId="257"/>
            <ac:picMk id="16" creationId="{717A4D1F-9499-B5D4-06DC-E983B778FA99}"/>
          </ac:picMkLst>
        </pc:picChg>
        <pc:picChg chg="add mod">
          <ac:chgData name="Diego Raul Guerrero Anaya" userId="0ce4d9aa-8e9a-49aa-b0f2-d17a32a3775a" providerId="ADAL" clId="{5662A781-BFEB-4167-BC8B-6C14CC8AF6A3}" dt="2025-04-30T10:31:59.167" v="934"/>
          <ac:picMkLst>
            <pc:docMk/>
            <pc:sldMk cId="342973568" sldId="257"/>
            <ac:picMk id="19" creationId="{641EBE12-80C7-75F8-17A7-C97EE37AA40A}"/>
          </ac:picMkLst>
        </pc:picChg>
        <pc:picChg chg="add mod">
          <ac:chgData name="Diego Raul Guerrero Anaya" userId="0ce4d9aa-8e9a-49aa-b0f2-d17a32a3775a" providerId="ADAL" clId="{5662A781-BFEB-4167-BC8B-6C14CC8AF6A3}" dt="2025-04-30T10:31:59.167" v="934"/>
          <ac:picMkLst>
            <pc:docMk/>
            <pc:sldMk cId="342973568" sldId="257"/>
            <ac:picMk id="23" creationId="{59C38FF5-B202-95E4-AD2F-E73B8F48C9F7}"/>
          </ac:picMkLst>
        </pc:picChg>
        <pc:picChg chg="add del mod">
          <ac:chgData name="Diego Raul Guerrero Anaya" userId="0ce4d9aa-8e9a-49aa-b0f2-d17a32a3775a" providerId="ADAL" clId="{5662A781-BFEB-4167-BC8B-6C14CC8AF6A3}" dt="2025-04-30T18:02:20.296" v="1784" actId="478"/>
          <ac:picMkLst>
            <pc:docMk/>
            <pc:sldMk cId="342973568" sldId="257"/>
            <ac:picMk id="25" creationId="{56AB8299-B5B4-1AD0-03E4-74CD2A132374}"/>
          </ac:picMkLst>
        </pc:picChg>
        <pc:picChg chg="add del mod">
          <ac:chgData name="Diego Raul Guerrero Anaya" userId="0ce4d9aa-8e9a-49aa-b0f2-d17a32a3775a" providerId="ADAL" clId="{5662A781-BFEB-4167-BC8B-6C14CC8AF6A3}" dt="2025-04-30T16:25:50.883" v="978" actId="478"/>
          <ac:picMkLst>
            <pc:docMk/>
            <pc:sldMk cId="342973568" sldId="257"/>
            <ac:picMk id="26" creationId="{40D23A10-9155-91ED-8B67-2F728279A628}"/>
          </ac:picMkLst>
        </pc:picChg>
        <pc:picChg chg="add del mod">
          <ac:chgData name="Diego Raul Guerrero Anaya" userId="0ce4d9aa-8e9a-49aa-b0f2-d17a32a3775a" providerId="ADAL" clId="{5662A781-BFEB-4167-BC8B-6C14CC8AF6A3}" dt="2025-04-30T17:48:11.962" v="1771" actId="478"/>
          <ac:picMkLst>
            <pc:docMk/>
            <pc:sldMk cId="342973568" sldId="257"/>
            <ac:picMk id="27" creationId="{FF64C702-CCC0-05A1-F515-7A0189AEE067}"/>
          </ac:picMkLst>
        </pc:picChg>
        <pc:picChg chg="add del mod">
          <ac:chgData name="Diego Raul Guerrero Anaya" userId="0ce4d9aa-8e9a-49aa-b0f2-d17a32a3775a" providerId="ADAL" clId="{5662A781-BFEB-4167-BC8B-6C14CC8AF6A3}" dt="2025-04-30T18:11:00.591" v="1798" actId="478"/>
          <ac:picMkLst>
            <pc:docMk/>
            <pc:sldMk cId="342973568" sldId="257"/>
            <ac:picMk id="28" creationId="{DD87DDA8-6E88-9BA0-A4EB-E7F23ABBEB14}"/>
          </ac:picMkLst>
        </pc:picChg>
        <pc:picChg chg="add del mod">
          <ac:chgData name="Diego Raul Guerrero Anaya" userId="0ce4d9aa-8e9a-49aa-b0f2-d17a32a3775a" providerId="ADAL" clId="{5662A781-BFEB-4167-BC8B-6C14CC8AF6A3}" dt="2025-04-30T17:49:00.884" v="1780" actId="478"/>
          <ac:picMkLst>
            <pc:docMk/>
            <pc:sldMk cId="342973568" sldId="257"/>
            <ac:picMk id="31" creationId="{60D3F439-C6C5-A885-13CA-726116A99FE9}"/>
          </ac:picMkLst>
        </pc:picChg>
        <pc:picChg chg="add mod">
          <ac:chgData name="Diego Raul Guerrero Anaya" userId="0ce4d9aa-8e9a-49aa-b0f2-d17a32a3775a" providerId="ADAL" clId="{5662A781-BFEB-4167-BC8B-6C14CC8AF6A3}" dt="2025-04-30T18:14:37.024" v="1823" actId="1076"/>
          <ac:picMkLst>
            <pc:docMk/>
            <pc:sldMk cId="342973568" sldId="257"/>
            <ac:picMk id="32" creationId="{61F0C1BC-2943-84AA-13E6-B10D5132CAE4}"/>
          </ac:picMkLst>
        </pc:picChg>
        <pc:picChg chg="add del mod">
          <ac:chgData name="Diego Raul Guerrero Anaya" userId="0ce4d9aa-8e9a-49aa-b0f2-d17a32a3775a" providerId="ADAL" clId="{5662A781-BFEB-4167-BC8B-6C14CC8AF6A3}" dt="2025-04-30T18:10:59.010" v="1797" actId="478"/>
          <ac:picMkLst>
            <pc:docMk/>
            <pc:sldMk cId="342973568" sldId="257"/>
            <ac:picMk id="33" creationId="{2D6F2728-1D18-C19E-201E-0080DF4CA14B}"/>
          </ac:picMkLst>
        </pc:picChg>
        <pc:picChg chg="add del mod">
          <ac:chgData name="Diego Raul Guerrero Anaya" userId="0ce4d9aa-8e9a-49aa-b0f2-d17a32a3775a" providerId="ADAL" clId="{5662A781-BFEB-4167-BC8B-6C14CC8AF6A3}" dt="2025-04-30T19:19:14.709" v="3418" actId="478"/>
          <ac:picMkLst>
            <pc:docMk/>
            <pc:sldMk cId="342973568" sldId="257"/>
            <ac:picMk id="34" creationId="{C89493A3-5ADA-1D2D-5110-DD715DF9A29F}"/>
          </ac:picMkLst>
        </pc:picChg>
        <pc:picChg chg="add del mod">
          <ac:chgData name="Diego Raul Guerrero Anaya" userId="0ce4d9aa-8e9a-49aa-b0f2-d17a32a3775a" providerId="ADAL" clId="{5662A781-BFEB-4167-BC8B-6C14CC8AF6A3}" dt="2025-04-30T18:13:38.057" v="1812" actId="478"/>
          <ac:picMkLst>
            <pc:docMk/>
            <pc:sldMk cId="342973568" sldId="257"/>
            <ac:picMk id="35" creationId="{C4FF09E6-C64B-4E1A-61BD-59C1875745FE}"/>
          </ac:picMkLst>
        </pc:picChg>
        <pc:picChg chg="add mod">
          <ac:chgData name="Diego Raul Guerrero Anaya" userId="0ce4d9aa-8e9a-49aa-b0f2-d17a32a3775a" providerId="ADAL" clId="{5662A781-BFEB-4167-BC8B-6C14CC8AF6A3}" dt="2025-04-30T18:14:09.083" v="1821" actId="14100"/>
          <ac:picMkLst>
            <pc:docMk/>
            <pc:sldMk cId="342973568" sldId="257"/>
            <ac:picMk id="36" creationId="{B97CE162-756F-2547-0A39-92BA3A087F35}"/>
          </ac:picMkLst>
        </pc:picChg>
        <pc:picChg chg="add mod">
          <ac:chgData name="Diego Raul Guerrero Anaya" userId="0ce4d9aa-8e9a-49aa-b0f2-d17a32a3775a" providerId="ADAL" clId="{5662A781-BFEB-4167-BC8B-6C14CC8AF6A3}" dt="2025-04-30T19:19:29.384" v="3420" actId="1076"/>
          <ac:picMkLst>
            <pc:docMk/>
            <pc:sldMk cId="342973568" sldId="257"/>
            <ac:picMk id="37" creationId="{00113CBB-CF91-FD0D-EB7D-6EB84B8BC285}"/>
          </ac:picMkLst>
        </pc:picChg>
      </pc:sldChg>
      <pc:sldChg chg="addSp delSp modSp mod">
        <pc:chgData name="Diego Raul Guerrero Anaya" userId="0ce4d9aa-8e9a-49aa-b0f2-d17a32a3775a" providerId="ADAL" clId="{5662A781-BFEB-4167-BC8B-6C14CC8AF6A3}" dt="2025-04-30T18:29:09.915" v="2149" actId="14100"/>
        <pc:sldMkLst>
          <pc:docMk/>
          <pc:sldMk cId="318633944" sldId="261"/>
        </pc:sldMkLst>
        <pc:spChg chg="mod">
          <ac:chgData name="Diego Raul Guerrero Anaya" userId="0ce4d9aa-8e9a-49aa-b0f2-d17a32a3775a" providerId="ADAL" clId="{5662A781-BFEB-4167-BC8B-6C14CC8AF6A3}" dt="2025-04-30T16:31:45.878" v="1042" actId="20577"/>
          <ac:spMkLst>
            <pc:docMk/>
            <pc:sldMk cId="318633944" sldId="261"/>
            <ac:spMk id="15" creationId="{A88ED2A4-2DAA-EC7D-CD02-DB70F5C1796C}"/>
          </ac:spMkLst>
        </pc:spChg>
        <pc:spChg chg="mod">
          <ac:chgData name="Diego Raul Guerrero Anaya" userId="0ce4d9aa-8e9a-49aa-b0f2-d17a32a3775a" providerId="ADAL" clId="{5662A781-BFEB-4167-BC8B-6C14CC8AF6A3}" dt="2025-04-30T18:18:00.093" v="1850" actId="20577"/>
          <ac:spMkLst>
            <pc:docMk/>
            <pc:sldMk cId="318633944" sldId="261"/>
            <ac:spMk id="16" creationId="{D8063B67-3175-923E-34E7-99003649E402}"/>
          </ac:spMkLst>
        </pc:spChg>
        <pc:spChg chg="mod">
          <ac:chgData name="Diego Raul Guerrero Anaya" userId="0ce4d9aa-8e9a-49aa-b0f2-d17a32a3775a" providerId="ADAL" clId="{5662A781-BFEB-4167-BC8B-6C14CC8AF6A3}" dt="2025-04-30T18:18:06.532" v="1854" actId="20577"/>
          <ac:spMkLst>
            <pc:docMk/>
            <pc:sldMk cId="318633944" sldId="261"/>
            <ac:spMk id="19" creationId="{48E46499-D46B-C1F8-52AE-10C2A0EC5845}"/>
          </ac:spMkLst>
        </pc:spChg>
        <pc:spChg chg="del">
          <ac:chgData name="Diego Raul Guerrero Anaya" userId="0ce4d9aa-8e9a-49aa-b0f2-d17a32a3775a" providerId="ADAL" clId="{5662A781-BFEB-4167-BC8B-6C14CC8AF6A3}" dt="2025-04-30T16:39:48.779" v="1053" actId="478"/>
          <ac:spMkLst>
            <pc:docMk/>
            <pc:sldMk cId="318633944" sldId="261"/>
            <ac:spMk id="25" creationId="{1F32A037-D8C7-5081-7625-1D70DB6704DF}"/>
          </ac:spMkLst>
        </pc:spChg>
        <pc:spChg chg="del">
          <ac:chgData name="Diego Raul Guerrero Anaya" userId="0ce4d9aa-8e9a-49aa-b0f2-d17a32a3775a" providerId="ADAL" clId="{5662A781-BFEB-4167-BC8B-6C14CC8AF6A3}" dt="2025-04-30T16:48:02.913" v="1091" actId="478"/>
          <ac:spMkLst>
            <pc:docMk/>
            <pc:sldMk cId="318633944" sldId="261"/>
            <ac:spMk id="26" creationId="{FD40FAE1-7978-8DCD-CB20-22231DDC7615}"/>
          </ac:spMkLst>
        </pc:spChg>
        <pc:spChg chg="add del">
          <ac:chgData name="Diego Raul Guerrero Anaya" userId="0ce4d9aa-8e9a-49aa-b0f2-d17a32a3775a" providerId="ADAL" clId="{5662A781-BFEB-4167-BC8B-6C14CC8AF6A3}" dt="2025-04-30T16:43:38.711" v="1069" actId="478"/>
          <ac:spMkLst>
            <pc:docMk/>
            <pc:sldMk cId="318633944" sldId="261"/>
            <ac:spMk id="27" creationId="{8BB73F96-0958-3048-DD10-536D57896BF9}"/>
          </ac:spMkLst>
        </pc:spChg>
        <pc:spChg chg="del">
          <ac:chgData name="Diego Raul Guerrero Anaya" userId="0ce4d9aa-8e9a-49aa-b0f2-d17a32a3775a" providerId="ADAL" clId="{5662A781-BFEB-4167-BC8B-6C14CC8AF6A3}" dt="2025-04-30T16:48:01.486" v="1090" actId="478"/>
          <ac:spMkLst>
            <pc:docMk/>
            <pc:sldMk cId="318633944" sldId="261"/>
            <ac:spMk id="28" creationId="{396A575C-B3C9-54B1-5FBA-72D59F445824}"/>
          </ac:spMkLst>
        </pc:spChg>
        <pc:spChg chg="add del">
          <ac:chgData name="Diego Raul Guerrero Anaya" userId="0ce4d9aa-8e9a-49aa-b0f2-d17a32a3775a" providerId="ADAL" clId="{5662A781-BFEB-4167-BC8B-6C14CC8AF6A3}" dt="2025-04-30T16:43:41.711" v="1071" actId="478"/>
          <ac:spMkLst>
            <pc:docMk/>
            <pc:sldMk cId="318633944" sldId="261"/>
            <ac:spMk id="29" creationId="{15F812CE-C3AD-A586-D46A-0FD5F5CEBDB0}"/>
          </ac:spMkLst>
        </pc:spChg>
        <pc:spChg chg="add del">
          <ac:chgData name="Diego Raul Guerrero Anaya" userId="0ce4d9aa-8e9a-49aa-b0f2-d17a32a3775a" providerId="ADAL" clId="{5662A781-BFEB-4167-BC8B-6C14CC8AF6A3}" dt="2025-04-30T16:43:40.134" v="1070" actId="478"/>
          <ac:spMkLst>
            <pc:docMk/>
            <pc:sldMk cId="318633944" sldId="261"/>
            <ac:spMk id="30" creationId="{2616FD0A-A005-0312-32C2-79681C20EF78}"/>
          </ac:spMkLst>
        </pc:spChg>
        <pc:spChg chg="mod">
          <ac:chgData name="Diego Raul Guerrero Anaya" userId="0ce4d9aa-8e9a-49aa-b0f2-d17a32a3775a" providerId="ADAL" clId="{5662A781-BFEB-4167-BC8B-6C14CC8AF6A3}" dt="2025-04-30T18:17:44.741" v="1845" actId="20577"/>
          <ac:spMkLst>
            <pc:docMk/>
            <pc:sldMk cId="318633944" sldId="261"/>
            <ac:spMk id="31" creationId="{3DDA9517-13BA-FD7C-D421-287A572F0437}"/>
          </ac:spMkLst>
        </pc:spChg>
        <pc:spChg chg="mod">
          <ac:chgData name="Diego Raul Guerrero Anaya" userId="0ce4d9aa-8e9a-49aa-b0f2-d17a32a3775a" providerId="ADAL" clId="{5662A781-BFEB-4167-BC8B-6C14CC8AF6A3}" dt="2025-04-30T18:25:53.478" v="2136" actId="1076"/>
          <ac:spMkLst>
            <pc:docMk/>
            <pc:sldMk cId="318633944" sldId="261"/>
            <ac:spMk id="67" creationId="{7BA7F248-4154-5DBD-2F41-565B0C8AAA76}"/>
          </ac:spMkLst>
        </pc:spChg>
        <pc:graphicFrameChg chg="add del mod">
          <ac:chgData name="Diego Raul Guerrero Anaya" userId="0ce4d9aa-8e9a-49aa-b0f2-d17a32a3775a" providerId="ADAL" clId="{5662A781-BFEB-4167-BC8B-6C14CC8AF6A3}" dt="2025-04-30T18:17:40.801" v="1841" actId="478"/>
          <ac:graphicFrameMkLst>
            <pc:docMk/>
            <pc:sldMk cId="318633944" sldId="261"/>
            <ac:graphicFrameMk id="13" creationId="{10AA889C-4FB6-C6EF-D1DF-2B9310BC6603}"/>
          </ac:graphicFrameMkLst>
        </pc:graphicFrameChg>
        <pc:graphicFrameChg chg="add mod">
          <ac:chgData name="Diego Raul Guerrero Anaya" userId="0ce4d9aa-8e9a-49aa-b0f2-d17a32a3775a" providerId="ADAL" clId="{5662A781-BFEB-4167-BC8B-6C14CC8AF6A3}" dt="2025-04-30T18:17:55.266" v="1847" actId="1076"/>
          <ac:graphicFrameMkLst>
            <pc:docMk/>
            <pc:sldMk cId="318633944" sldId="261"/>
            <ac:graphicFrameMk id="20" creationId="{92965821-EEF8-82F8-36AD-00C2C91967BB}"/>
          </ac:graphicFrameMkLst>
        </pc:graphicFrameChg>
        <pc:picChg chg="add del mod">
          <ac:chgData name="Diego Raul Guerrero Anaya" userId="0ce4d9aa-8e9a-49aa-b0f2-d17a32a3775a" providerId="ADAL" clId="{5662A781-BFEB-4167-BC8B-6C14CC8AF6A3}" dt="2025-04-30T16:39:42.470" v="1050" actId="478"/>
          <ac:picMkLst>
            <pc:docMk/>
            <pc:sldMk cId="318633944" sldId="261"/>
            <ac:picMk id="3" creationId="{6FF1CBD7-14B9-2C11-3625-BB840DB9CE2E}"/>
          </ac:picMkLst>
        </pc:picChg>
        <pc:picChg chg="add del mod">
          <ac:chgData name="Diego Raul Guerrero Anaya" userId="0ce4d9aa-8e9a-49aa-b0f2-d17a32a3775a" providerId="ADAL" clId="{5662A781-BFEB-4167-BC8B-6C14CC8AF6A3}" dt="2025-04-30T18:19:39.760" v="1855" actId="478"/>
          <ac:picMkLst>
            <pc:docMk/>
            <pc:sldMk cId="318633944" sldId="261"/>
            <ac:picMk id="6" creationId="{C8AB5EF8-D5E5-F754-1CF1-1662D0511C3C}"/>
          </ac:picMkLst>
        </pc:picChg>
        <pc:picChg chg="add del mod">
          <ac:chgData name="Diego Raul Guerrero Anaya" userId="0ce4d9aa-8e9a-49aa-b0f2-d17a32a3775a" providerId="ADAL" clId="{5662A781-BFEB-4167-BC8B-6C14CC8AF6A3}" dt="2025-04-30T18:21:12.267" v="1868" actId="478"/>
          <ac:picMkLst>
            <pc:docMk/>
            <pc:sldMk cId="318633944" sldId="261"/>
            <ac:picMk id="11" creationId="{8BCEB116-E324-0BE5-180B-BCCB26132DF2}"/>
          </ac:picMkLst>
        </pc:picChg>
        <pc:picChg chg="add del mod">
          <ac:chgData name="Diego Raul Guerrero Anaya" userId="0ce4d9aa-8e9a-49aa-b0f2-d17a32a3775a" providerId="ADAL" clId="{5662A781-BFEB-4167-BC8B-6C14CC8AF6A3}" dt="2025-04-30T17:04:09.618" v="1307" actId="478"/>
          <ac:picMkLst>
            <pc:docMk/>
            <pc:sldMk cId="318633944" sldId="261"/>
            <ac:picMk id="12" creationId="{A4281F16-E13D-18C8-CF62-4AB5156F5527}"/>
          </ac:picMkLst>
        </pc:picChg>
        <pc:picChg chg="add del mod">
          <ac:chgData name="Diego Raul Guerrero Anaya" userId="0ce4d9aa-8e9a-49aa-b0f2-d17a32a3775a" providerId="ADAL" clId="{5662A781-BFEB-4167-BC8B-6C14CC8AF6A3}" dt="2025-04-30T18:27:52.647" v="2144" actId="478"/>
          <ac:picMkLst>
            <pc:docMk/>
            <pc:sldMk cId="318633944" sldId="261"/>
            <ac:picMk id="18" creationId="{A51019AA-A612-6D5C-C440-4F1C4438F48D}"/>
          </ac:picMkLst>
        </pc:picChg>
        <pc:picChg chg="add mod">
          <ac:chgData name="Diego Raul Guerrero Anaya" userId="0ce4d9aa-8e9a-49aa-b0f2-d17a32a3775a" providerId="ADAL" clId="{5662A781-BFEB-4167-BC8B-6C14CC8AF6A3}" dt="2025-04-30T18:27:40.034" v="2143" actId="14100"/>
          <ac:picMkLst>
            <pc:docMk/>
            <pc:sldMk cId="318633944" sldId="261"/>
            <ac:picMk id="22" creationId="{5707B18A-50B6-2CC4-A2D8-48E634C4E395}"/>
          </ac:picMkLst>
        </pc:picChg>
        <pc:picChg chg="del">
          <ac:chgData name="Diego Raul Guerrero Anaya" userId="0ce4d9aa-8e9a-49aa-b0f2-d17a32a3775a" providerId="ADAL" clId="{5662A781-BFEB-4167-BC8B-6C14CC8AF6A3}" dt="2025-04-30T16:39:44.262" v="1051" actId="478"/>
          <ac:picMkLst>
            <pc:docMk/>
            <pc:sldMk cId="318633944" sldId="261"/>
            <ac:picMk id="24" creationId="{86D749FF-5059-AD6E-86BE-CAA48F4F9848}"/>
          </ac:picMkLst>
        </pc:picChg>
        <pc:picChg chg="add mod">
          <ac:chgData name="Diego Raul Guerrero Anaya" userId="0ce4d9aa-8e9a-49aa-b0f2-d17a32a3775a" providerId="ADAL" clId="{5662A781-BFEB-4167-BC8B-6C14CC8AF6A3}" dt="2025-04-30T18:27:29.638" v="2141" actId="1076"/>
          <ac:picMkLst>
            <pc:docMk/>
            <pc:sldMk cId="318633944" sldId="261"/>
            <ac:picMk id="32" creationId="{BDB57E26-BE9E-A9CC-1DD9-22E7535D83A2}"/>
          </ac:picMkLst>
        </pc:picChg>
        <pc:picChg chg="add del">
          <ac:chgData name="Diego Raul Guerrero Anaya" userId="0ce4d9aa-8e9a-49aa-b0f2-d17a32a3775a" providerId="ADAL" clId="{5662A781-BFEB-4167-BC8B-6C14CC8AF6A3}" dt="2025-04-30T16:43:36.368" v="1068" actId="478"/>
          <ac:picMkLst>
            <pc:docMk/>
            <pc:sldMk cId="318633944" sldId="261"/>
            <ac:picMk id="36" creationId="{855666B4-0BF9-61E9-D793-33E74A79E42D}"/>
          </ac:picMkLst>
        </pc:picChg>
        <pc:picChg chg="add mod">
          <ac:chgData name="Diego Raul Guerrero Anaya" userId="0ce4d9aa-8e9a-49aa-b0f2-d17a32a3775a" providerId="ADAL" clId="{5662A781-BFEB-4167-BC8B-6C14CC8AF6A3}" dt="2025-04-30T18:29:09.915" v="2149" actId="14100"/>
          <ac:picMkLst>
            <pc:docMk/>
            <pc:sldMk cId="318633944" sldId="261"/>
            <ac:picMk id="37" creationId="{876BC0A3-C843-9E47-9286-F4D40CC4136B}"/>
          </ac:picMkLst>
        </pc:picChg>
        <pc:picChg chg="del">
          <ac:chgData name="Diego Raul Guerrero Anaya" userId="0ce4d9aa-8e9a-49aa-b0f2-d17a32a3775a" providerId="ADAL" clId="{5662A781-BFEB-4167-BC8B-6C14CC8AF6A3}" dt="2025-04-30T16:44:59.059" v="1079" actId="478"/>
          <ac:picMkLst>
            <pc:docMk/>
            <pc:sldMk cId="318633944" sldId="261"/>
            <ac:picMk id="40" creationId="{E3212C8A-54B3-22B3-8C54-D9D7EFC6DE4A}"/>
          </ac:picMkLst>
        </pc:picChg>
      </pc:sldChg>
      <pc:sldChg chg="addSp modSp mod">
        <pc:chgData name="Diego Raul Guerrero Anaya" userId="0ce4d9aa-8e9a-49aa-b0f2-d17a32a3775a" providerId="ADAL" clId="{5662A781-BFEB-4167-BC8B-6C14CC8AF6A3}" dt="2025-04-30T09:34:09.483" v="49" actId="20577"/>
        <pc:sldMkLst>
          <pc:docMk/>
          <pc:sldMk cId="1408814012" sldId="276"/>
        </pc:sldMkLst>
        <pc:spChg chg="add mod">
          <ac:chgData name="Diego Raul Guerrero Anaya" userId="0ce4d9aa-8e9a-49aa-b0f2-d17a32a3775a" providerId="ADAL" clId="{5662A781-BFEB-4167-BC8B-6C14CC8AF6A3}" dt="2025-04-30T09:33:07.491" v="45" actId="20577"/>
          <ac:spMkLst>
            <pc:docMk/>
            <pc:sldMk cId="1408814012" sldId="276"/>
            <ac:spMk id="7" creationId="{2E4BF149-DD05-3CE2-EDEB-136F84DDAAAB}"/>
          </ac:spMkLst>
        </pc:spChg>
        <pc:spChg chg="mod">
          <ac:chgData name="Diego Raul Guerrero Anaya" userId="0ce4d9aa-8e9a-49aa-b0f2-d17a32a3775a" providerId="ADAL" clId="{5662A781-BFEB-4167-BC8B-6C14CC8AF6A3}" dt="2025-04-30T09:34:09.483" v="49" actId="20577"/>
          <ac:spMkLst>
            <pc:docMk/>
            <pc:sldMk cId="1408814012" sldId="276"/>
            <ac:spMk id="9" creationId="{93BF6B04-47FB-46D1-6390-2C9DA7827E82}"/>
          </ac:spMkLst>
        </pc:spChg>
        <pc:spChg chg="mod">
          <ac:chgData name="Diego Raul Guerrero Anaya" userId="0ce4d9aa-8e9a-49aa-b0f2-d17a32a3775a" providerId="ADAL" clId="{5662A781-BFEB-4167-BC8B-6C14CC8AF6A3}" dt="2025-04-30T09:32:41.474" v="27" actId="20577"/>
          <ac:spMkLst>
            <pc:docMk/>
            <pc:sldMk cId="1408814012" sldId="276"/>
            <ac:spMk id="12" creationId="{B212B304-DE28-710D-590C-0138E2CAD040}"/>
          </ac:spMkLst>
        </pc:spChg>
        <pc:spChg chg="mod">
          <ac:chgData name="Diego Raul Guerrero Anaya" userId="0ce4d9aa-8e9a-49aa-b0f2-d17a32a3775a" providerId="ADAL" clId="{5662A781-BFEB-4167-BC8B-6C14CC8AF6A3}" dt="2025-04-30T09:29:25.286" v="19" actId="20577"/>
          <ac:spMkLst>
            <pc:docMk/>
            <pc:sldMk cId="1408814012" sldId="276"/>
            <ac:spMk id="26" creationId="{1D4B4EC2-2B82-9176-5626-2B64202C2BEA}"/>
          </ac:spMkLst>
        </pc:spChg>
        <pc:picChg chg="add mod">
          <ac:chgData name="Diego Raul Guerrero Anaya" userId="0ce4d9aa-8e9a-49aa-b0f2-d17a32a3775a" providerId="ADAL" clId="{5662A781-BFEB-4167-BC8B-6C14CC8AF6A3}" dt="2025-04-30T09:32:18.466" v="21" actId="1076"/>
          <ac:picMkLst>
            <pc:docMk/>
            <pc:sldMk cId="1408814012" sldId="276"/>
            <ac:picMk id="6" creationId="{768C5AF0-168D-D76C-3583-2098A5726F6B}"/>
          </ac:picMkLst>
        </pc:picChg>
      </pc:sldChg>
      <pc:sldChg chg="addSp delSp modSp mod">
        <pc:chgData name="Diego Raul Guerrero Anaya" userId="0ce4d9aa-8e9a-49aa-b0f2-d17a32a3775a" providerId="ADAL" clId="{5662A781-BFEB-4167-BC8B-6C14CC8AF6A3}" dt="2025-04-30T18:16:13.399" v="1840" actId="20577"/>
        <pc:sldMkLst>
          <pc:docMk/>
          <pc:sldMk cId="458472891" sldId="311"/>
        </pc:sldMkLst>
        <pc:spChg chg="mod">
          <ac:chgData name="Diego Raul Guerrero Anaya" userId="0ce4d9aa-8e9a-49aa-b0f2-d17a32a3775a" providerId="ADAL" clId="{5662A781-BFEB-4167-BC8B-6C14CC8AF6A3}" dt="2025-04-30T16:27:57.776" v="992" actId="20577"/>
          <ac:spMkLst>
            <pc:docMk/>
            <pc:sldMk cId="458472891" sldId="311"/>
            <ac:spMk id="2" creationId="{D741CCE3-A2F0-C75B-2695-53F2C71ABBFC}"/>
          </ac:spMkLst>
        </pc:spChg>
        <pc:spChg chg="mod">
          <ac:chgData name="Diego Raul Guerrero Anaya" userId="0ce4d9aa-8e9a-49aa-b0f2-d17a32a3775a" providerId="ADAL" clId="{5662A781-BFEB-4167-BC8B-6C14CC8AF6A3}" dt="2025-04-30T16:28:04.827" v="997" actId="20577"/>
          <ac:spMkLst>
            <pc:docMk/>
            <pc:sldMk cId="458472891" sldId="311"/>
            <ac:spMk id="5" creationId="{4F47B6CB-1FFF-E256-3B60-80F96E2E701A}"/>
          </ac:spMkLst>
        </pc:spChg>
        <pc:spChg chg="mod">
          <ac:chgData name="Diego Raul Guerrero Anaya" userId="0ce4d9aa-8e9a-49aa-b0f2-d17a32a3775a" providerId="ADAL" clId="{5662A781-BFEB-4167-BC8B-6C14CC8AF6A3}" dt="2025-04-30T16:29:28.918" v="1009" actId="20577"/>
          <ac:spMkLst>
            <pc:docMk/>
            <pc:sldMk cId="458472891" sldId="311"/>
            <ac:spMk id="26" creationId="{34B3AD1F-D607-BE1B-3508-F6F4A2648F08}"/>
          </ac:spMkLst>
        </pc:spChg>
        <pc:spChg chg="del">
          <ac:chgData name="Diego Raul Guerrero Anaya" userId="0ce4d9aa-8e9a-49aa-b0f2-d17a32a3775a" providerId="ADAL" clId="{5662A781-BFEB-4167-BC8B-6C14CC8AF6A3}" dt="2025-04-30T16:31:06.598" v="1027" actId="478"/>
          <ac:spMkLst>
            <pc:docMk/>
            <pc:sldMk cId="458472891" sldId="311"/>
            <ac:spMk id="30" creationId="{48138507-00D0-E0EF-947B-6D4BADA71443}"/>
          </ac:spMkLst>
        </pc:spChg>
        <pc:spChg chg="del">
          <ac:chgData name="Diego Raul Guerrero Anaya" userId="0ce4d9aa-8e9a-49aa-b0f2-d17a32a3775a" providerId="ADAL" clId="{5662A781-BFEB-4167-BC8B-6C14CC8AF6A3}" dt="2025-04-30T16:31:03.704" v="1026" actId="478"/>
          <ac:spMkLst>
            <pc:docMk/>
            <pc:sldMk cId="458472891" sldId="311"/>
            <ac:spMk id="31" creationId="{3FB193F4-2FBA-DE34-9672-5BE6EC68FB6F}"/>
          </ac:spMkLst>
        </pc:spChg>
        <pc:spChg chg="mod">
          <ac:chgData name="Diego Raul Guerrero Anaya" userId="0ce4d9aa-8e9a-49aa-b0f2-d17a32a3775a" providerId="ADAL" clId="{5662A781-BFEB-4167-BC8B-6C14CC8AF6A3}" dt="2025-04-30T18:15:39.243" v="1830" actId="20577"/>
          <ac:spMkLst>
            <pc:docMk/>
            <pc:sldMk cId="458472891" sldId="311"/>
            <ac:spMk id="32" creationId="{65CF82E9-803D-78A7-6EE6-D761E7236721}"/>
          </ac:spMkLst>
        </pc:spChg>
        <pc:spChg chg="mod">
          <ac:chgData name="Diego Raul Guerrero Anaya" userId="0ce4d9aa-8e9a-49aa-b0f2-d17a32a3775a" providerId="ADAL" clId="{5662A781-BFEB-4167-BC8B-6C14CC8AF6A3}" dt="2025-04-30T18:16:13.399" v="1840" actId="20577"/>
          <ac:spMkLst>
            <pc:docMk/>
            <pc:sldMk cId="458472891" sldId="311"/>
            <ac:spMk id="35" creationId="{6B7CC1DA-AA9D-2D01-25C7-BAC063BC4F53}"/>
          </ac:spMkLst>
        </pc:spChg>
        <pc:graphicFrameChg chg="add mod">
          <ac:chgData name="Diego Raul Guerrero Anaya" userId="0ce4d9aa-8e9a-49aa-b0f2-d17a32a3775a" providerId="ADAL" clId="{5662A781-BFEB-4167-BC8B-6C14CC8AF6A3}" dt="2025-04-30T18:16:08.054" v="1837" actId="1076"/>
          <ac:graphicFrameMkLst>
            <pc:docMk/>
            <pc:sldMk cId="458472891" sldId="311"/>
            <ac:graphicFrameMk id="7" creationId="{EF6E38B5-F75F-83F3-768F-5320BC939261}"/>
          </ac:graphicFrameMkLst>
        </pc:graphicFrameChg>
      </pc:sldChg>
      <pc:sldChg chg="addSp delSp modSp mod">
        <pc:chgData name="Diego Raul Guerrero Anaya" userId="0ce4d9aa-8e9a-49aa-b0f2-d17a32a3775a" providerId="ADAL" clId="{5662A781-BFEB-4167-BC8B-6C14CC8AF6A3}" dt="2025-04-30T17:28:18.583" v="1610" actId="14100"/>
        <pc:sldMkLst>
          <pc:docMk/>
          <pc:sldMk cId="4132532602" sldId="312"/>
        </pc:sldMkLst>
        <pc:spChg chg="mod">
          <ac:chgData name="Diego Raul Guerrero Anaya" userId="0ce4d9aa-8e9a-49aa-b0f2-d17a32a3775a" providerId="ADAL" clId="{5662A781-BFEB-4167-BC8B-6C14CC8AF6A3}" dt="2025-04-30T17:19:00.354" v="1351" actId="20577"/>
          <ac:spMkLst>
            <pc:docMk/>
            <pc:sldMk cId="4132532602" sldId="312"/>
            <ac:spMk id="3" creationId="{165D408B-AC6B-609B-FEBE-219986426F61}"/>
          </ac:spMkLst>
        </pc:spChg>
        <pc:spChg chg="mod">
          <ac:chgData name="Diego Raul Guerrero Anaya" userId="0ce4d9aa-8e9a-49aa-b0f2-d17a32a3775a" providerId="ADAL" clId="{5662A781-BFEB-4167-BC8B-6C14CC8AF6A3}" dt="2025-04-30T17:23:22.478" v="1576" actId="20577"/>
          <ac:spMkLst>
            <pc:docMk/>
            <pc:sldMk cId="4132532602" sldId="312"/>
            <ac:spMk id="5" creationId="{002AF777-BED1-583A-F1E6-FE98022187DD}"/>
          </ac:spMkLst>
        </pc:spChg>
        <pc:spChg chg="del">
          <ac:chgData name="Diego Raul Guerrero Anaya" userId="0ce4d9aa-8e9a-49aa-b0f2-d17a32a3775a" providerId="ADAL" clId="{5662A781-BFEB-4167-BC8B-6C14CC8AF6A3}" dt="2025-04-30T17:23:28.985" v="1577" actId="478"/>
          <ac:spMkLst>
            <pc:docMk/>
            <pc:sldMk cId="4132532602" sldId="312"/>
            <ac:spMk id="7" creationId="{42CB1F39-AE8D-1CF2-8C08-827F2F6FC71A}"/>
          </ac:spMkLst>
        </pc:spChg>
        <pc:spChg chg="mod">
          <ac:chgData name="Diego Raul Guerrero Anaya" userId="0ce4d9aa-8e9a-49aa-b0f2-d17a32a3775a" providerId="ADAL" clId="{5662A781-BFEB-4167-BC8B-6C14CC8AF6A3}" dt="2025-04-30T17:28:18.583" v="1610" actId="14100"/>
          <ac:spMkLst>
            <pc:docMk/>
            <pc:sldMk cId="4132532602" sldId="312"/>
            <ac:spMk id="13" creationId="{BE2063A4-4852-0F3F-EFE5-2FABE52E56E3}"/>
          </ac:spMkLst>
        </pc:spChg>
        <pc:picChg chg="del">
          <ac:chgData name="Diego Raul Guerrero Anaya" userId="0ce4d9aa-8e9a-49aa-b0f2-d17a32a3775a" providerId="ADAL" clId="{5662A781-BFEB-4167-BC8B-6C14CC8AF6A3}" dt="2025-04-30T17:12:27.314" v="1311" actId="478"/>
          <ac:picMkLst>
            <pc:docMk/>
            <pc:sldMk cId="4132532602" sldId="312"/>
            <ac:picMk id="6" creationId="{D77790EE-D482-E54E-8201-EB0FADB9B7C1}"/>
          </ac:picMkLst>
        </pc:picChg>
        <pc:picChg chg="add mod">
          <ac:chgData name="Diego Raul Guerrero Anaya" userId="0ce4d9aa-8e9a-49aa-b0f2-d17a32a3775a" providerId="ADAL" clId="{5662A781-BFEB-4167-BC8B-6C14CC8AF6A3}" dt="2025-04-30T17:27:58.375" v="1608" actId="1076"/>
          <ac:picMkLst>
            <pc:docMk/>
            <pc:sldMk cId="4132532602" sldId="312"/>
            <ac:picMk id="11" creationId="{54F9B852-A2BD-DFCB-78C6-41FD857C1C5A}"/>
          </ac:picMkLst>
        </pc:picChg>
      </pc:sldChg>
      <pc:sldChg chg="del">
        <pc:chgData name="Diego Raul Guerrero Anaya" userId="0ce4d9aa-8e9a-49aa-b0f2-d17a32a3775a" providerId="ADAL" clId="{5662A781-BFEB-4167-BC8B-6C14CC8AF6A3}" dt="2025-04-30T19:14:42.914" v="3403" actId="47"/>
        <pc:sldMkLst>
          <pc:docMk/>
          <pc:sldMk cId="3272317102" sldId="325"/>
        </pc:sldMkLst>
      </pc:sldChg>
      <pc:sldChg chg="modSp mod">
        <pc:chgData name="Diego Raul Guerrero Anaya" userId="0ce4d9aa-8e9a-49aa-b0f2-d17a32a3775a" providerId="ADAL" clId="{5662A781-BFEB-4167-BC8B-6C14CC8AF6A3}" dt="2025-04-30T19:40:32.465" v="3867" actId="20577"/>
        <pc:sldMkLst>
          <pc:docMk/>
          <pc:sldMk cId="1823940296" sldId="330"/>
        </pc:sldMkLst>
        <pc:spChg chg="mod">
          <ac:chgData name="Diego Raul Guerrero Anaya" userId="0ce4d9aa-8e9a-49aa-b0f2-d17a32a3775a" providerId="ADAL" clId="{5662A781-BFEB-4167-BC8B-6C14CC8AF6A3}" dt="2025-04-30T19:40:32.465" v="3867" actId="20577"/>
          <ac:spMkLst>
            <pc:docMk/>
            <pc:sldMk cId="1823940296" sldId="330"/>
            <ac:spMk id="12" creationId="{AB5F9E34-F9D1-C801-8326-DC19EDAF8D21}"/>
          </ac:spMkLst>
        </pc:spChg>
      </pc:sldChg>
      <pc:sldChg chg="modSp mod">
        <pc:chgData name="Diego Raul Guerrero Anaya" userId="0ce4d9aa-8e9a-49aa-b0f2-d17a32a3775a" providerId="ADAL" clId="{5662A781-BFEB-4167-BC8B-6C14CC8AF6A3}" dt="2025-04-29T22:52:39.968" v="9" actId="20577"/>
        <pc:sldMkLst>
          <pc:docMk/>
          <pc:sldMk cId="1254772405" sldId="331"/>
        </pc:sldMkLst>
        <pc:spChg chg="mod">
          <ac:chgData name="Diego Raul Guerrero Anaya" userId="0ce4d9aa-8e9a-49aa-b0f2-d17a32a3775a" providerId="ADAL" clId="{5662A781-BFEB-4167-BC8B-6C14CC8AF6A3}" dt="2025-04-29T22:52:39.968" v="9" actId="20577"/>
          <ac:spMkLst>
            <pc:docMk/>
            <pc:sldMk cId="1254772405" sldId="331"/>
            <ac:spMk id="16" creationId="{CAD1F5A1-A45B-7474-6EF8-7CEEC5771C78}"/>
          </ac:spMkLst>
        </pc:spChg>
      </pc:sldChg>
      <pc:sldChg chg="addSp delSp modSp mod">
        <pc:chgData name="Diego Raul Guerrero Anaya" userId="0ce4d9aa-8e9a-49aa-b0f2-d17a32a3775a" providerId="ADAL" clId="{5662A781-BFEB-4167-BC8B-6C14CC8AF6A3}" dt="2025-04-30T09:38:48.845" v="99" actId="20577"/>
        <pc:sldMkLst>
          <pc:docMk/>
          <pc:sldMk cId="1081019199" sldId="333"/>
        </pc:sldMkLst>
        <pc:spChg chg="add mod">
          <ac:chgData name="Diego Raul Guerrero Anaya" userId="0ce4d9aa-8e9a-49aa-b0f2-d17a32a3775a" providerId="ADAL" clId="{5662A781-BFEB-4167-BC8B-6C14CC8AF6A3}" dt="2025-04-30T09:37:37.192" v="62"/>
          <ac:spMkLst>
            <pc:docMk/>
            <pc:sldMk cId="1081019199" sldId="333"/>
            <ac:spMk id="2" creationId="{D8F84AD4-53C0-47FB-DF61-41351D2A4E42}"/>
          </ac:spMkLst>
        </pc:spChg>
        <pc:spChg chg="add mod">
          <ac:chgData name="Diego Raul Guerrero Anaya" userId="0ce4d9aa-8e9a-49aa-b0f2-d17a32a3775a" providerId="ADAL" clId="{5662A781-BFEB-4167-BC8B-6C14CC8AF6A3}" dt="2025-04-30T09:37:50.815" v="64"/>
          <ac:spMkLst>
            <pc:docMk/>
            <pc:sldMk cId="1081019199" sldId="333"/>
            <ac:spMk id="3" creationId="{36FB5FE9-B5FF-430C-70DD-1A98F0726A7D}"/>
          </ac:spMkLst>
        </pc:spChg>
        <pc:spChg chg="del">
          <ac:chgData name="Diego Raul Guerrero Anaya" userId="0ce4d9aa-8e9a-49aa-b0f2-d17a32a3775a" providerId="ADAL" clId="{5662A781-BFEB-4167-BC8B-6C14CC8AF6A3}" dt="2025-04-30T09:37:26.190" v="60" actId="478"/>
          <ac:spMkLst>
            <pc:docMk/>
            <pc:sldMk cId="1081019199" sldId="333"/>
            <ac:spMk id="8" creationId="{F155CB5D-BA0C-CAF7-2F0F-4394F9AD5844}"/>
          </ac:spMkLst>
        </pc:spChg>
        <pc:spChg chg="add mod">
          <ac:chgData name="Diego Raul Guerrero Anaya" userId="0ce4d9aa-8e9a-49aa-b0f2-d17a32a3775a" providerId="ADAL" clId="{5662A781-BFEB-4167-BC8B-6C14CC8AF6A3}" dt="2025-04-30T09:38:20.803" v="68" actId="20577"/>
          <ac:spMkLst>
            <pc:docMk/>
            <pc:sldMk cId="1081019199" sldId="333"/>
            <ac:spMk id="10" creationId="{EAD073F4-A477-AEE0-77F8-5D2AC485F9CF}"/>
          </ac:spMkLst>
        </pc:spChg>
        <pc:spChg chg="add mod">
          <ac:chgData name="Diego Raul Guerrero Anaya" userId="0ce4d9aa-8e9a-49aa-b0f2-d17a32a3775a" providerId="ADAL" clId="{5662A781-BFEB-4167-BC8B-6C14CC8AF6A3}" dt="2025-04-30T09:38:26.930" v="70" actId="20577"/>
          <ac:spMkLst>
            <pc:docMk/>
            <pc:sldMk cId="1081019199" sldId="333"/>
            <ac:spMk id="12" creationId="{1A100F43-6350-86BC-BFE8-EB7D82D0A2CF}"/>
          </ac:spMkLst>
        </pc:spChg>
        <pc:spChg chg="add mod">
          <ac:chgData name="Diego Raul Guerrero Anaya" userId="0ce4d9aa-8e9a-49aa-b0f2-d17a32a3775a" providerId="ADAL" clId="{5662A781-BFEB-4167-BC8B-6C14CC8AF6A3}" dt="2025-04-30T09:38:48.845" v="99" actId="20577"/>
          <ac:spMkLst>
            <pc:docMk/>
            <pc:sldMk cId="1081019199" sldId="333"/>
            <ac:spMk id="14" creationId="{16E1E395-24BB-0524-9F87-35CB9CA05675}"/>
          </ac:spMkLst>
        </pc:spChg>
        <pc:spChg chg="mod">
          <ac:chgData name="Diego Raul Guerrero Anaya" userId="0ce4d9aa-8e9a-49aa-b0f2-d17a32a3775a" providerId="ADAL" clId="{5662A781-BFEB-4167-BC8B-6C14CC8AF6A3}" dt="2025-04-30T09:35:54.666" v="59" actId="20577"/>
          <ac:spMkLst>
            <pc:docMk/>
            <pc:sldMk cId="1081019199" sldId="333"/>
            <ac:spMk id="26" creationId="{1D4B4EC2-2B82-9176-5626-2B64202C2BEA}"/>
          </ac:spMkLst>
        </pc:spChg>
        <pc:picChg chg="del">
          <ac:chgData name="Diego Raul Guerrero Anaya" userId="0ce4d9aa-8e9a-49aa-b0f2-d17a32a3775a" providerId="ADAL" clId="{5662A781-BFEB-4167-BC8B-6C14CC8AF6A3}" dt="2025-04-30T09:37:43.614" v="63" actId="478"/>
          <ac:picMkLst>
            <pc:docMk/>
            <pc:sldMk cId="1081019199" sldId="333"/>
            <ac:picMk id="4" creationId="{AF66B9E6-5CEA-0421-DFAD-B5F1900EB6AC}"/>
          </ac:picMkLst>
        </pc:picChg>
        <pc:picChg chg="add mod">
          <ac:chgData name="Diego Raul Guerrero Anaya" userId="0ce4d9aa-8e9a-49aa-b0f2-d17a32a3775a" providerId="ADAL" clId="{5662A781-BFEB-4167-BC8B-6C14CC8AF6A3}" dt="2025-04-30T09:37:57.114" v="65"/>
          <ac:picMkLst>
            <pc:docMk/>
            <pc:sldMk cId="1081019199" sldId="333"/>
            <ac:picMk id="5" creationId="{1C9301DA-7D65-61FA-00C5-DCF2DF3F7662}"/>
          </ac:picMkLst>
        </pc:picChg>
        <pc:picChg chg="del">
          <ac:chgData name="Diego Raul Guerrero Anaya" userId="0ce4d9aa-8e9a-49aa-b0f2-d17a32a3775a" providerId="ADAL" clId="{5662A781-BFEB-4167-BC8B-6C14CC8AF6A3}" dt="2025-04-30T09:37:31.064" v="61" actId="478"/>
          <ac:picMkLst>
            <pc:docMk/>
            <pc:sldMk cId="1081019199" sldId="333"/>
            <ac:picMk id="6" creationId="{7BCD11A5-054C-DA37-4688-F71B437789C0}"/>
          </ac:picMkLst>
        </pc:picChg>
        <pc:picChg chg="add mod">
          <ac:chgData name="Diego Raul Guerrero Anaya" userId="0ce4d9aa-8e9a-49aa-b0f2-d17a32a3775a" providerId="ADAL" clId="{5662A781-BFEB-4167-BC8B-6C14CC8AF6A3}" dt="2025-04-30T09:38:10.095" v="66"/>
          <ac:picMkLst>
            <pc:docMk/>
            <pc:sldMk cId="1081019199" sldId="333"/>
            <ac:picMk id="9" creationId="{B0A9F72B-E537-E615-BDF3-E778A4C02645}"/>
          </ac:picMkLst>
        </pc:picChg>
        <pc:picChg chg="add mod">
          <ac:chgData name="Diego Raul Guerrero Anaya" userId="0ce4d9aa-8e9a-49aa-b0f2-d17a32a3775a" providerId="ADAL" clId="{5662A781-BFEB-4167-BC8B-6C14CC8AF6A3}" dt="2025-04-30T09:38:10.095" v="66"/>
          <ac:picMkLst>
            <pc:docMk/>
            <pc:sldMk cId="1081019199" sldId="333"/>
            <ac:picMk id="11" creationId="{E20A277C-F2F0-93DA-EA64-922FBA47CD4A}"/>
          </ac:picMkLst>
        </pc:picChg>
        <pc:picChg chg="add mod">
          <ac:chgData name="Diego Raul Guerrero Anaya" userId="0ce4d9aa-8e9a-49aa-b0f2-d17a32a3775a" providerId="ADAL" clId="{5662A781-BFEB-4167-BC8B-6C14CC8AF6A3}" dt="2025-04-30T09:38:10.095" v="66"/>
          <ac:picMkLst>
            <pc:docMk/>
            <pc:sldMk cId="1081019199" sldId="333"/>
            <ac:picMk id="13" creationId="{4F468D76-2E82-30D3-7387-FBAD46513056}"/>
          </ac:picMkLst>
        </pc:picChg>
      </pc:sldChg>
      <pc:sldChg chg="addSp delSp modSp mod">
        <pc:chgData name="Diego Raul Guerrero Anaya" userId="0ce4d9aa-8e9a-49aa-b0f2-d17a32a3775a" providerId="ADAL" clId="{5662A781-BFEB-4167-BC8B-6C14CC8AF6A3}" dt="2025-04-30T20:03:46.676" v="4372" actId="14100"/>
        <pc:sldMkLst>
          <pc:docMk/>
          <pc:sldMk cId="3879780745" sldId="334"/>
        </pc:sldMkLst>
        <pc:spChg chg="mod">
          <ac:chgData name="Diego Raul Guerrero Anaya" userId="0ce4d9aa-8e9a-49aa-b0f2-d17a32a3775a" providerId="ADAL" clId="{5662A781-BFEB-4167-BC8B-6C14CC8AF6A3}" dt="2025-04-30T09:39:03.877" v="105" actId="20577"/>
          <ac:spMkLst>
            <pc:docMk/>
            <pc:sldMk cId="3879780745" sldId="334"/>
            <ac:spMk id="5" creationId="{C60F4CDF-708A-4FCF-4D55-A4E26505CF3C}"/>
          </ac:spMkLst>
        </pc:spChg>
        <pc:spChg chg="mod">
          <ac:chgData name="Diego Raul Guerrero Anaya" userId="0ce4d9aa-8e9a-49aa-b0f2-d17a32a3775a" providerId="ADAL" clId="{5662A781-BFEB-4167-BC8B-6C14CC8AF6A3}" dt="2025-04-30T09:39:10.641" v="112" actId="20577"/>
          <ac:spMkLst>
            <pc:docMk/>
            <pc:sldMk cId="3879780745" sldId="334"/>
            <ac:spMk id="7" creationId="{EBC06A32-63E0-864F-6CC4-51A51F884BEE}"/>
          </ac:spMkLst>
        </pc:spChg>
        <pc:spChg chg="mod">
          <ac:chgData name="Diego Raul Guerrero Anaya" userId="0ce4d9aa-8e9a-49aa-b0f2-d17a32a3775a" providerId="ADAL" clId="{5662A781-BFEB-4167-BC8B-6C14CC8AF6A3}" dt="2025-04-30T09:38:56.880" v="101" actId="20577"/>
          <ac:spMkLst>
            <pc:docMk/>
            <pc:sldMk cId="3879780745" sldId="334"/>
            <ac:spMk id="10" creationId="{525B7589-35F9-E6B9-939C-933F573FD335}"/>
          </ac:spMkLst>
        </pc:spChg>
        <pc:spChg chg="del">
          <ac:chgData name="Diego Raul Guerrero Anaya" userId="0ce4d9aa-8e9a-49aa-b0f2-d17a32a3775a" providerId="ADAL" clId="{5662A781-BFEB-4167-BC8B-6C14CC8AF6A3}" dt="2025-04-30T09:43:58.399" v="132" actId="478"/>
          <ac:spMkLst>
            <pc:docMk/>
            <pc:sldMk cId="3879780745" sldId="334"/>
            <ac:spMk id="43" creationId="{CA941CE4-C805-F56B-8496-B3F3420DAF00}"/>
          </ac:spMkLst>
        </pc:spChg>
        <pc:graphicFrameChg chg="add del mod">
          <ac:chgData name="Diego Raul Guerrero Anaya" userId="0ce4d9aa-8e9a-49aa-b0f2-d17a32a3775a" providerId="ADAL" clId="{5662A781-BFEB-4167-BC8B-6C14CC8AF6A3}" dt="2025-04-30T19:47:42.008" v="4060" actId="478"/>
          <ac:graphicFrameMkLst>
            <pc:docMk/>
            <pc:sldMk cId="3879780745" sldId="334"/>
            <ac:graphicFrameMk id="18" creationId="{6A23F0D9-2AA6-035B-A55B-E38914FB34FE}"/>
          </ac:graphicFrameMkLst>
        </pc:graphicFrameChg>
        <pc:picChg chg="del">
          <ac:chgData name="Diego Raul Guerrero Anaya" userId="0ce4d9aa-8e9a-49aa-b0f2-d17a32a3775a" providerId="ADAL" clId="{5662A781-BFEB-4167-BC8B-6C14CC8AF6A3}" dt="2025-04-30T09:42:42.992" v="118" actId="478"/>
          <ac:picMkLst>
            <pc:docMk/>
            <pc:sldMk cId="3879780745" sldId="334"/>
            <ac:picMk id="11" creationId="{77345D90-C090-5018-299D-2E47837A0254}"/>
          </ac:picMkLst>
        </pc:picChg>
        <pc:picChg chg="del">
          <ac:chgData name="Diego Raul Guerrero Anaya" userId="0ce4d9aa-8e9a-49aa-b0f2-d17a32a3775a" providerId="ADAL" clId="{5662A781-BFEB-4167-BC8B-6C14CC8AF6A3}" dt="2025-04-30T09:40:16.169" v="113" actId="478"/>
          <ac:picMkLst>
            <pc:docMk/>
            <pc:sldMk cId="3879780745" sldId="334"/>
            <ac:picMk id="13" creationId="{E6ABDCA4-E07F-38A3-03A8-F7F826614632}"/>
          </ac:picMkLst>
        </pc:picChg>
        <pc:picChg chg="add mod">
          <ac:chgData name="Diego Raul Guerrero Anaya" userId="0ce4d9aa-8e9a-49aa-b0f2-d17a32a3775a" providerId="ADAL" clId="{5662A781-BFEB-4167-BC8B-6C14CC8AF6A3}" dt="2025-04-30T09:40:28.836" v="117" actId="1076"/>
          <ac:picMkLst>
            <pc:docMk/>
            <pc:sldMk cId="3879780745" sldId="334"/>
            <ac:picMk id="14" creationId="{A13A6F7B-E9DA-616E-568A-50D61E1FF3D3}"/>
          </ac:picMkLst>
        </pc:picChg>
        <pc:picChg chg="add del">
          <ac:chgData name="Diego Raul Guerrero Anaya" userId="0ce4d9aa-8e9a-49aa-b0f2-d17a32a3775a" providerId="ADAL" clId="{5662A781-BFEB-4167-BC8B-6C14CC8AF6A3}" dt="2025-04-30T09:42:48.978" v="120" actId="22"/>
          <ac:picMkLst>
            <pc:docMk/>
            <pc:sldMk cId="3879780745" sldId="334"/>
            <ac:picMk id="16" creationId="{AA90C293-D89A-C787-44EC-41BF1B7D6239}"/>
          </ac:picMkLst>
        </pc:picChg>
        <pc:picChg chg="add del mod">
          <ac:chgData name="Diego Raul Guerrero Anaya" userId="0ce4d9aa-8e9a-49aa-b0f2-d17a32a3775a" providerId="ADAL" clId="{5662A781-BFEB-4167-BC8B-6C14CC8AF6A3}" dt="2025-04-30T14:09:42.335" v="936" actId="478"/>
          <ac:picMkLst>
            <pc:docMk/>
            <pc:sldMk cId="3879780745" sldId="334"/>
            <ac:picMk id="17" creationId="{CBBEBFC2-D7F5-25E8-F2AF-CB5FFE665A4C}"/>
          </ac:picMkLst>
        </pc:picChg>
        <pc:picChg chg="add del">
          <ac:chgData name="Diego Raul Guerrero Anaya" userId="0ce4d9aa-8e9a-49aa-b0f2-d17a32a3775a" providerId="ADAL" clId="{5662A781-BFEB-4167-BC8B-6C14CC8AF6A3}" dt="2025-04-30T20:03:01.767" v="4367" actId="478"/>
          <ac:picMkLst>
            <pc:docMk/>
            <pc:sldMk cId="3879780745" sldId="334"/>
            <ac:picMk id="19" creationId="{7B621206-D5BA-EEB1-2565-7982921304AD}"/>
          </ac:picMkLst>
        </pc:picChg>
        <pc:picChg chg="add mod">
          <ac:chgData name="Diego Raul Guerrero Anaya" userId="0ce4d9aa-8e9a-49aa-b0f2-d17a32a3775a" providerId="ADAL" clId="{5662A781-BFEB-4167-BC8B-6C14CC8AF6A3}" dt="2025-04-30T20:03:46.676" v="4372" actId="14100"/>
          <ac:picMkLst>
            <pc:docMk/>
            <pc:sldMk cId="3879780745" sldId="334"/>
            <ac:picMk id="22" creationId="{4F89B90C-F554-2FDE-044D-0BAE9F9CBDBF}"/>
          </ac:picMkLst>
        </pc:picChg>
      </pc:sldChg>
      <pc:sldChg chg="addSp delSp modSp del mod ord">
        <pc:chgData name="Diego Raul Guerrero Anaya" userId="0ce4d9aa-8e9a-49aa-b0f2-d17a32a3775a" providerId="ADAL" clId="{5662A781-BFEB-4167-BC8B-6C14CC8AF6A3}" dt="2025-04-30T19:59:25.147" v="4365" actId="47"/>
        <pc:sldMkLst>
          <pc:docMk/>
          <pc:sldMk cId="3957929565" sldId="335"/>
        </pc:sldMkLst>
        <pc:spChg chg="mod">
          <ac:chgData name="Diego Raul Guerrero Anaya" userId="0ce4d9aa-8e9a-49aa-b0f2-d17a32a3775a" providerId="ADAL" clId="{5662A781-BFEB-4167-BC8B-6C14CC8AF6A3}" dt="2025-04-30T10:05:00.325" v="394" actId="20577"/>
          <ac:spMkLst>
            <pc:docMk/>
            <pc:sldMk cId="3957929565" sldId="335"/>
            <ac:spMk id="3" creationId="{1F93F314-DE9D-7170-9BA9-946B7A0FD2E2}"/>
          </ac:spMkLst>
        </pc:spChg>
        <pc:spChg chg="del">
          <ac:chgData name="Diego Raul Guerrero Anaya" userId="0ce4d9aa-8e9a-49aa-b0f2-d17a32a3775a" providerId="ADAL" clId="{5662A781-BFEB-4167-BC8B-6C14CC8AF6A3}" dt="2025-04-30T10:05:18.992" v="397" actId="478"/>
          <ac:spMkLst>
            <pc:docMk/>
            <pc:sldMk cId="3957929565" sldId="335"/>
            <ac:spMk id="5" creationId="{E7E31697-9FD8-7857-3882-5774A8533E51}"/>
          </ac:spMkLst>
        </pc:spChg>
        <pc:spChg chg="mod">
          <ac:chgData name="Diego Raul Guerrero Anaya" userId="0ce4d9aa-8e9a-49aa-b0f2-d17a32a3775a" providerId="ADAL" clId="{5662A781-BFEB-4167-BC8B-6C14CC8AF6A3}" dt="2025-04-30T10:02:58.828" v="363" actId="20577"/>
          <ac:spMkLst>
            <pc:docMk/>
            <pc:sldMk cId="3957929565" sldId="335"/>
            <ac:spMk id="6" creationId="{369E59E6-A3FB-E639-2EA1-1D4829103C0C}"/>
          </ac:spMkLst>
        </pc:spChg>
        <pc:spChg chg="add mod">
          <ac:chgData name="Diego Raul Guerrero Anaya" userId="0ce4d9aa-8e9a-49aa-b0f2-d17a32a3775a" providerId="ADAL" clId="{5662A781-BFEB-4167-BC8B-6C14CC8AF6A3}" dt="2025-04-30T10:25:29.131" v="727" actId="20577"/>
          <ac:spMkLst>
            <pc:docMk/>
            <pc:sldMk cId="3957929565" sldId="335"/>
            <ac:spMk id="14" creationId="{2EB4C68C-B1C6-8213-7529-8A138DEB451F}"/>
          </ac:spMkLst>
        </pc:spChg>
        <pc:spChg chg="del">
          <ac:chgData name="Diego Raul Guerrero Anaya" userId="0ce4d9aa-8e9a-49aa-b0f2-d17a32a3775a" providerId="ADAL" clId="{5662A781-BFEB-4167-BC8B-6C14CC8AF6A3}" dt="2025-04-30T10:04:14.652" v="375" actId="478"/>
          <ac:spMkLst>
            <pc:docMk/>
            <pc:sldMk cId="3957929565" sldId="335"/>
            <ac:spMk id="26" creationId="{FD40FAE1-7978-8DCD-CB20-22231DDC7615}"/>
          </ac:spMkLst>
        </pc:spChg>
        <pc:spChg chg="del">
          <ac:chgData name="Diego Raul Guerrero Anaya" userId="0ce4d9aa-8e9a-49aa-b0f2-d17a32a3775a" providerId="ADAL" clId="{5662A781-BFEB-4167-BC8B-6C14CC8AF6A3}" dt="2025-04-30T10:04:17.281" v="376" actId="478"/>
          <ac:spMkLst>
            <pc:docMk/>
            <pc:sldMk cId="3957929565" sldId="335"/>
            <ac:spMk id="28" creationId="{396A575C-B3C9-54B1-5FBA-72D59F445824}"/>
          </ac:spMkLst>
        </pc:spChg>
        <pc:spChg chg="mod">
          <ac:chgData name="Diego Raul Guerrero Anaya" userId="0ce4d9aa-8e9a-49aa-b0f2-d17a32a3775a" providerId="ADAL" clId="{5662A781-BFEB-4167-BC8B-6C14CC8AF6A3}" dt="2025-04-30T10:02:03.154" v="354" actId="20577"/>
          <ac:spMkLst>
            <pc:docMk/>
            <pc:sldMk cId="3957929565" sldId="335"/>
            <ac:spMk id="30" creationId="{F009A794-3B0E-986B-6DB9-1B90BD61790A}"/>
          </ac:spMkLst>
        </pc:spChg>
        <pc:spChg chg="mod">
          <ac:chgData name="Diego Raul Guerrero Anaya" userId="0ce4d9aa-8e9a-49aa-b0f2-d17a32a3775a" providerId="ADAL" clId="{5662A781-BFEB-4167-BC8B-6C14CC8AF6A3}" dt="2025-04-30T10:04:11.571" v="374" actId="14100"/>
          <ac:spMkLst>
            <pc:docMk/>
            <pc:sldMk cId="3957929565" sldId="335"/>
            <ac:spMk id="31" creationId="{3DDA9517-13BA-FD7C-D421-287A572F0437}"/>
          </ac:spMkLst>
        </pc:spChg>
        <pc:graphicFrameChg chg="add del mod">
          <ac:chgData name="Diego Raul Guerrero Anaya" userId="0ce4d9aa-8e9a-49aa-b0f2-d17a32a3775a" providerId="ADAL" clId="{5662A781-BFEB-4167-BC8B-6C14CC8AF6A3}" dt="2025-04-30T10:02:23.860" v="357" actId="478"/>
          <ac:graphicFrameMkLst>
            <pc:docMk/>
            <pc:sldMk cId="3957929565" sldId="335"/>
            <ac:graphicFrameMk id="10" creationId="{6AC6F27C-D157-8D54-E53A-A435B7846E09}"/>
          </ac:graphicFrameMkLst>
        </pc:graphicFrameChg>
        <pc:graphicFrameChg chg="add mod">
          <ac:chgData name="Diego Raul Guerrero Anaya" userId="0ce4d9aa-8e9a-49aa-b0f2-d17a32a3775a" providerId="ADAL" clId="{5662A781-BFEB-4167-BC8B-6C14CC8AF6A3}" dt="2025-04-30T10:04:27.981" v="377" actId="1076"/>
          <ac:graphicFrameMkLst>
            <pc:docMk/>
            <pc:sldMk cId="3957929565" sldId="335"/>
            <ac:graphicFrameMk id="13" creationId="{11373F39-03C3-B4BE-AB15-292E0E196C7E}"/>
          </ac:graphicFrameMkLst>
        </pc:graphicFrameChg>
        <pc:picChg chg="add mod">
          <ac:chgData name="Diego Raul Guerrero Anaya" userId="0ce4d9aa-8e9a-49aa-b0f2-d17a32a3775a" providerId="ADAL" clId="{5662A781-BFEB-4167-BC8B-6C14CC8AF6A3}" dt="2025-04-30T10:02:38.173" v="361" actId="1076"/>
          <ac:picMkLst>
            <pc:docMk/>
            <pc:sldMk cId="3957929565" sldId="335"/>
            <ac:picMk id="11" creationId="{AA58C817-FA75-4059-DB6C-EACC91EA6FA5}"/>
          </ac:picMkLst>
        </pc:picChg>
        <pc:picChg chg="del">
          <ac:chgData name="Diego Raul Guerrero Anaya" userId="0ce4d9aa-8e9a-49aa-b0f2-d17a32a3775a" providerId="ADAL" clId="{5662A781-BFEB-4167-BC8B-6C14CC8AF6A3}" dt="2025-04-30T10:02:21.609" v="355" actId="478"/>
          <ac:picMkLst>
            <pc:docMk/>
            <pc:sldMk cId="3957929565" sldId="335"/>
            <ac:picMk id="12" creationId="{E6681FE2-DC6A-FD3E-F656-3163DAE83547}"/>
          </ac:picMkLst>
        </pc:picChg>
      </pc:sldChg>
      <pc:sldChg chg="addSp delSp modSp del mod">
        <pc:chgData name="Diego Raul Guerrero Anaya" userId="0ce4d9aa-8e9a-49aa-b0f2-d17a32a3775a" providerId="ADAL" clId="{5662A781-BFEB-4167-BC8B-6C14CC8AF6A3}" dt="2025-04-30T10:24:05.260" v="682" actId="2696"/>
        <pc:sldMkLst>
          <pc:docMk/>
          <pc:sldMk cId="511676516" sldId="337"/>
        </pc:sldMkLst>
        <pc:picChg chg="add del mod">
          <ac:chgData name="Diego Raul Guerrero Anaya" userId="0ce4d9aa-8e9a-49aa-b0f2-d17a32a3775a" providerId="ADAL" clId="{5662A781-BFEB-4167-BC8B-6C14CC8AF6A3}" dt="2025-04-30T10:21:30.487" v="648" actId="21"/>
          <ac:picMkLst>
            <pc:docMk/>
            <pc:sldMk cId="511676516" sldId="337"/>
            <ac:picMk id="6" creationId="{373FACAA-A44B-BE3C-A6AA-4B5F55B0372E}"/>
          </ac:picMkLst>
        </pc:picChg>
      </pc:sldChg>
      <pc:sldChg chg="modSp mod">
        <pc:chgData name="Diego Raul Guerrero Anaya" userId="0ce4d9aa-8e9a-49aa-b0f2-d17a32a3775a" providerId="ADAL" clId="{5662A781-BFEB-4167-BC8B-6C14CC8AF6A3}" dt="2025-04-30T19:26:10.968" v="3461" actId="313"/>
        <pc:sldMkLst>
          <pc:docMk/>
          <pc:sldMk cId="1507660225" sldId="338"/>
        </pc:sldMkLst>
        <pc:spChg chg="mod">
          <ac:chgData name="Diego Raul Guerrero Anaya" userId="0ce4d9aa-8e9a-49aa-b0f2-d17a32a3775a" providerId="ADAL" clId="{5662A781-BFEB-4167-BC8B-6C14CC8AF6A3}" dt="2025-04-30T19:25:23.035" v="3457" actId="20577"/>
          <ac:spMkLst>
            <pc:docMk/>
            <pc:sldMk cId="1507660225" sldId="338"/>
            <ac:spMk id="3" creationId="{B0F05580-970C-3B47-2FA1-062F3CB6FABE}"/>
          </ac:spMkLst>
        </pc:spChg>
        <pc:spChg chg="mod">
          <ac:chgData name="Diego Raul Guerrero Anaya" userId="0ce4d9aa-8e9a-49aa-b0f2-d17a32a3775a" providerId="ADAL" clId="{5662A781-BFEB-4167-BC8B-6C14CC8AF6A3}" dt="2025-04-30T19:26:10.968" v="3461" actId="313"/>
          <ac:spMkLst>
            <pc:docMk/>
            <pc:sldMk cId="1507660225" sldId="338"/>
            <ac:spMk id="5" creationId="{F8FC5B52-84CC-1785-457F-D9DE24ADACD3}"/>
          </ac:spMkLst>
        </pc:spChg>
        <pc:spChg chg="mod">
          <ac:chgData name="Diego Raul Guerrero Anaya" userId="0ce4d9aa-8e9a-49aa-b0f2-d17a32a3775a" providerId="ADAL" clId="{5662A781-BFEB-4167-BC8B-6C14CC8AF6A3}" dt="2025-04-30T19:25:54.952" v="3460" actId="20577"/>
          <ac:spMkLst>
            <pc:docMk/>
            <pc:sldMk cId="1507660225" sldId="338"/>
            <ac:spMk id="7" creationId="{56A4DBAB-E9E5-9222-062F-37485377F7C4}"/>
          </ac:spMkLst>
        </pc:spChg>
      </pc:sldChg>
      <pc:sldChg chg="modSp mod">
        <pc:chgData name="Diego Raul Guerrero Anaya" userId="0ce4d9aa-8e9a-49aa-b0f2-d17a32a3775a" providerId="ADAL" clId="{5662A781-BFEB-4167-BC8B-6C14CC8AF6A3}" dt="2025-04-30T19:27:23.109" v="3480" actId="20577"/>
        <pc:sldMkLst>
          <pc:docMk/>
          <pc:sldMk cId="361658754" sldId="339"/>
        </pc:sldMkLst>
        <pc:spChg chg="mod">
          <ac:chgData name="Diego Raul Guerrero Anaya" userId="0ce4d9aa-8e9a-49aa-b0f2-d17a32a3775a" providerId="ADAL" clId="{5662A781-BFEB-4167-BC8B-6C14CC8AF6A3}" dt="2025-04-30T19:26:48" v="3477" actId="20577"/>
          <ac:spMkLst>
            <pc:docMk/>
            <pc:sldMk cId="361658754" sldId="339"/>
            <ac:spMk id="3" creationId="{43D94FAE-AEA1-1731-5215-19776F178837}"/>
          </ac:spMkLst>
        </pc:spChg>
        <pc:spChg chg="mod">
          <ac:chgData name="Diego Raul Guerrero Anaya" userId="0ce4d9aa-8e9a-49aa-b0f2-d17a32a3775a" providerId="ADAL" clId="{5662A781-BFEB-4167-BC8B-6C14CC8AF6A3}" dt="2025-04-30T19:27:00.706" v="3478"/>
          <ac:spMkLst>
            <pc:docMk/>
            <pc:sldMk cId="361658754" sldId="339"/>
            <ac:spMk id="5" creationId="{2D0A263B-4640-0029-DA3D-171F45062B50}"/>
          </ac:spMkLst>
        </pc:spChg>
        <pc:spChg chg="mod">
          <ac:chgData name="Diego Raul Guerrero Anaya" userId="0ce4d9aa-8e9a-49aa-b0f2-d17a32a3775a" providerId="ADAL" clId="{5662A781-BFEB-4167-BC8B-6C14CC8AF6A3}" dt="2025-04-30T19:27:23.109" v="3480" actId="20577"/>
          <ac:spMkLst>
            <pc:docMk/>
            <pc:sldMk cId="361658754" sldId="339"/>
            <ac:spMk id="7" creationId="{EE30380B-F149-7DA4-84E8-DDCE0823AFE4}"/>
          </ac:spMkLst>
        </pc:spChg>
      </pc:sldChg>
      <pc:sldChg chg="del">
        <pc:chgData name="Diego Raul Guerrero Anaya" userId="0ce4d9aa-8e9a-49aa-b0f2-d17a32a3775a" providerId="ADAL" clId="{5662A781-BFEB-4167-BC8B-6C14CC8AF6A3}" dt="2025-04-30T19:29:51.846" v="3493" actId="47"/>
        <pc:sldMkLst>
          <pc:docMk/>
          <pc:sldMk cId="1239987690" sldId="340"/>
        </pc:sldMkLst>
      </pc:sldChg>
      <pc:sldChg chg="del">
        <pc:chgData name="Diego Raul Guerrero Anaya" userId="0ce4d9aa-8e9a-49aa-b0f2-d17a32a3775a" providerId="ADAL" clId="{5662A781-BFEB-4167-BC8B-6C14CC8AF6A3}" dt="2025-04-30T19:14:41.400" v="3402" actId="47"/>
        <pc:sldMkLst>
          <pc:docMk/>
          <pc:sldMk cId="1289236783" sldId="341"/>
        </pc:sldMkLst>
      </pc:sldChg>
      <pc:sldChg chg="del">
        <pc:chgData name="Diego Raul Guerrero Anaya" userId="0ce4d9aa-8e9a-49aa-b0f2-d17a32a3775a" providerId="ADAL" clId="{5662A781-BFEB-4167-BC8B-6C14CC8AF6A3}" dt="2025-04-30T19:29:53.355" v="3494" actId="47"/>
        <pc:sldMkLst>
          <pc:docMk/>
          <pc:sldMk cId="389141832" sldId="342"/>
        </pc:sldMkLst>
      </pc:sldChg>
      <pc:sldChg chg="del">
        <pc:chgData name="Diego Raul Guerrero Anaya" userId="0ce4d9aa-8e9a-49aa-b0f2-d17a32a3775a" providerId="ADAL" clId="{5662A781-BFEB-4167-BC8B-6C14CC8AF6A3}" dt="2025-04-30T19:14:40.614" v="3401" actId="47"/>
        <pc:sldMkLst>
          <pc:docMk/>
          <pc:sldMk cId="95358513" sldId="343"/>
        </pc:sldMkLst>
      </pc:sldChg>
      <pc:sldChg chg="addSp delSp modSp mod">
        <pc:chgData name="Diego Raul Guerrero Anaya" userId="0ce4d9aa-8e9a-49aa-b0f2-d17a32a3775a" providerId="ADAL" clId="{5662A781-BFEB-4167-BC8B-6C14CC8AF6A3}" dt="2025-04-30T17:36:42.228" v="1770" actId="1076"/>
        <pc:sldMkLst>
          <pc:docMk/>
          <pc:sldMk cId="2549534976" sldId="344"/>
        </pc:sldMkLst>
        <pc:spChg chg="mod">
          <ac:chgData name="Diego Raul Guerrero Anaya" userId="0ce4d9aa-8e9a-49aa-b0f2-d17a32a3775a" providerId="ADAL" clId="{5662A781-BFEB-4167-BC8B-6C14CC8AF6A3}" dt="2025-04-30T17:36:42.228" v="1770" actId="1076"/>
          <ac:spMkLst>
            <pc:docMk/>
            <pc:sldMk cId="2549534976" sldId="344"/>
            <ac:spMk id="2" creationId="{FEA26E1E-4ACA-672A-001E-BC93500F1F11}"/>
          </ac:spMkLst>
        </pc:spChg>
        <pc:spChg chg="mod">
          <ac:chgData name="Diego Raul Guerrero Anaya" userId="0ce4d9aa-8e9a-49aa-b0f2-d17a32a3775a" providerId="ADAL" clId="{5662A781-BFEB-4167-BC8B-6C14CC8AF6A3}" dt="2025-04-30T17:26:44.374" v="1602" actId="20577"/>
          <ac:spMkLst>
            <pc:docMk/>
            <pc:sldMk cId="2549534976" sldId="344"/>
            <ac:spMk id="3" creationId="{644BDCA9-2876-7713-D4AD-8FFE2E0B8B0B}"/>
          </ac:spMkLst>
        </pc:spChg>
        <pc:spChg chg="del mod">
          <ac:chgData name="Diego Raul Guerrero Anaya" userId="0ce4d9aa-8e9a-49aa-b0f2-d17a32a3775a" providerId="ADAL" clId="{5662A781-BFEB-4167-BC8B-6C14CC8AF6A3}" dt="2025-04-30T17:32:52.943" v="1622" actId="478"/>
          <ac:spMkLst>
            <pc:docMk/>
            <pc:sldMk cId="2549534976" sldId="344"/>
            <ac:spMk id="5" creationId="{218AB211-EEA6-922F-2D89-1E90786E4DAC}"/>
          </ac:spMkLst>
        </pc:spChg>
        <pc:spChg chg="mod">
          <ac:chgData name="Diego Raul Guerrero Anaya" userId="0ce4d9aa-8e9a-49aa-b0f2-d17a32a3775a" providerId="ADAL" clId="{5662A781-BFEB-4167-BC8B-6C14CC8AF6A3}" dt="2025-04-30T17:28:32.795" v="1612" actId="14100"/>
          <ac:spMkLst>
            <pc:docMk/>
            <pc:sldMk cId="2549534976" sldId="344"/>
            <ac:spMk id="14" creationId="{DD770501-E6E1-9A62-19AC-5020EA09D1EF}"/>
          </ac:spMkLst>
        </pc:spChg>
        <pc:picChg chg="add mod">
          <ac:chgData name="Diego Raul Guerrero Anaya" userId="0ce4d9aa-8e9a-49aa-b0f2-d17a32a3775a" providerId="ADAL" clId="{5662A781-BFEB-4167-BC8B-6C14CC8AF6A3}" dt="2025-04-30T17:27:39.518" v="1606" actId="1076"/>
          <ac:picMkLst>
            <pc:docMk/>
            <pc:sldMk cId="2549534976" sldId="344"/>
            <ac:picMk id="7" creationId="{B4271A5A-2489-CD84-12BC-AE0E7BAA9A65}"/>
          </ac:picMkLst>
        </pc:picChg>
        <pc:picChg chg="del">
          <ac:chgData name="Diego Raul Guerrero Anaya" userId="0ce4d9aa-8e9a-49aa-b0f2-d17a32a3775a" providerId="ADAL" clId="{5662A781-BFEB-4167-BC8B-6C14CC8AF6A3}" dt="2025-04-30T17:25:55.959" v="1578" actId="478"/>
          <ac:picMkLst>
            <pc:docMk/>
            <pc:sldMk cId="2549534976" sldId="344"/>
            <ac:picMk id="11" creationId="{9B8B149E-3831-7E8F-7CB4-F7A5C2A898AA}"/>
          </ac:picMkLst>
        </pc:picChg>
      </pc:sldChg>
      <pc:sldChg chg="addSp delSp modSp mod">
        <pc:chgData name="Diego Raul Guerrero Anaya" userId="0ce4d9aa-8e9a-49aa-b0f2-d17a32a3775a" providerId="ADAL" clId="{5662A781-BFEB-4167-BC8B-6C14CC8AF6A3}" dt="2025-04-30T18:41:41.864" v="2506" actId="20577"/>
        <pc:sldMkLst>
          <pc:docMk/>
          <pc:sldMk cId="3037264200" sldId="345"/>
        </pc:sldMkLst>
        <pc:spChg chg="mod">
          <ac:chgData name="Diego Raul Guerrero Anaya" userId="0ce4d9aa-8e9a-49aa-b0f2-d17a32a3775a" providerId="ADAL" clId="{5662A781-BFEB-4167-BC8B-6C14CC8AF6A3}" dt="2025-04-30T18:33:29.561" v="2184" actId="20577"/>
          <ac:spMkLst>
            <pc:docMk/>
            <pc:sldMk cId="3037264200" sldId="345"/>
            <ac:spMk id="3" creationId="{99B9BEE2-E8E1-6BE1-3194-C453921D2054}"/>
          </ac:spMkLst>
        </pc:spChg>
        <pc:spChg chg="del">
          <ac:chgData name="Diego Raul Guerrero Anaya" userId="0ce4d9aa-8e9a-49aa-b0f2-d17a32a3775a" providerId="ADAL" clId="{5662A781-BFEB-4167-BC8B-6C14CC8AF6A3}" dt="2025-04-30T18:36:17.519" v="2199" actId="478"/>
          <ac:spMkLst>
            <pc:docMk/>
            <pc:sldMk cId="3037264200" sldId="345"/>
            <ac:spMk id="5" creationId="{84B6CAF8-F04D-27DC-728C-12586E742988}"/>
          </ac:spMkLst>
        </pc:spChg>
        <pc:spChg chg="del">
          <ac:chgData name="Diego Raul Guerrero Anaya" userId="0ce4d9aa-8e9a-49aa-b0f2-d17a32a3775a" providerId="ADAL" clId="{5662A781-BFEB-4167-BC8B-6C14CC8AF6A3}" dt="2025-04-30T18:36:15.696" v="2198" actId="478"/>
          <ac:spMkLst>
            <pc:docMk/>
            <pc:sldMk cId="3037264200" sldId="345"/>
            <ac:spMk id="11" creationId="{BDEFA9C7-9DA3-98B1-BF23-E2FB26E5DAB3}"/>
          </ac:spMkLst>
        </pc:spChg>
        <pc:spChg chg="mod">
          <ac:chgData name="Diego Raul Guerrero Anaya" userId="0ce4d9aa-8e9a-49aa-b0f2-d17a32a3775a" providerId="ADAL" clId="{5662A781-BFEB-4167-BC8B-6C14CC8AF6A3}" dt="2025-04-30T18:36:35.583" v="2203" actId="14100"/>
          <ac:spMkLst>
            <pc:docMk/>
            <pc:sldMk cId="3037264200" sldId="345"/>
            <ac:spMk id="12" creationId="{5F52B495-AB4B-2C78-3549-FF25FEEF8C6C}"/>
          </ac:spMkLst>
        </pc:spChg>
        <pc:spChg chg="add mod">
          <ac:chgData name="Diego Raul Guerrero Anaya" userId="0ce4d9aa-8e9a-49aa-b0f2-d17a32a3775a" providerId="ADAL" clId="{5662A781-BFEB-4167-BC8B-6C14CC8AF6A3}" dt="2025-04-30T18:41:41.864" v="2506" actId="20577"/>
          <ac:spMkLst>
            <pc:docMk/>
            <pc:sldMk cId="3037264200" sldId="345"/>
            <ac:spMk id="13" creationId="{338B5C7A-6624-3767-68CA-A28CDEAF1966}"/>
          </ac:spMkLst>
        </pc:spChg>
        <pc:picChg chg="add mod">
          <ac:chgData name="Diego Raul Guerrero Anaya" userId="0ce4d9aa-8e9a-49aa-b0f2-d17a32a3775a" providerId="ADAL" clId="{5662A781-BFEB-4167-BC8B-6C14CC8AF6A3}" dt="2025-04-30T18:36:31.101" v="2202" actId="14100"/>
          <ac:picMkLst>
            <pc:docMk/>
            <pc:sldMk cId="3037264200" sldId="345"/>
            <ac:picMk id="6" creationId="{E1C9EE0F-44BD-82DB-0C21-95A3F80993F8}"/>
          </ac:picMkLst>
        </pc:picChg>
        <pc:picChg chg="del">
          <ac:chgData name="Diego Raul Guerrero Anaya" userId="0ce4d9aa-8e9a-49aa-b0f2-d17a32a3775a" providerId="ADAL" clId="{5662A781-BFEB-4167-BC8B-6C14CC8AF6A3}" dt="2025-04-30T18:32:21.567" v="2150" actId="478"/>
          <ac:picMkLst>
            <pc:docMk/>
            <pc:sldMk cId="3037264200" sldId="345"/>
            <ac:picMk id="7" creationId="{3BD4289F-E8F1-B4EB-C807-337D0B0BC19C}"/>
          </ac:picMkLst>
        </pc:picChg>
      </pc:sldChg>
      <pc:sldChg chg="addSp delSp modSp mod">
        <pc:chgData name="Diego Raul Guerrero Anaya" userId="0ce4d9aa-8e9a-49aa-b0f2-d17a32a3775a" providerId="ADAL" clId="{5662A781-BFEB-4167-BC8B-6C14CC8AF6A3}" dt="2025-04-30T18:51:25.143" v="2722" actId="20577"/>
        <pc:sldMkLst>
          <pc:docMk/>
          <pc:sldMk cId="2948970948" sldId="346"/>
        </pc:sldMkLst>
        <pc:spChg chg="mod">
          <ac:chgData name="Diego Raul Guerrero Anaya" userId="0ce4d9aa-8e9a-49aa-b0f2-d17a32a3775a" providerId="ADAL" clId="{5662A781-BFEB-4167-BC8B-6C14CC8AF6A3}" dt="2025-04-30T18:51:25.143" v="2722" actId="20577"/>
          <ac:spMkLst>
            <pc:docMk/>
            <pc:sldMk cId="2948970948" sldId="346"/>
            <ac:spMk id="2" creationId="{8AF87222-8C72-7D03-1784-8E1EA0DAC51D}"/>
          </ac:spMkLst>
        </pc:spChg>
        <pc:spChg chg="mod">
          <ac:chgData name="Diego Raul Guerrero Anaya" userId="0ce4d9aa-8e9a-49aa-b0f2-d17a32a3775a" providerId="ADAL" clId="{5662A781-BFEB-4167-BC8B-6C14CC8AF6A3}" dt="2025-04-30T18:45:25.567" v="2544" actId="20577"/>
          <ac:spMkLst>
            <pc:docMk/>
            <pc:sldMk cId="2948970948" sldId="346"/>
            <ac:spMk id="3" creationId="{ED136A9A-EE4C-2EF2-19DC-55A397C497B9}"/>
          </ac:spMkLst>
        </pc:spChg>
        <pc:spChg chg="mod">
          <ac:chgData name="Diego Raul Guerrero Anaya" userId="0ce4d9aa-8e9a-49aa-b0f2-d17a32a3775a" providerId="ADAL" clId="{5662A781-BFEB-4167-BC8B-6C14CC8AF6A3}" dt="2025-04-30T18:44:37.120" v="2516" actId="14100"/>
          <ac:spMkLst>
            <pc:docMk/>
            <pc:sldMk cId="2948970948" sldId="346"/>
            <ac:spMk id="12" creationId="{7D0CA726-6ABA-1A1C-BD83-BD1A5FDF33D0}"/>
          </ac:spMkLst>
        </pc:spChg>
        <pc:picChg chg="add mod">
          <ac:chgData name="Diego Raul Guerrero Anaya" userId="0ce4d9aa-8e9a-49aa-b0f2-d17a32a3775a" providerId="ADAL" clId="{5662A781-BFEB-4167-BC8B-6C14CC8AF6A3}" dt="2025-04-30T18:43:08.537" v="2510" actId="14100"/>
          <ac:picMkLst>
            <pc:docMk/>
            <pc:sldMk cId="2948970948" sldId="346"/>
            <ac:picMk id="6" creationId="{FDE25E57-1DD6-B0F5-1BC5-2CDE1BD595B3}"/>
          </ac:picMkLst>
        </pc:picChg>
        <pc:picChg chg="del">
          <ac:chgData name="Diego Raul Guerrero Anaya" userId="0ce4d9aa-8e9a-49aa-b0f2-d17a32a3775a" providerId="ADAL" clId="{5662A781-BFEB-4167-BC8B-6C14CC8AF6A3}" dt="2025-04-30T18:42:58.976" v="2507" actId="478"/>
          <ac:picMkLst>
            <pc:docMk/>
            <pc:sldMk cId="2948970948" sldId="346"/>
            <ac:picMk id="7" creationId="{BD35C628-D41F-2520-BD91-91ACF519BC83}"/>
          </ac:picMkLst>
        </pc:picChg>
      </pc:sldChg>
      <pc:sldChg chg="addSp delSp modSp mod">
        <pc:chgData name="Diego Raul Guerrero Anaya" userId="0ce4d9aa-8e9a-49aa-b0f2-d17a32a3775a" providerId="ADAL" clId="{5662A781-BFEB-4167-BC8B-6C14CC8AF6A3}" dt="2025-04-30T19:01:17.645" v="3082" actId="20577"/>
        <pc:sldMkLst>
          <pc:docMk/>
          <pc:sldMk cId="3564541686" sldId="347"/>
        </pc:sldMkLst>
        <pc:spChg chg="del">
          <ac:chgData name="Diego Raul Guerrero Anaya" userId="0ce4d9aa-8e9a-49aa-b0f2-d17a32a3775a" providerId="ADAL" clId="{5662A781-BFEB-4167-BC8B-6C14CC8AF6A3}" dt="2025-04-30T18:53:20.625" v="2730" actId="478"/>
          <ac:spMkLst>
            <pc:docMk/>
            <pc:sldMk cId="3564541686" sldId="347"/>
            <ac:spMk id="2" creationId="{5E74B40B-5907-0C0C-8A07-070AAFACB18C}"/>
          </ac:spMkLst>
        </pc:spChg>
        <pc:spChg chg="mod">
          <ac:chgData name="Diego Raul Guerrero Anaya" userId="0ce4d9aa-8e9a-49aa-b0f2-d17a32a3775a" providerId="ADAL" clId="{5662A781-BFEB-4167-BC8B-6C14CC8AF6A3}" dt="2025-04-30T18:54:28.815" v="2789" actId="20577"/>
          <ac:spMkLst>
            <pc:docMk/>
            <pc:sldMk cId="3564541686" sldId="347"/>
            <ac:spMk id="3" creationId="{495C0B6F-AFEB-6ACA-B6BB-23EF4B7147BA}"/>
          </ac:spMkLst>
        </pc:spChg>
        <pc:spChg chg="add del mod">
          <ac:chgData name="Diego Raul Guerrero Anaya" userId="0ce4d9aa-8e9a-49aa-b0f2-d17a32a3775a" providerId="ADAL" clId="{5662A781-BFEB-4167-BC8B-6C14CC8AF6A3}" dt="2025-04-30T18:53:22.156" v="2731" actId="478"/>
          <ac:spMkLst>
            <pc:docMk/>
            <pc:sldMk cId="3564541686" sldId="347"/>
            <ac:spMk id="11" creationId="{034ED3C5-BD46-ECAC-3FFA-6EEF4C6EE9F6}"/>
          </ac:spMkLst>
        </pc:spChg>
        <pc:spChg chg="mod">
          <ac:chgData name="Diego Raul Guerrero Anaya" userId="0ce4d9aa-8e9a-49aa-b0f2-d17a32a3775a" providerId="ADAL" clId="{5662A781-BFEB-4167-BC8B-6C14CC8AF6A3}" dt="2025-04-30T18:55:45.252" v="2831" actId="20577"/>
          <ac:spMkLst>
            <pc:docMk/>
            <pc:sldMk cId="3564541686" sldId="347"/>
            <ac:spMk id="12" creationId="{05F0FDAF-0AF0-44D0-AC49-5D14731C5AD8}"/>
          </ac:spMkLst>
        </pc:spChg>
        <pc:spChg chg="add mod">
          <ac:chgData name="Diego Raul Guerrero Anaya" userId="0ce4d9aa-8e9a-49aa-b0f2-d17a32a3775a" providerId="ADAL" clId="{5662A781-BFEB-4167-BC8B-6C14CC8AF6A3}" dt="2025-04-30T19:01:17.645" v="3082" actId="20577"/>
          <ac:spMkLst>
            <pc:docMk/>
            <pc:sldMk cId="3564541686" sldId="347"/>
            <ac:spMk id="13" creationId="{6CF6F1A9-C69E-4695-DE4A-9CA2D8213E34}"/>
          </ac:spMkLst>
        </pc:spChg>
        <pc:picChg chg="add mod">
          <ac:chgData name="Diego Raul Guerrero Anaya" userId="0ce4d9aa-8e9a-49aa-b0f2-d17a32a3775a" providerId="ADAL" clId="{5662A781-BFEB-4167-BC8B-6C14CC8AF6A3}" dt="2025-04-30T18:55:27.281" v="2793" actId="14100"/>
          <ac:picMkLst>
            <pc:docMk/>
            <pc:sldMk cId="3564541686" sldId="347"/>
            <ac:picMk id="6" creationId="{354BBD2C-4FE9-8F63-BDF8-95D4FDDC37B8}"/>
          </ac:picMkLst>
        </pc:picChg>
        <pc:picChg chg="del">
          <ac:chgData name="Diego Raul Guerrero Anaya" userId="0ce4d9aa-8e9a-49aa-b0f2-d17a32a3775a" providerId="ADAL" clId="{5662A781-BFEB-4167-BC8B-6C14CC8AF6A3}" dt="2025-04-30T18:52:50.177" v="2723" actId="478"/>
          <ac:picMkLst>
            <pc:docMk/>
            <pc:sldMk cId="3564541686" sldId="347"/>
            <ac:picMk id="7" creationId="{48375191-2569-BA1A-F320-771B845F0D0A}"/>
          </ac:picMkLst>
        </pc:picChg>
      </pc:sldChg>
      <pc:sldChg chg="addSp delSp modSp mod">
        <pc:chgData name="Diego Raul Guerrero Anaya" userId="0ce4d9aa-8e9a-49aa-b0f2-d17a32a3775a" providerId="ADAL" clId="{5662A781-BFEB-4167-BC8B-6C14CC8AF6A3}" dt="2025-04-30T19:06:50.618" v="3258" actId="20577"/>
        <pc:sldMkLst>
          <pc:docMk/>
          <pc:sldMk cId="2170750062" sldId="348"/>
        </pc:sldMkLst>
        <pc:spChg chg="mod">
          <ac:chgData name="Diego Raul Guerrero Anaya" userId="0ce4d9aa-8e9a-49aa-b0f2-d17a32a3775a" providerId="ADAL" clId="{5662A781-BFEB-4167-BC8B-6C14CC8AF6A3}" dt="2025-04-30T19:06:50.618" v="3258" actId="20577"/>
          <ac:spMkLst>
            <pc:docMk/>
            <pc:sldMk cId="2170750062" sldId="348"/>
            <ac:spMk id="2" creationId="{1CEBA107-A718-277C-D060-2AC766F67792}"/>
          </ac:spMkLst>
        </pc:spChg>
        <pc:spChg chg="mod">
          <ac:chgData name="Diego Raul Guerrero Anaya" userId="0ce4d9aa-8e9a-49aa-b0f2-d17a32a3775a" providerId="ADAL" clId="{5662A781-BFEB-4167-BC8B-6C14CC8AF6A3}" dt="2025-04-30T19:02:59.896" v="3118" actId="20577"/>
          <ac:spMkLst>
            <pc:docMk/>
            <pc:sldMk cId="2170750062" sldId="348"/>
            <ac:spMk id="3" creationId="{45C7A547-8EBD-2051-1FEA-1B86E508459D}"/>
          </ac:spMkLst>
        </pc:spChg>
        <pc:spChg chg="del">
          <ac:chgData name="Diego Raul Guerrero Anaya" userId="0ce4d9aa-8e9a-49aa-b0f2-d17a32a3775a" providerId="ADAL" clId="{5662A781-BFEB-4167-BC8B-6C14CC8AF6A3}" dt="2025-04-30T19:04:09.795" v="3127" actId="478"/>
          <ac:spMkLst>
            <pc:docMk/>
            <pc:sldMk cId="2170750062" sldId="348"/>
            <ac:spMk id="5" creationId="{962472A0-0F4A-C38C-7ADD-4EFE8FD0C459}"/>
          </ac:spMkLst>
        </pc:spChg>
        <pc:spChg chg="mod">
          <ac:chgData name="Diego Raul Guerrero Anaya" userId="0ce4d9aa-8e9a-49aa-b0f2-d17a32a3775a" providerId="ADAL" clId="{5662A781-BFEB-4167-BC8B-6C14CC8AF6A3}" dt="2025-04-30T19:03:39.625" v="3124" actId="20577"/>
          <ac:spMkLst>
            <pc:docMk/>
            <pc:sldMk cId="2170750062" sldId="348"/>
            <ac:spMk id="16" creationId="{F9FF9F6F-3373-FC7D-52BD-56F5BCC91E6B}"/>
          </ac:spMkLst>
        </pc:spChg>
        <pc:picChg chg="del">
          <ac:chgData name="Diego Raul Guerrero Anaya" userId="0ce4d9aa-8e9a-49aa-b0f2-d17a32a3775a" providerId="ADAL" clId="{5662A781-BFEB-4167-BC8B-6C14CC8AF6A3}" dt="2025-04-30T19:02:53.487" v="3097" actId="478"/>
          <ac:picMkLst>
            <pc:docMk/>
            <pc:sldMk cId="2170750062" sldId="348"/>
            <ac:picMk id="7" creationId="{26822D8C-204C-62FA-C5C4-24BC945BC2F2}"/>
          </ac:picMkLst>
        </pc:picChg>
        <pc:picChg chg="add mod">
          <ac:chgData name="Diego Raul Guerrero Anaya" userId="0ce4d9aa-8e9a-49aa-b0f2-d17a32a3775a" providerId="ADAL" clId="{5662A781-BFEB-4167-BC8B-6C14CC8AF6A3}" dt="2025-04-30T19:03:08.607" v="3120" actId="14100"/>
          <ac:picMkLst>
            <pc:docMk/>
            <pc:sldMk cId="2170750062" sldId="348"/>
            <ac:picMk id="11" creationId="{B57C33CA-A5E9-477F-50DF-81C8265D4BC5}"/>
          </ac:picMkLst>
        </pc:picChg>
      </pc:sldChg>
      <pc:sldChg chg="del">
        <pc:chgData name="Diego Raul Guerrero Anaya" userId="0ce4d9aa-8e9a-49aa-b0f2-d17a32a3775a" providerId="ADAL" clId="{5662A781-BFEB-4167-BC8B-6C14CC8AF6A3}" dt="2025-04-30T19:14:35.598" v="3398" actId="47"/>
        <pc:sldMkLst>
          <pc:docMk/>
          <pc:sldMk cId="2439014390" sldId="349"/>
        </pc:sldMkLst>
      </pc:sldChg>
      <pc:sldChg chg="del">
        <pc:chgData name="Diego Raul Guerrero Anaya" userId="0ce4d9aa-8e9a-49aa-b0f2-d17a32a3775a" providerId="ADAL" clId="{5662A781-BFEB-4167-BC8B-6C14CC8AF6A3}" dt="2025-04-30T19:14:37.285" v="3399" actId="47"/>
        <pc:sldMkLst>
          <pc:docMk/>
          <pc:sldMk cId="36709805" sldId="350"/>
        </pc:sldMkLst>
      </pc:sldChg>
      <pc:sldChg chg="del">
        <pc:chgData name="Diego Raul Guerrero Anaya" userId="0ce4d9aa-8e9a-49aa-b0f2-d17a32a3775a" providerId="ADAL" clId="{5662A781-BFEB-4167-BC8B-6C14CC8AF6A3}" dt="2025-04-30T19:14:39.351" v="3400" actId="47"/>
        <pc:sldMkLst>
          <pc:docMk/>
          <pc:sldMk cId="480113249" sldId="351"/>
        </pc:sldMkLst>
      </pc:sldChg>
      <pc:sldChg chg="addSp delSp modSp mod ord">
        <pc:chgData name="Diego Raul Guerrero Anaya" userId="0ce4d9aa-8e9a-49aa-b0f2-d17a32a3775a" providerId="ADAL" clId="{5662A781-BFEB-4167-BC8B-6C14CC8AF6A3}" dt="2025-04-30T19:58:50.896" v="4364" actId="20577"/>
        <pc:sldMkLst>
          <pc:docMk/>
          <pc:sldMk cId="503955803" sldId="352"/>
        </pc:sldMkLst>
        <pc:spChg chg="mod">
          <ac:chgData name="Diego Raul Guerrero Anaya" userId="0ce4d9aa-8e9a-49aa-b0f2-d17a32a3775a" providerId="ADAL" clId="{5662A781-BFEB-4167-BC8B-6C14CC8AF6A3}" dt="2025-04-30T10:14:55.641" v="564" actId="20577"/>
          <ac:spMkLst>
            <pc:docMk/>
            <pc:sldMk cId="503955803" sldId="352"/>
            <ac:spMk id="3" creationId="{4B8D11F4-9FFB-8947-537B-C29F88C237D7}"/>
          </ac:spMkLst>
        </pc:spChg>
        <pc:spChg chg="mod">
          <ac:chgData name="Diego Raul Guerrero Anaya" userId="0ce4d9aa-8e9a-49aa-b0f2-d17a32a3775a" providerId="ADAL" clId="{5662A781-BFEB-4167-BC8B-6C14CC8AF6A3}" dt="2025-04-30T19:58:50.896" v="4364" actId="20577"/>
          <ac:spMkLst>
            <pc:docMk/>
            <pc:sldMk cId="503955803" sldId="352"/>
            <ac:spMk id="6" creationId="{AAD396DD-C8E6-6B8E-1B8D-C422E16A7E9B}"/>
          </ac:spMkLst>
        </pc:spChg>
        <pc:spChg chg="add del">
          <ac:chgData name="Diego Raul Guerrero Anaya" userId="0ce4d9aa-8e9a-49aa-b0f2-d17a32a3775a" providerId="ADAL" clId="{5662A781-BFEB-4167-BC8B-6C14CC8AF6A3}" dt="2025-04-30T10:18:46.528" v="626" actId="478"/>
          <ac:spMkLst>
            <pc:docMk/>
            <pc:sldMk cId="503955803" sldId="352"/>
            <ac:spMk id="8" creationId="{38BBC252-4283-722E-9C51-E2C8E046B75C}"/>
          </ac:spMkLst>
        </pc:spChg>
        <pc:spChg chg="mod">
          <ac:chgData name="Diego Raul Guerrero Anaya" userId="0ce4d9aa-8e9a-49aa-b0f2-d17a32a3775a" providerId="ADAL" clId="{5662A781-BFEB-4167-BC8B-6C14CC8AF6A3}" dt="2025-04-30T17:13:25.969" v="1318" actId="20577"/>
          <ac:spMkLst>
            <pc:docMk/>
            <pc:sldMk cId="503955803" sldId="352"/>
            <ac:spMk id="10" creationId="{EF076188-86C6-21C3-D0E6-3445759ACEF9}"/>
          </ac:spMkLst>
        </pc:spChg>
        <pc:spChg chg="del">
          <ac:chgData name="Diego Raul Guerrero Anaya" userId="0ce4d9aa-8e9a-49aa-b0f2-d17a32a3775a" providerId="ADAL" clId="{5662A781-BFEB-4167-BC8B-6C14CC8AF6A3}" dt="2025-04-30T10:18:43.126" v="624" actId="478"/>
          <ac:spMkLst>
            <pc:docMk/>
            <pc:sldMk cId="503955803" sldId="352"/>
            <ac:spMk id="26" creationId="{61EB26E4-5555-3FE3-DDCE-78165BF55F41}"/>
          </ac:spMkLst>
        </pc:spChg>
        <pc:spChg chg="del">
          <ac:chgData name="Diego Raul Guerrero Anaya" userId="0ce4d9aa-8e9a-49aa-b0f2-d17a32a3775a" providerId="ADAL" clId="{5662A781-BFEB-4167-BC8B-6C14CC8AF6A3}" dt="2025-04-30T10:18:50.349" v="627" actId="478"/>
          <ac:spMkLst>
            <pc:docMk/>
            <pc:sldMk cId="503955803" sldId="352"/>
            <ac:spMk id="28" creationId="{9648646B-D9D8-70D8-6C94-821D41A706A1}"/>
          </ac:spMkLst>
        </pc:spChg>
        <pc:spChg chg="mod">
          <ac:chgData name="Diego Raul Guerrero Anaya" userId="0ce4d9aa-8e9a-49aa-b0f2-d17a32a3775a" providerId="ADAL" clId="{5662A781-BFEB-4167-BC8B-6C14CC8AF6A3}" dt="2025-04-30T10:14:45.748" v="550" actId="20577"/>
          <ac:spMkLst>
            <pc:docMk/>
            <pc:sldMk cId="503955803" sldId="352"/>
            <ac:spMk id="30" creationId="{258CCD76-6B67-35C5-78CD-752D939DA505}"/>
          </ac:spMkLst>
        </pc:spChg>
        <pc:spChg chg="mod">
          <ac:chgData name="Diego Raul Guerrero Anaya" userId="0ce4d9aa-8e9a-49aa-b0f2-d17a32a3775a" providerId="ADAL" clId="{5662A781-BFEB-4167-BC8B-6C14CC8AF6A3}" dt="2025-04-30T10:19:27.466" v="633" actId="1076"/>
          <ac:spMkLst>
            <pc:docMk/>
            <pc:sldMk cId="503955803" sldId="352"/>
            <ac:spMk id="31" creationId="{3B949CD5-8009-1C09-88F5-EC203AB3455C}"/>
          </ac:spMkLst>
        </pc:spChg>
        <pc:graphicFrameChg chg="add mod">
          <ac:chgData name="Diego Raul Guerrero Anaya" userId="0ce4d9aa-8e9a-49aa-b0f2-d17a32a3775a" providerId="ADAL" clId="{5662A781-BFEB-4167-BC8B-6C14CC8AF6A3}" dt="2025-04-30T10:19:33.270" v="634" actId="1076"/>
          <ac:graphicFrameMkLst>
            <pc:docMk/>
            <pc:sldMk cId="503955803" sldId="352"/>
            <ac:graphicFrameMk id="13" creationId="{4B972AC4-9CB9-BF38-E23E-A74EA16AE4AC}"/>
          </ac:graphicFrameMkLst>
        </pc:graphicFrameChg>
        <pc:picChg chg="add del mod">
          <ac:chgData name="Diego Raul Guerrero Anaya" userId="0ce4d9aa-8e9a-49aa-b0f2-d17a32a3775a" providerId="ADAL" clId="{5662A781-BFEB-4167-BC8B-6C14CC8AF6A3}" dt="2025-04-30T10:15:59.050" v="567" actId="21"/>
          <ac:picMkLst>
            <pc:docMk/>
            <pc:sldMk cId="503955803" sldId="352"/>
            <ac:picMk id="5" creationId="{373FACAA-A44B-BE3C-A6AA-4B5F55B0372E}"/>
          </ac:picMkLst>
        </pc:picChg>
        <pc:picChg chg="add mod">
          <ac:chgData name="Diego Raul Guerrero Anaya" userId="0ce4d9aa-8e9a-49aa-b0f2-d17a32a3775a" providerId="ADAL" clId="{5662A781-BFEB-4167-BC8B-6C14CC8AF6A3}" dt="2025-04-30T10:18:18.984" v="621" actId="1076"/>
          <ac:picMkLst>
            <pc:docMk/>
            <pc:sldMk cId="503955803" sldId="352"/>
            <ac:picMk id="11" creationId="{B1677F6E-5527-3FB9-7DDB-55E711CD17EC}"/>
          </ac:picMkLst>
        </pc:picChg>
        <pc:picChg chg="del">
          <ac:chgData name="Diego Raul Guerrero Anaya" userId="0ce4d9aa-8e9a-49aa-b0f2-d17a32a3775a" providerId="ADAL" clId="{5662A781-BFEB-4167-BC8B-6C14CC8AF6A3}" dt="2025-04-30T10:08:09.934" v="442" actId="478"/>
          <ac:picMkLst>
            <pc:docMk/>
            <pc:sldMk cId="503955803" sldId="352"/>
            <ac:picMk id="12" creationId="{84E00FD3-E16E-FE4A-42C5-19E1BA43D113}"/>
          </ac:picMkLst>
        </pc:picChg>
      </pc:sldChg>
      <pc:sldChg chg="addSp delSp modSp mod ord">
        <pc:chgData name="Diego Raul Guerrero Anaya" userId="0ce4d9aa-8e9a-49aa-b0f2-d17a32a3775a" providerId="ADAL" clId="{5662A781-BFEB-4167-BC8B-6C14CC8AF6A3}" dt="2025-04-30T19:54:35.494" v="4073" actId="20577"/>
        <pc:sldMkLst>
          <pc:docMk/>
          <pc:sldMk cId="927672507" sldId="353"/>
        </pc:sldMkLst>
        <pc:spChg chg="mod">
          <ac:chgData name="Diego Raul Guerrero Anaya" userId="0ce4d9aa-8e9a-49aa-b0f2-d17a32a3775a" providerId="ADAL" clId="{5662A781-BFEB-4167-BC8B-6C14CC8AF6A3}" dt="2025-04-30T10:21:49.377" v="662" actId="20577"/>
          <ac:spMkLst>
            <pc:docMk/>
            <pc:sldMk cId="927672507" sldId="353"/>
            <ac:spMk id="3" creationId="{538D001C-83C6-38F6-498C-4915B35E5398}"/>
          </ac:spMkLst>
        </pc:spChg>
        <pc:spChg chg="mod">
          <ac:chgData name="Diego Raul Guerrero Anaya" userId="0ce4d9aa-8e9a-49aa-b0f2-d17a32a3775a" providerId="ADAL" clId="{5662A781-BFEB-4167-BC8B-6C14CC8AF6A3}" dt="2025-04-30T19:54:35.494" v="4073" actId="20577"/>
          <ac:spMkLst>
            <pc:docMk/>
            <pc:sldMk cId="927672507" sldId="353"/>
            <ac:spMk id="6" creationId="{1BBFA755-0142-7649-A29A-918855F23B9F}"/>
          </ac:spMkLst>
        </pc:spChg>
        <pc:spChg chg="mod">
          <ac:chgData name="Diego Raul Guerrero Anaya" userId="0ce4d9aa-8e9a-49aa-b0f2-d17a32a3775a" providerId="ADAL" clId="{5662A781-BFEB-4167-BC8B-6C14CC8AF6A3}" dt="2025-04-30T10:20:34.662" v="647" actId="20577"/>
          <ac:spMkLst>
            <pc:docMk/>
            <pc:sldMk cId="927672507" sldId="353"/>
            <ac:spMk id="10" creationId="{6888C449-0716-96AD-3B34-F79A73842454}"/>
          </ac:spMkLst>
        </pc:spChg>
        <pc:spChg chg="del">
          <ac:chgData name="Diego Raul Guerrero Anaya" userId="0ce4d9aa-8e9a-49aa-b0f2-d17a32a3775a" providerId="ADAL" clId="{5662A781-BFEB-4167-BC8B-6C14CC8AF6A3}" dt="2025-04-30T10:22:27.589" v="666" actId="478"/>
          <ac:spMkLst>
            <pc:docMk/>
            <pc:sldMk cId="927672507" sldId="353"/>
            <ac:spMk id="26" creationId="{4AC9C63A-C019-8D90-74B2-931CFA309F93}"/>
          </ac:spMkLst>
        </pc:spChg>
        <pc:spChg chg="del">
          <ac:chgData name="Diego Raul Guerrero Anaya" userId="0ce4d9aa-8e9a-49aa-b0f2-d17a32a3775a" providerId="ADAL" clId="{5662A781-BFEB-4167-BC8B-6C14CC8AF6A3}" dt="2025-04-30T10:22:32.575" v="667" actId="478"/>
          <ac:spMkLst>
            <pc:docMk/>
            <pc:sldMk cId="927672507" sldId="353"/>
            <ac:spMk id="28" creationId="{76638523-19B3-915B-5D8C-674A7A9CA9C7}"/>
          </ac:spMkLst>
        </pc:spChg>
        <pc:spChg chg="mod">
          <ac:chgData name="Diego Raul Guerrero Anaya" userId="0ce4d9aa-8e9a-49aa-b0f2-d17a32a3775a" providerId="ADAL" clId="{5662A781-BFEB-4167-BC8B-6C14CC8AF6A3}" dt="2025-04-30T10:20:10.033" v="645" actId="20577"/>
          <ac:spMkLst>
            <pc:docMk/>
            <pc:sldMk cId="927672507" sldId="353"/>
            <ac:spMk id="30" creationId="{34C5FF2A-B91C-186B-3D4B-C76ECB4B9870}"/>
          </ac:spMkLst>
        </pc:spChg>
        <pc:spChg chg="mod">
          <ac:chgData name="Diego Raul Guerrero Anaya" userId="0ce4d9aa-8e9a-49aa-b0f2-d17a32a3775a" providerId="ADAL" clId="{5662A781-BFEB-4167-BC8B-6C14CC8AF6A3}" dt="2025-04-30T10:23:16.203" v="680" actId="1076"/>
          <ac:spMkLst>
            <pc:docMk/>
            <pc:sldMk cId="927672507" sldId="353"/>
            <ac:spMk id="31" creationId="{E8423806-412A-088B-9430-AF48DB430174}"/>
          </ac:spMkLst>
        </pc:spChg>
        <pc:graphicFrameChg chg="add mod">
          <ac:chgData name="Diego Raul Guerrero Anaya" userId="0ce4d9aa-8e9a-49aa-b0f2-d17a32a3775a" providerId="ADAL" clId="{5662A781-BFEB-4167-BC8B-6C14CC8AF6A3}" dt="2025-04-30T10:22:20.718" v="664"/>
          <ac:graphicFrameMkLst>
            <pc:docMk/>
            <pc:sldMk cId="927672507" sldId="353"/>
            <ac:graphicFrameMk id="13" creationId="{0B27BFFB-38BE-3198-3017-5363A3B129A3}"/>
          </ac:graphicFrameMkLst>
        </pc:graphicFrameChg>
        <pc:graphicFrameChg chg="add mod">
          <ac:chgData name="Diego Raul Guerrero Anaya" userId="0ce4d9aa-8e9a-49aa-b0f2-d17a32a3775a" providerId="ADAL" clId="{5662A781-BFEB-4167-BC8B-6C14CC8AF6A3}" dt="2025-04-30T10:23:26.801" v="681" actId="1076"/>
          <ac:graphicFrameMkLst>
            <pc:docMk/>
            <pc:sldMk cId="927672507" sldId="353"/>
            <ac:graphicFrameMk id="14" creationId="{093B6135-8E86-8EE0-DA04-61FE105BFEFA}"/>
          </ac:graphicFrameMkLst>
        </pc:graphicFrameChg>
        <pc:picChg chg="add del mod">
          <ac:chgData name="Diego Raul Guerrero Anaya" userId="0ce4d9aa-8e9a-49aa-b0f2-d17a32a3775a" providerId="ADAL" clId="{5662A781-BFEB-4167-BC8B-6C14CC8AF6A3}" dt="2025-04-30T10:21:37.749" v="651" actId="478"/>
          <ac:picMkLst>
            <pc:docMk/>
            <pc:sldMk cId="927672507" sldId="353"/>
            <ac:picMk id="5" creationId="{DA5D8B41-39E4-230B-3281-E5AB75546627}"/>
          </ac:picMkLst>
        </pc:picChg>
        <pc:picChg chg="add mod">
          <ac:chgData name="Diego Raul Guerrero Anaya" userId="0ce4d9aa-8e9a-49aa-b0f2-d17a32a3775a" providerId="ADAL" clId="{5662A781-BFEB-4167-BC8B-6C14CC8AF6A3}" dt="2025-04-30T10:21:41.940" v="652" actId="1076"/>
          <ac:picMkLst>
            <pc:docMk/>
            <pc:sldMk cId="927672507" sldId="353"/>
            <ac:picMk id="11" creationId="{373FACAA-A44B-BE3C-A6AA-4B5F55B0372E}"/>
          </ac:picMkLst>
        </pc:picChg>
        <pc:picChg chg="del">
          <ac:chgData name="Diego Raul Guerrero Anaya" userId="0ce4d9aa-8e9a-49aa-b0f2-d17a32a3775a" providerId="ADAL" clId="{5662A781-BFEB-4167-BC8B-6C14CC8AF6A3}" dt="2025-04-30T10:11:32.547" v="514" actId="478"/>
          <ac:picMkLst>
            <pc:docMk/>
            <pc:sldMk cId="927672507" sldId="353"/>
            <ac:picMk id="12" creationId="{B5C04D03-FD12-A039-F11B-D39A415DC7EB}"/>
          </ac:picMkLst>
        </pc:picChg>
      </pc:sldChg>
      <pc:sldChg chg="addSp delSp modSp mod">
        <pc:chgData name="Diego Raul Guerrero Anaya" userId="0ce4d9aa-8e9a-49aa-b0f2-d17a32a3775a" providerId="ADAL" clId="{5662A781-BFEB-4167-BC8B-6C14CC8AF6A3}" dt="2025-04-30T19:42:24.643" v="4059" actId="20577"/>
        <pc:sldMkLst>
          <pc:docMk/>
          <pc:sldMk cId="3244617191" sldId="354"/>
        </pc:sldMkLst>
        <pc:spChg chg="mod">
          <ac:chgData name="Diego Raul Guerrero Anaya" userId="0ce4d9aa-8e9a-49aa-b0f2-d17a32a3775a" providerId="ADAL" clId="{5662A781-BFEB-4167-BC8B-6C14CC8AF6A3}" dt="2025-04-30T09:44:16.601" v="144" actId="20577"/>
          <ac:spMkLst>
            <pc:docMk/>
            <pc:sldMk cId="3244617191" sldId="354"/>
            <ac:spMk id="3" creationId="{822204D8-A801-5484-A730-68B575CD7204}"/>
          </ac:spMkLst>
        </pc:spChg>
        <pc:spChg chg="mod">
          <ac:chgData name="Diego Raul Guerrero Anaya" userId="0ce4d9aa-8e9a-49aa-b0f2-d17a32a3775a" providerId="ADAL" clId="{5662A781-BFEB-4167-BC8B-6C14CC8AF6A3}" dt="2025-04-30T09:44:25.770" v="151" actId="20577"/>
          <ac:spMkLst>
            <pc:docMk/>
            <pc:sldMk cId="3244617191" sldId="354"/>
            <ac:spMk id="11" creationId="{E95D1FC7-513F-72E0-6A50-7F0543476841}"/>
          </ac:spMkLst>
        </pc:spChg>
        <pc:spChg chg="mod">
          <ac:chgData name="Diego Raul Guerrero Anaya" userId="0ce4d9aa-8e9a-49aa-b0f2-d17a32a3775a" providerId="ADAL" clId="{5662A781-BFEB-4167-BC8B-6C14CC8AF6A3}" dt="2025-04-30T09:44:12.472" v="142" actId="20577"/>
          <ac:spMkLst>
            <pc:docMk/>
            <pc:sldMk cId="3244617191" sldId="354"/>
            <ac:spMk id="12" creationId="{A56C0D7C-16C6-2D3B-B087-A36CC226F911}"/>
          </ac:spMkLst>
        </pc:spChg>
        <pc:spChg chg="mod">
          <ac:chgData name="Diego Raul Guerrero Anaya" userId="0ce4d9aa-8e9a-49aa-b0f2-d17a32a3775a" providerId="ADAL" clId="{5662A781-BFEB-4167-BC8B-6C14CC8AF6A3}" dt="2025-04-30T09:47:17.709" v="161" actId="20577"/>
          <ac:spMkLst>
            <pc:docMk/>
            <pc:sldMk cId="3244617191" sldId="354"/>
            <ac:spMk id="19" creationId="{DC45A2B3-CBE7-6AF2-715B-B91866D1BE66}"/>
          </ac:spMkLst>
        </pc:spChg>
        <pc:spChg chg="del">
          <ac:chgData name="Diego Raul Guerrero Anaya" userId="0ce4d9aa-8e9a-49aa-b0f2-d17a32a3775a" providerId="ADAL" clId="{5662A781-BFEB-4167-BC8B-6C14CC8AF6A3}" dt="2025-04-30T09:54:39.968" v="309" actId="478"/>
          <ac:spMkLst>
            <pc:docMk/>
            <pc:sldMk cId="3244617191" sldId="354"/>
            <ac:spMk id="26" creationId="{6B64A8C6-C254-6548-0113-BC59C8B4B648}"/>
          </ac:spMkLst>
        </pc:spChg>
        <pc:spChg chg="del">
          <ac:chgData name="Diego Raul Guerrero Anaya" userId="0ce4d9aa-8e9a-49aa-b0f2-d17a32a3775a" providerId="ADAL" clId="{5662A781-BFEB-4167-BC8B-6C14CC8AF6A3}" dt="2025-04-30T09:54:37.565" v="308" actId="478"/>
          <ac:spMkLst>
            <pc:docMk/>
            <pc:sldMk cId="3244617191" sldId="354"/>
            <ac:spMk id="28" creationId="{CF7B4852-1055-0A90-8C9C-535157C786C5}"/>
          </ac:spMkLst>
        </pc:spChg>
        <pc:spChg chg="add del mod">
          <ac:chgData name="Diego Raul Guerrero Anaya" userId="0ce4d9aa-8e9a-49aa-b0f2-d17a32a3775a" providerId="ADAL" clId="{5662A781-BFEB-4167-BC8B-6C14CC8AF6A3}" dt="2025-04-30T19:42:24.643" v="4059" actId="20577"/>
          <ac:spMkLst>
            <pc:docMk/>
            <pc:sldMk cId="3244617191" sldId="354"/>
            <ac:spMk id="29" creationId="{7CF8D2E1-1556-C801-9A4E-C3B7E8B3951B}"/>
          </ac:spMkLst>
        </pc:spChg>
        <pc:spChg chg="mod">
          <ac:chgData name="Diego Raul Guerrero Anaya" userId="0ce4d9aa-8e9a-49aa-b0f2-d17a32a3775a" providerId="ADAL" clId="{5662A781-BFEB-4167-BC8B-6C14CC8AF6A3}" dt="2025-04-30T09:51:56.478" v="299" actId="20577"/>
          <ac:spMkLst>
            <pc:docMk/>
            <pc:sldMk cId="3244617191" sldId="354"/>
            <ac:spMk id="31" creationId="{A9D9D877-17BF-C4B1-DBE2-2D740DCE891B}"/>
          </ac:spMkLst>
        </pc:spChg>
        <pc:graphicFrameChg chg="add mod">
          <ac:chgData name="Diego Raul Guerrero Anaya" userId="0ce4d9aa-8e9a-49aa-b0f2-d17a32a3775a" providerId="ADAL" clId="{5662A781-BFEB-4167-BC8B-6C14CC8AF6A3}" dt="2025-04-30T09:50:29.550" v="283"/>
          <ac:graphicFrameMkLst>
            <pc:docMk/>
            <pc:sldMk cId="3244617191" sldId="354"/>
            <ac:graphicFrameMk id="14" creationId="{C52A7A32-3BE6-1999-AB6E-D9E34227154C}"/>
          </ac:graphicFrameMkLst>
        </pc:graphicFrameChg>
        <pc:graphicFrameChg chg="add mod">
          <ac:chgData name="Diego Raul Guerrero Anaya" userId="0ce4d9aa-8e9a-49aa-b0f2-d17a32a3775a" providerId="ADAL" clId="{5662A781-BFEB-4167-BC8B-6C14CC8AF6A3}" dt="2025-04-30T10:04:45.079" v="378" actId="1076"/>
          <ac:graphicFrameMkLst>
            <pc:docMk/>
            <pc:sldMk cId="3244617191" sldId="354"/>
            <ac:graphicFrameMk id="21" creationId="{D999FE1A-6116-4188-4598-09A426373573}"/>
          </ac:graphicFrameMkLst>
        </pc:graphicFrameChg>
        <pc:picChg chg="add mod">
          <ac:chgData name="Diego Raul Guerrero Anaya" userId="0ce4d9aa-8e9a-49aa-b0f2-d17a32a3775a" providerId="ADAL" clId="{5662A781-BFEB-4167-BC8B-6C14CC8AF6A3}" dt="2025-04-30T09:47:00.613" v="155" actId="1076"/>
          <ac:picMkLst>
            <pc:docMk/>
            <pc:sldMk cId="3244617191" sldId="354"/>
            <ac:picMk id="13" creationId="{DE9C8D3C-0065-B82A-4503-214602F71C7E}"/>
          </ac:picMkLst>
        </pc:picChg>
        <pc:picChg chg="del">
          <ac:chgData name="Diego Raul Guerrero Anaya" userId="0ce4d9aa-8e9a-49aa-b0f2-d17a32a3775a" providerId="ADAL" clId="{5662A781-BFEB-4167-BC8B-6C14CC8AF6A3}" dt="2025-04-30T09:46:55.181" v="154" actId="478"/>
          <ac:picMkLst>
            <pc:docMk/>
            <pc:sldMk cId="3244617191" sldId="354"/>
            <ac:picMk id="15" creationId="{83D88637-0F0F-953C-C8A1-2C59860DFDBD}"/>
          </ac:picMkLst>
        </pc:picChg>
        <pc:picChg chg="add mod">
          <ac:chgData name="Diego Raul Guerrero Anaya" userId="0ce4d9aa-8e9a-49aa-b0f2-d17a32a3775a" providerId="ADAL" clId="{5662A781-BFEB-4167-BC8B-6C14CC8AF6A3}" dt="2025-04-30T09:50:50.076" v="288" actId="1076"/>
          <ac:picMkLst>
            <pc:docMk/>
            <pc:sldMk cId="3244617191" sldId="354"/>
            <ac:picMk id="16" creationId="{3A69F3D9-9E87-AEC9-23B3-66F619B8D33B}"/>
          </ac:picMkLst>
        </pc:picChg>
        <pc:picChg chg="add mod">
          <ac:chgData name="Diego Raul Guerrero Anaya" userId="0ce4d9aa-8e9a-49aa-b0f2-d17a32a3775a" providerId="ADAL" clId="{5662A781-BFEB-4167-BC8B-6C14CC8AF6A3}" dt="2025-04-30T09:51:35.942" v="291" actId="1076"/>
          <ac:picMkLst>
            <pc:docMk/>
            <pc:sldMk cId="3244617191" sldId="354"/>
            <ac:picMk id="17" creationId="{CEEC38B2-D5AD-7999-9D57-DE9914081C91}"/>
          </ac:picMkLst>
        </pc:picChg>
        <pc:picChg chg="del">
          <ac:chgData name="Diego Raul Guerrero Anaya" userId="0ce4d9aa-8e9a-49aa-b0f2-d17a32a3775a" providerId="ADAL" clId="{5662A781-BFEB-4167-BC8B-6C14CC8AF6A3}" dt="2025-04-30T09:50:55.546" v="289" actId="478"/>
          <ac:picMkLst>
            <pc:docMk/>
            <pc:sldMk cId="3244617191" sldId="354"/>
            <ac:picMk id="24" creationId="{48484602-4AA2-DF44-ACC8-2FF7FF781D27}"/>
          </ac:picMkLst>
        </pc:picChg>
        <pc:picChg chg="del">
          <ac:chgData name="Diego Raul Guerrero Anaya" userId="0ce4d9aa-8e9a-49aa-b0f2-d17a32a3775a" providerId="ADAL" clId="{5662A781-BFEB-4167-BC8B-6C14CC8AF6A3}" dt="2025-04-30T09:50:38.692" v="286" actId="478"/>
          <ac:picMkLst>
            <pc:docMk/>
            <pc:sldMk cId="3244617191" sldId="354"/>
            <ac:picMk id="27" creationId="{3D027FA5-8C04-430B-1027-DF470ED0C578}"/>
          </ac:picMkLst>
        </pc:picChg>
      </pc:sldChg>
      <pc:sldChg chg="modSp add mod ord">
        <pc:chgData name="Diego Raul Guerrero Anaya" userId="0ce4d9aa-8e9a-49aa-b0f2-d17a32a3775a" providerId="ADAL" clId="{5662A781-BFEB-4167-BC8B-6C14CC8AF6A3}" dt="2025-04-30T17:13:39.470" v="1321" actId="5793"/>
        <pc:sldMkLst>
          <pc:docMk/>
          <pc:sldMk cId="3508524949" sldId="355"/>
        </pc:sldMkLst>
        <pc:spChg chg="mod">
          <ac:chgData name="Diego Raul Guerrero Anaya" userId="0ce4d9aa-8e9a-49aa-b0f2-d17a32a3775a" providerId="ADAL" clId="{5662A781-BFEB-4167-BC8B-6C14CC8AF6A3}" dt="2025-04-30T16:51:55.433" v="1123" actId="20577"/>
          <ac:spMkLst>
            <pc:docMk/>
            <pc:sldMk cId="3508524949" sldId="355"/>
            <ac:spMk id="3" creationId="{EF2E4CC7-C57B-7FD5-F230-A7794A6B5806}"/>
          </ac:spMkLst>
        </pc:spChg>
        <pc:spChg chg="mod">
          <ac:chgData name="Diego Raul Guerrero Anaya" userId="0ce4d9aa-8e9a-49aa-b0f2-d17a32a3775a" providerId="ADAL" clId="{5662A781-BFEB-4167-BC8B-6C14CC8AF6A3}" dt="2025-04-30T17:13:39.470" v="1321" actId="5793"/>
          <ac:spMkLst>
            <pc:docMk/>
            <pc:sldMk cId="3508524949" sldId="355"/>
            <ac:spMk id="5" creationId="{FB877BE3-4D99-86D0-E228-6B7ADD0C25B5}"/>
          </ac:spMkLst>
        </pc:spChg>
        <pc:spChg chg="mod">
          <ac:chgData name="Diego Raul Guerrero Anaya" userId="0ce4d9aa-8e9a-49aa-b0f2-d17a32a3775a" providerId="ADAL" clId="{5662A781-BFEB-4167-BC8B-6C14CC8AF6A3}" dt="2025-04-30T16:52:25.252" v="1125" actId="313"/>
          <ac:spMkLst>
            <pc:docMk/>
            <pc:sldMk cId="3508524949" sldId="355"/>
            <ac:spMk id="10" creationId="{E46DB183-F171-FA99-ABBC-EB53BB382F57}"/>
          </ac:spMkLst>
        </pc:spChg>
      </pc:sldChg>
      <pc:sldChg chg="modSp add mod">
        <pc:chgData name="Diego Raul Guerrero Anaya" userId="0ce4d9aa-8e9a-49aa-b0f2-d17a32a3775a" providerId="ADAL" clId="{5662A781-BFEB-4167-BC8B-6C14CC8AF6A3}" dt="2025-04-30T17:00:06.368" v="1306" actId="20577"/>
        <pc:sldMkLst>
          <pc:docMk/>
          <pc:sldMk cId="1098523409" sldId="356"/>
        </pc:sldMkLst>
        <pc:spChg chg="mod">
          <ac:chgData name="Diego Raul Guerrero Anaya" userId="0ce4d9aa-8e9a-49aa-b0f2-d17a32a3775a" providerId="ADAL" clId="{5662A781-BFEB-4167-BC8B-6C14CC8AF6A3}" dt="2025-04-30T16:58:04.045" v="1301" actId="20577"/>
          <ac:spMkLst>
            <pc:docMk/>
            <pc:sldMk cId="1098523409" sldId="356"/>
            <ac:spMk id="3" creationId="{15ADFF86-FE31-4B56-EAEA-BFEA498A1FE1}"/>
          </ac:spMkLst>
        </pc:spChg>
        <pc:spChg chg="mod">
          <ac:chgData name="Diego Raul Guerrero Anaya" userId="0ce4d9aa-8e9a-49aa-b0f2-d17a32a3775a" providerId="ADAL" clId="{5662A781-BFEB-4167-BC8B-6C14CC8AF6A3}" dt="2025-04-30T17:00:06.368" v="1306" actId="20577"/>
          <ac:spMkLst>
            <pc:docMk/>
            <pc:sldMk cId="1098523409" sldId="356"/>
            <ac:spMk id="5" creationId="{17296255-1429-8319-3AE3-D8292FA69EAF}"/>
          </ac:spMkLst>
        </pc:spChg>
        <pc:spChg chg="mod">
          <ac:chgData name="Diego Raul Guerrero Anaya" userId="0ce4d9aa-8e9a-49aa-b0f2-d17a32a3775a" providerId="ADAL" clId="{5662A781-BFEB-4167-BC8B-6C14CC8AF6A3}" dt="2025-04-30T16:59:45.422" v="1304" actId="313"/>
          <ac:spMkLst>
            <pc:docMk/>
            <pc:sldMk cId="1098523409" sldId="356"/>
            <ac:spMk id="10" creationId="{C00BC532-1B7F-DE39-E9EA-580341253B99}"/>
          </ac:spMkLst>
        </pc:spChg>
      </pc:sldChg>
      <pc:sldChg chg="modSp add mod">
        <pc:chgData name="Diego Raul Guerrero Anaya" userId="0ce4d9aa-8e9a-49aa-b0f2-d17a32a3775a" providerId="ADAL" clId="{5662A781-BFEB-4167-BC8B-6C14CC8AF6A3}" dt="2025-04-30T16:57:19.305" v="1267" actId="20577"/>
        <pc:sldMkLst>
          <pc:docMk/>
          <pc:sldMk cId="102732767" sldId="357"/>
        </pc:sldMkLst>
        <pc:spChg chg="mod">
          <ac:chgData name="Diego Raul Guerrero Anaya" userId="0ce4d9aa-8e9a-49aa-b0f2-d17a32a3775a" providerId="ADAL" clId="{5662A781-BFEB-4167-BC8B-6C14CC8AF6A3}" dt="2025-04-30T16:56:07.095" v="1251" actId="20577"/>
          <ac:spMkLst>
            <pc:docMk/>
            <pc:sldMk cId="102732767" sldId="357"/>
            <ac:spMk id="3" creationId="{394AE54B-D2CA-EB1E-BE4E-9D9D7E7A2D2D}"/>
          </ac:spMkLst>
        </pc:spChg>
        <pc:spChg chg="mod">
          <ac:chgData name="Diego Raul Guerrero Anaya" userId="0ce4d9aa-8e9a-49aa-b0f2-d17a32a3775a" providerId="ADAL" clId="{5662A781-BFEB-4167-BC8B-6C14CC8AF6A3}" dt="2025-04-30T16:57:19.305" v="1267" actId="20577"/>
          <ac:spMkLst>
            <pc:docMk/>
            <pc:sldMk cId="102732767" sldId="357"/>
            <ac:spMk id="5" creationId="{978A5C05-AAE3-8782-EE0D-1F713CDEECFB}"/>
          </ac:spMkLst>
        </pc:spChg>
        <pc:spChg chg="mod">
          <ac:chgData name="Diego Raul Guerrero Anaya" userId="0ce4d9aa-8e9a-49aa-b0f2-d17a32a3775a" providerId="ADAL" clId="{5662A781-BFEB-4167-BC8B-6C14CC8AF6A3}" dt="2025-04-30T16:56:39.131" v="1265" actId="20577"/>
          <ac:spMkLst>
            <pc:docMk/>
            <pc:sldMk cId="102732767" sldId="357"/>
            <ac:spMk id="10" creationId="{0C99FCED-B3B3-3794-1668-4D236BCFACEC}"/>
          </ac:spMkLst>
        </pc:spChg>
      </pc:sldChg>
      <pc:sldChg chg="addSp delSp modSp add mod">
        <pc:chgData name="Diego Raul Guerrero Anaya" userId="0ce4d9aa-8e9a-49aa-b0f2-d17a32a3775a" providerId="ADAL" clId="{5662A781-BFEB-4167-BC8B-6C14CC8AF6A3}" dt="2025-04-30T19:13:45.577" v="3397" actId="20577"/>
        <pc:sldMkLst>
          <pc:docMk/>
          <pc:sldMk cId="3278326653" sldId="358"/>
        </pc:sldMkLst>
        <pc:spChg chg="mod">
          <ac:chgData name="Diego Raul Guerrero Anaya" userId="0ce4d9aa-8e9a-49aa-b0f2-d17a32a3775a" providerId="ADAL" clId="{5662A781-BFEB-4167-BC8B-6C14CC8AF6A3}" dt="2025-04-30T19:13:45.577" v="3397" actId="20577"/>
          <ac:spMkLst>
            <pc:docMk/>
            <pc:sldMk cId="3278326653" sldId="358"/>
            <ac:spMk id="2" creationId="{DADA7989-4C8F-A609-DEC8-0D5D25A84B8F}"/>
          </ac:spMkLst>
        </pc:spChg>
        <pc:spChg chg="mod">
          <ac:chgData name="Diego Raul Guerrero Anaya" userId="0ce4d9aa-8e9a-49aa-b0f2-d17a32a3775a" providerId="ADAL" clId="{5662A781-BFEB-4167-BC8B-6C14CC8AF6A3}" dt="2025-04-30T19:10:51.135" v="3269" actId="20577"/>
          <ac:spMkLst>
            <pc:docMk/>
            <pc:sldMk cId="3278326653" sldId="358"/>
            <ac:spMk id="3" creationId="{FD40E6DB-9F88-F1DB-2AB3-C1A53B7BF233}"/>
          </ac:spMkLst>
        </pc:spChg>
        <pc:spChg chg="mod">
          <ac:chgData name="Diego Raul Guerrero Anaya" userId="0ce4d9aa-8e9a-49aa-b0f2-d17a32a3775a" providerId="ADAL" clId="{5662A781-BFEB-4167-BC8B-6C14CC8AF6A3}" dt="2025-04-30T19:10:19.655" v="3267" actId="20577"/>
          <ac:spMkLst>
            <pc:docMk/>
            <pc:sldMk cId="3278326653" sldId="358"/>
            <ac:spMk id="16" creationId="{8C5A3F39-CE0D-A559-BB9D-4F5EB5A6C4F0}"/>
          </ac:spMkLst>
        </pc:spChg>
        <pc:picChg chg="add mod">
          <ac:chgData name="Diego Raul Guerrero Anaya" userId="0ce4d9aa-8e9a-49aa-b0f2-d17a32a3775a" providerId="ADAL" clId="{5662A781-BFEB-4167-BC8B-6C14CC8AF6A3}" dt="2025-04-30T19:08:00.629" v="3265" actId="14100"/>
          <ac:picMkLst>
            <pc:docMk/>
            <pc:sldMk cId="3278326653" sldId="358"/>
            <ac:picMk id="6" creationId="{B495FBE1-5E6A-B8C9-B939-631E9CAD6D94}"/>
          </ac:picMkLst>
        </pc:picChg>
        <pc:picChg chg="del">
          <ac:chgData name="Diego Raul Guerrero Anaya" userId="0ce4d9aa-8e9a-49aa-b0f2-d17a32a3775a" providerId="ADAL" clId="{5662A781-BFEB-4167-BC8B-6C14CC8AF6A3}" dt="2025-04-30T19:07:49.423" v="3262" actId="478"/>
          <ac:picMkLst>
            <pc:docMk/>
            <pc:sldMk cId="3278326653" sldId="358"/>
            <ac:picMk id="11" creationId="{87B12742-5B27-6986-5A2B-841263392A48}"/>
          </ac:picMkLst>
        </pc:picChg>
      </pc:sldChg>
      <pc:sldChg chg="new del">
        <pc:chgData name="Diego Raul Guerrero Anaya" userId="0ce4d9aa-8e9a-49aa-b0f2-d17a32a3775a" providerId="ADAL" clId="{5662A781-BFEB-4167-BC8B-6C14CC8AF6A3}" dt="2025-04-30T17:22:29.160" v="1535" actId="680"/>
        <pc:sldMkLst>
          <pc:docMk/>
          <pc:sldMk cId="3764426732" sldId="358"/>
        </pc:sldMkLst>
      </pc:sldChg>
      <pc:sldChg chg="modSp add mod">
        <pc:chgData name="Diego Raul Guerrero Anaya" userId="0ce4d9aa-8e9a-49aa-b0f2-d17a32a3775a" providerId="ADAL" clId="{5662A781-BFEB-4167-BC8B-6C14CC8AF6A3}" dt="2025-04-30T19:28:18.381" v="3484" actId="20577"/>
        <pc:sldMkLst>
          <pc:docMk/>
          <pc:sldMk cId="465631369" sldId="359"/>
        </pc:sldMkLst>
        <pc:spChg chg="mod">
          <ac:chgData name="Diego Raul Guerrero Anaya" userId="0ce4d9aa-8e9a-49aa-b0f2-d17a32a3775a" providerId="ADAL" clId="{5662A781-BFEB-4167-BC8B-6C14CC8AF6A3}" dt="2025-04-30T19:27:56.484" v="3482"/>
          <ac:spMkLst>
            <pc:docMk/>
            <pc:sldMk cId="465631369" sldId="359"/>
            <ac:spMk id="3" creationId="{DB60C1A7-48CA-425D-D147-2B5C0B7B3837}"/>
          </ac:spMkLst>
        </pc:spChg>
        <pc:spChg chg="mod">
          <ac:chgData name="Diego Raul Guerrero Anaya" userId="0ce4d9aa-8e9a-49aa-b0f2-d17a32a3775a" providerId="ADAL" clId="{5662A781-BFEB-4167-BC8B-6C14CC8AF6A3}" dt="2025-04-30T19:28:18.381" v="3484" actId="20577"/>
          <ac:spMkLst>
            <pc:docMk/>
            <pc:sldMk cId="465631369" sldId="359"/>
            <ac:spMk id="7" creationId="{6FF0D839-8F1C-2627-32E1-0B3F200A8BEC}"/>
          </ac:spMkLst>
        </pc:spChg>
      </pc:sldChg>
      <pc:sldChg chg="modSp add mod">
        <pc:chgData name="Diego Raul Guerrero Anaya" userId="0ce4d9aa-8e9a-49aa-b0f2-d17a32a3775a" providerId="ADAL" clId="{5662A781-BFEB-4167-BC8B-6C14CC8AF6A3}" dt="2025-04-30T19:29:19.774" v="3492" actId="14100"/>
        <pc:sldMkLst>
          <pc:docMk/>
          <pc:sldMk cId="235446010" sldId="360"/>
        </pc:sldMkLst>
        <pc:spChg chg="mod">
          <ac:chgData name="Diego Raul Guerrero Anaya" userId="0ce4d9aa-8e9a-49aa-b0f2-d17a32a3775a" providerId="ADAL" clId="{5662A781-BFEB-4167-BC8B-6C14CC8AF6A3}" dt="2025-04-30T19:29:19.774" v="3492" actId="14100"/>
          <ac:spMkLst>
            <pc:docMk/>
            <pc:sldMk cId="235446010" sldId="360"/>
            <ac:spMk id="3" creationId="{C760F997-5580-F0D3-8B25-578051164AE6}"/>
          </ac:spMkLst>
        </pc:spChg>
        <pc:spChg chg="mod">
          <ac:chgData name="Diego Raul Guerrero Anaya" userId="0ce4d9aa-8e9a-49aa-b0f2-d17a32a3775a" providerId="ADAL" clId="{5662A781-BFEB-4167-BC8B-6C14CC8AF6A3}" dt="2025-04-30T19:28:53.292" v="3487" actId="20577"/>
          <ac:spMkLst>
            <pc:docMk/>
            <pc:sldMk cId="235446010" sldId="360"/>
            <ac:spMk id="7" creationId="{72F61A92-F6E0-709A-7142-394760F2F8A2}"/>
          </ac:spMkLst>
        </pc:spChg>
      </pc:sldChg>
      <pc:sldChg chg="modSp add mod">
        <pc:chgData name="Diego Raul Guerrero Anaya" userId="0ce4d9aa-8e9a-49aa-b0f2-d17a32a3775a" providerId="ADAL" clId="{5662A781-BFEB-4167-BC8B-6C14CC8AF6A3}" dt="2025-04-30T19:31:29.838" v="3511" actId="20577"/>
        <pc:sldMkLst>
          <pc:docMk/>
          <pc:sldMk cId="111384307" sldId="361"/>
        </pc:sldMkLst>
        <pc:spChg chg="mod">
          <ac:chgData name="Diego Raul Guerrero Anaya" userId="0ce4d9aa-8e9a-49aa-b0f2-d17a32a3775a" providerId="ADAL" clId="{5662A781-BFEB-4167-BC8B-6C14CC8AF6A3}" dt="2025-04-30T19:30:58.643" v="3506" actId="20577"/>
          <ac:spMkLst>
            <pc:docMk/>
            <pc:sldMk cId="111384307" sldId="361"/>
            <ac:spMk id="3" creationId="{5B71B624-8335-4512-DA4C-EF7EE64FF616}"/>
          </ac:spMkLst>
        </pc:spChg>
        <pc:spChg chg="mod">
          <ac:chgData name="Diego Raul Guerrero Anaya" userId="0ce4d9aa-8e9a-49aa-b0f2-d17a32a3775a" providerId="ADAL" clId="{5662A781-BFEB-4167-BC8B-6C14CC8AF6A3}" dt="2025-04-30T19:30:34.819" v="3496"/>
          <ac:spMkLst>
            <pc:docMk/>
            <pc:sldMk cId="111384307" sldId="361"/>
            <ac:spMk id="5" creationId="{0DFFE4B8-13FB-ABB0-BFBC-74FFCE8618FA}"/>
          </ac:spMkLst>
        </pc:spChg>
        <pc:spChg chg="mod">
          <ac:chgData name="Diego Raul Guerrero Anaya" userId="0ce4d9aa-8e9a-49aa-b0f2-d17a32a3775a" providerId="ADAL" clId="{5662A781-BFEB-4167-BC8B-6C14CC8AF6A3}" dt="2025-04-30T19:31:29.838" v="3511" actId="20577"/>
          <ac:spMkLst>
            <pc:docMk/>
            <pc:sldMk cId="111384307" sldId="361"/>
            <ac:spMk id="7" creationId="{20EE4ACA-59EE-FFEC-19FE-E9C36071562E}"/>
          </ac:spMkLst>
        </pc:spChg>
      </pc:sldChg>
      <pc:sldChg chg="modSp add mod">
        <pc:chgData name="Diego Raul Guerrero Anaya" userId="0ce4d9aa-8e9a-49aa-b0f2-d17a32a3775a" providerId="ADAL" clId="{5662A781-BFEB-4167-BC8B-6C14CC8AF6A3}" dt="2025-04-30T19:34:37.860" v="3523" actId="20577"/>
        <pc:sldMkLst>
          <pc:docMk/>
          <pc:sldMk cId="3171661591" sldId="362"/>
        </pc:sldMkLst>
        <pc:spChg chg="mod">
          <ac:chgData name="Diego Raul Guerrero Anaya" userId="0ce4d9aa-8e9a-49aa-b0f2-d17a32a3775a" providerId="ADAL" clId="{5662A781-BFEB-4167-BC8B-6C14CC8AF6A3}" dt="2025-04-30T19:32:47.364" v="3518" actId="20577"/>
          <ac:spMkLst>
            <pc:docMk/>
            <pc:sldMk cId="3171661591" sldId="362"/>
            <ac:spMk id="3" creationId="{E4DA7855-DB2E-6805-E119-9D8D468A4E0A}"/>
          </ac:spMkLst>
        </pc:spChg>
        <pc:spChg chg="mod">
          <ac:chgData name="Diego Raul Guerrero Anaya" userId="0ce4d9aa-8e9a-49aa-b0f2-d17a32a3775a" providerId="ADAL" clId="{5662A781-BFEB-4167-BC8B-6C14CC8AF6A3}" dt="2025-04-30T19:32:18.499" v="3515" actId="20577"/>
          <ac:spMkLst>
            <pc:docMk/>
            <pc:sldMk cId="3171661591" sldId="362"/>
            <ac:spMk id="5" creationId="{11191E30-7AB1-E4DA-A653-C95DEFAEA159}"/>
          </ac:spMkLst>
        </pc:spChg>
        <pc:spChg chg="mod">
          <ac:chgData name="Diego Raul Guerrero Anaya" userId="0ce4d9aa-8e9a-49aa-b0f2-d17a32a3775a" providerId="ADAL" clId="{5662A781-BFEB-4167-BC8B-6C14CC8AF6A3}" dt="2025-04-30T19:34:37.860" v="3523" actId="20577"/>
          <ac:spMkLst>
            <pc:docMk/>
            <pc:sldMk cId="3171661591" sldId="362"/>
            <ac:spMk id="7" creationId="{EEC7901C-85B8-D9E6-99B3-75C1761B8FF8}"/>
          </ac:spMkLst>
        </pc:spChg>
      </pc:sldChg>
      <pc:sldChg chg="modSp add mod">
        <pc:chgData name="Diego Raul Guerrero Anaya" userId="0ce4d9aa-8e9a-49aa-b0f2-d17a32a3775a" providerId="ADAL" clId="{5662A781-BFEB-4167-BC8B-6C14CC8AF6A3}" dt="2025-04-30T19:35:25.586" v="3527" actId="20577"/>
        <pc:sldMkLst>
          <pc:docMk/>
          <pc:sldMk cId="4285717554" sldId="363"/>
        </pc:sldMkLst>
        <pc:spChg chg="mod">
          <ac:chgData name="Diego Raul Guerrero Anaya" userId="0ce4d9aa-8e9a-49aa-b0f2-d17a32a3775a" providerId="ADAL" clId="{5662A781-BFEB-4167-BC8B-6C14CC8AF6A3}" dt="2025-04-30T19:33:01.646" v="3519"/>
          <ac:spMkLst>
            <pc:docMk/>
            <pc:sldMk cId="4285717554" sldId="363"/>
            <ac:spMk id="3" creationId="{B82470A0-1DF0-9E64-D2E2-5C59A36BF1B1}"/>
          </ac:spMkLst>
        </pc:spChg>
        <pc:spChg chg="mod">
          <ac:chgData name="Diego Raul Guerrero Anaya" userId="0ce4d9aa-8e9a-49aa-b0f2-d17a32a3775a" providerId="ADAL" clId="{5662A781-BFEB-4167-BC8B-6C14CC8AF6A3}" dt="2025-04-30T19:32:23.134" v="3516"/>
          <ac:spMkLst>
            <pc:docMk/>
            <pc:sldMk cId="4285717554" sldId="363"/>
            <ac:spMk id="5" creationId="{A112327A-46FF-554F-BE2B-6B87CD7F218E}"/>
          </ac:spMkLst>
        </pc:spChg>
        <pc:spChg chg="mod">
          <ac:chgData name="Diego Raul Guerrero Anaya" userId="0ce4d9aa-8e9a-49aa-b0f2-d17a32a3775a" providerId="ADAL" clId="{5662A781-BFEB-4167-BC8B-6C14CC8AF6A3}" dt="2025-04-30T19:35:25.586" v="3527" actId="20577"/>
          <ac:spMkLst>
            <pc:docMk/>
            <pc:sldMk cId="4285717554" sldId="363"/>
            <ac:spMk id="7" creationId="{435CF2F5-885C-934A-66CB-B278CF946821}"/>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43BA-4475-9198-2702789E2E7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43BA-4475-9198-2702789E2E7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43BA-4475-9198-2702789E2E7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43BA-4475-9198-2702789E2E7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7</c:v>
                </c:pt>
                <c:pt idx="1">
                  <c:v>3</c:v>
                </c:pt>
                <c:pt idx="2">
                  <c:v>0</c:v>
                </c:pt>
                <c:pt idx="3">
                  <c:v>0</c:v>
                </c:pt>
              </c:numCache>
            </c:numRef>
          </c:val>
          <c:extLst>
            <c:ext xmlns:c16="http://schemas.microsoft.com/office/drawing/2014/chart" uri="{C3380CC4-5D6E-409C-BE32-E72D297353CC}">
              <c16:uniqueId val="{00000000-5FCA-4CAF-AE44-9DF1ECB0DFB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7FA-45D9-A405-A5766A2FE751}"/>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7FA-45D9-A405-A5766A2FE751}"/>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7FA-45D9-A405-A5766A2FE751}"/>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7FA-45D9-A405-A5766A2FE751}"/>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8.5</c:v>
                </c:pt>
                <c:pt idx="1">
                  <c:v>1.5</c:v>
                </c:pt>
                <c:pt idx="2">
                  <c:v>0</c:v>
                </c:pt>
                <c:pt idx="3">
                  <c:v>0</c:v>
                </c:pt>
              </c:numCache>
            </c:numRef>
          </c:val>
          <c:extLst>
            <c:ext xmlns:c16="http://schemas.microsoft.com/office/drawing/2014/chart" uri="{C3380CC4-5D6E-409C-BE32-E72D297353CC}">
              <c16:uniqueId val="{00000008-37FA-45D9-A405-A5766A2FE75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BD1-438B-B565-87BDA95542B8}"/>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BD1-438B-B565-87BDA95542B8}"/>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BD1-438B-B565-87BDA95542B8}"/>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BD1-438B-B565-87BDA95542B8}"/>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7</c:v>
                </c:pt>
                <c:pt idx="1">
                  <c:v>3</c:v>
                </c:pt>
                <c:pt idx="2">
                  <c:v>0</c:v>
                </c:pt>
                <c:pt idx="3">
                  <c:v>0</c:v>
                </c:pt>
              </c:numCache>
            </c:numRef>
          </c:val>
          <c:extLst>
            <c:ext xmlns:c16="http://schemas.microsoft.com/office/drawing/2014/chart" uri="{C3380CC4-5D6E-409C-BE32-E72D297353CC}">
              <c16:uniqueId val="{00000008-3BD1-438B-B565-87BDA95542B8}"/>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3992-431C-85B7-4D46C866A72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3992-431C-85B7-4D46C866A72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3992-431C-85B7-4D46C866A72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3992-431C-85B7-4D46C866A72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6.8</c:v>
                </c:pt>
                <c:pt idx="1">
                  <c:v>3.2</c:v>
                </c:pt>
                <c:pt idx="2">
                  <c:v>0</c:v>
                </c:pt>
                <c:pt idx="3">
                  <c:v>0</c:v>
                </c:pt>
              </c:numCache>
            </c:numRef>
          </c:val>
          <c:extLst>
            <c:ext xmlns:c16="http://schemas.microsoft.com/office/drawing/2014/chart" uri="{C3380CC4-5D6E-409C-BE32-E72D297353CC}">
              <c16:uniqueId val="{00000008-3992-431C-85B7-4D46C866A729}"/>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E6CE-445A-987D-F5F84FA841AC}"/>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E6CE-445A-987D-F5F84FA841AC}"/>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E6CE-445A-987D-F5F84FA841AC}"/>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E6CE-445A-987D-F5F84FA841AC}"/>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6.8</c:v>
                </c:pt>
                <c:pt idx="1">
                  <c:v>3.2</c:v>
                </c:pt>
                <c:pt idx="2">
                  <c:v>0</c:v>
                </c:pt>
                <c:pt idx="3">
                  <c:v>0</c:v>
                </c:pt>
              </c:numCache>
            </c:numRef>
          </c:val>
          <c:extLst>
            <c:ext xmlns:c16="http://schemas.microsoft.com/office/drawing/2014/chart" uri="{C3380CC4-5D6E-409C-BE32-E72D297353CC}">
              <c16:uniqueId val="{00000008-E6CE-445A-987D-F5F84FA841AC}"/>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EFB4B-FD0F-477A-B24D-2809953E74D7}" type="datetimeFigureOut">
              <a:rPr lang="es-CO" smtClean="0"/>
              <a:t>29/05/2025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85ECE-ACD0-4162-81D4-6AB2045C4D15}" type="slidenum">
              <a:rPr lang="es-CO" smtClean="0"/>
              <a:t>‹Nº›</a:t>
            </a:fld>
            <a:endParaRPr lang="es-CO"/>
          </a:p>
        </p:txBody>
      </p:sp>
    </p:spTree>
    <p:extLst>
      <p:ext uri="{BB962C8B-B14F-4D97-AF65-F5344CB8AC3E}">
        <p14:creationId xmlns:p14="http://schemas.microsoft.com/office/powerpoint/2010/main" val="145346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F9B85ECE-ACD0-4162-81D4-6AB2045C4D15}" type="slidenum">
              <a:rPr lang="es-CO" smtClean="0"/>
              <a:t>4</a:t>
            </a:fld>
            <a:endParaRPr lang="es-CO"/>
          </a:p>
        </p:txBody>
      </p:sp>
    </p:spTree>
    <p:extLst>
      <p:ext uri="{BB962C8B-B14F-4D97-AF65-F5344CB8AC3E}">
        <p14:creationId xmlns:p14="http://schemas.microsoft.com/office/powerpoint/2010/main" val="273011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ACEFA-DFB7-4347-27DB-4FEBFAC750F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F26278C7-C559-E1BC-41BB-FA6D23E21E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B04513F-67EF-01D5-EB2B-0B1B79024888}"/>
              </a:ext>
            </a:extLst>
          </p:cNvPr>
          <p:cNvSpPr>
            <a:spLocks noGrp="1"/>
          </p:cNvSpPr>
          <p:nvPr>
            <p:ph type="dt" sz="half" idx="10"/>
          </p:nvPr>
        </p:nvSpPr>
        <p:spPr/>
        <p:txBody>
          <a:bodyPr/>
          <a:lstStyle/>
          <a:p>
            <a:fld id="{D48DEB5A-F4D6-4C7F-84CB-78EC876CF29C}" type="datetimeFigureOut">
              <a:rPr lang="es-CO" smtClean="0"/>
              <a:t>29/05/2025</a:t>
            </a:fld>
            <a:endParaRPr lang="es-CO"/>
          </a:p>
        </p:txBody>
      </p:sp>
      <p:sp>
        <p:nvSpPr>
          <p:cNvPr id="5" name="Marcador de pie de página 4">
            <a:extLst>
              <a:ext uri="{FF2B5EF4-FFF2-40B4-BE49-F238E27FC236}">
                <a16:creationId xmlns:a16="http://schemas.microsoft.com/office/drawing/2014/main" id="{37CF3A9C-A675-2083-6266-566B4FC72AE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FBBBCD-5989-C3BC-A034-9B6906894E82}"/>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573174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6E63BB-83F4-1488-AAFA-3A1BCF50701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CD2ED79-98A3-28A0-647E-9CCFB12D2E5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F4AC606-28FC-48D5-4CDC-ED071E7BC811}"/>
              </a:ext>
            </a:extLst>
          </p:cNvPr>
          <p:cNvSpPr>
            <a:spLocks noGrp="1"/>
          </p:cNvSpPr>
          <p:nvPr>
            <p:ph type="dt" sz="half" idx="10"/>
          </p:nvPr>
        </p:nvSpPr>
        <p:spPr/>
        <p:txBody>
          <a:bodyPr/>
          <a:lstStyle/>
          <a:p>
            <a:fld id="{D48DEB5A-F4D6-4C7F-84CB-78EC876CF29C}" type="datetimeFigureOut">
              <a:rPr lang="es-CO" smtClean="0"/>
              <a:t>29/05/2025</a:t>
            </a:fld>
            <a:endParaRPr lang="es-CO"/>
          </a:p>
        </p:txBody>
      </p:sp>
      <p:sp>
        <p:nvSpPr>
          <p:cNvPr id="5" name="Marcador de pie de página 4">
            <a:extLst>
              <a:ext uri="{FF2B5EF4-FFF2-40B4-BE49-F238E27FC236}">
                <a16:creationId xmlns:a16="http://schemas.microsoft.com/office/drawing/2014/main" id="{83D99D14-0038-1F77-CDED-A08ECD1F9DF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80D1123-6F26-EFEE-1C08-873657955C5F}"/>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1793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0C4743-3797-8EF2-54A6-2940A271285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6DD0B07-F8A5-DC14-18FB-A4E474F55B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D3B3F7-0121-CE8C-25DB-25F3932DA2B8}"/>
              </a:ext>
            </a:extLst>
          </p:cNvPr>
          <p:cNvSpPr>
            <a:spLocks noGrp="1"/>
          </p:cNvSpPr>
          <p:nvPr>
            <p:ph type="dt" sz="half" idx="10"/>
          </p:nvPr>
        </p:nvSpPr>
        <p:spPr/>
        <p:txBody>
          <a:bodyPr/>
          <a:lstStyle/>
          <a:p>
            <a:fld id="{D48DEB5A-F4D6-4C7F-84CB-78EC876CF29C}" type="datetimeFigureOut">
              <a:rPr lang="es-CO" smtClean="0"/>
              <a:t>29/05/2025</a:t>
            </a:fld>
            <a:endParaRPr lang="es-CO"/>
          </a:p>
        </p:txBody>
      </p:sp>
      <p:sp>
        <p:nvSpPr>
          <p:cNvPr id="5" name="Marcador de pie de página 4">
            <a:extLst>
              <a:ext uri="{FF2B5EF4-FFF2-40B4-BE49-F238E27FC236}">
                <a16:creationId xmlns:a16="http://schemas.microsoft.com/office/drawing/2014/main" id="{239CC36C-6547-E97B-2DA8-798437B143B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5F53F5-61E5-F47F-D5E4-4505C797F10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638525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BD1600-18E9-3780-C21A-4DA9FF47BE2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1C7A6EC-91D0-3E68-103B-BCF12881A14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6ADF4F3-06DE-6D83-7700-ABB40B2E072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A879D79B-4BD4-6605-4F6D-CCED1A26AD52}"/>
              </a:ext>
            </a:extLst>
          </p:cNvPr>
          <p:cNvSpPr>
            <a:spLocks noGrp="1"/>
          </p:cNvSpPr>
          <p:nvPr>
            <p:ph type="dt" sz="half" idx="10"/>
          </p:nvPr>
        </p:nvSpPr>
        <p:spPr/>
        <p:txBody>
          <a:bodyPr/>
          <a:lstStyle/>
          <a:p>
            <a:fld id="{D48DEB5A-F4D6-4C7F-84CB-78EC876CF29C}" type="datetimeFigureOut">
              <a:rPr lang="es-CO" smtClean="0"/>
              <a:t>29/05/2025</a:t>
            </a:fld>
            <a:endParaRPr lang="es-CO"/>
          </a:p>
        </p:txBody>
      </p:sp>
      <p:sp>
        <p:nvSpPr>
          <p:cNvPr id="6" name="Marcador de pie de página 5">
            <a:extLst>
              <a:ext uri="{FF2B5EF4-FFF2-40B4-BE49-F238E27FC236}">
                <a16:creationId xmlns:a16="http://schemas.microsoft.com/office/drawing/2014/main" id="{919F05AC-CFCE-9BB7-83C0-CFDCABBC896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93BAB0A-EF13-2518-5E13-187FC21C24F6}"/>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3184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35A756-2D08-DC5B-6E75-775C08FF054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C751D1C4-6D1E-11E3-4FFD-2958ADCAA9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60582D3-FA06-662C-CF85-56150FABF66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574B67F-FAC7-A2FB-B22A-DCF429E934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BD0DF1-037F-B8E5-6E9C-1C04CFDDE6F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3257F22E-1B69-1ECE-530A-9EF708E88F1A}"/>
              </a:ext>
            </a:extLst>
          </p:cNvPr>
          <p:cNvSpPr>
            <a:spLocks noGrp="1"/>
          </p:cNvSpPr>
          <p:nvPr>
            <p:ph type="dt" sz="half" idx="10"/>
          </p:nvPr>
        </p:nvSpPr>
        <p:spPr/>
        <p:txBody>
          <a:bodyPr/>
          <a:lstStyle/>
          <a:p>
            <a:fld id="{D48DEB5A-F4D6-4C7F-84CB-78EC876CF29C}" type="datetimeFigureOut">
              <a:rPr lang="es-CO" smtClean="0"/>
              <a:t>29/05/2025</a:t>
            </a:fld>
            <a:endParaRPr lang="es-CO"/>
          </a:p>
        </p:txBody>
      </p:sp>
      <p:sp>
        <p:nvSpPr>
          <p:cNvPr id="8" name="Marcador de pie de página 7">
            <a:extLst>
              <a:ext uri="{FF2B5EF4-FFF2-40B4-BE49-F238E27FC236}">
                <a16:creationId xmlns:a16="http://schemas.microsoft.com/office/drawing/2014/main" id="{E534BC52-AA33-0C60-B68D-C8834129E50B}"/>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B12CC42-039D-0DC9-160A-02378CA4182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06196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0D7C3D-9DFE-F065-25B5-BCE0679B8A2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58ADFB9-187B-EA28-D84A-B062DDAE0FFC}"/>
              </a:ext>
            </a:extLst>
          </p:cNvPr>
          <p:cNvSpPr>
            <a:spLocks noGrp="1"/>
          </p:cNvSpPr>
          <p:nvPr>
            <p:ph type="dt" sz="half" idx="10"/>
          </p:nvPr>
        </p:nvSpPr>
        <p:spPr/>
        <p:txBody>
          <a:bodyPr/>
          <a:lstStyle/>
          <a:p>
            <a:fld id="{D48DEB5A-F4D6-4C7F-84CB-78EC876CF29C}" type="datetimeFigureOut">
              <a:rPr lang="es-CO" smtClean="0"/>
              <a:t>29/05/2025</a:t>
            </a:fld>
            <a:endParaRPr lang="es-CO"/>
          </a:p>
        </p:txBody>
      </p:sp>
      <p:sp>
        <p:nvSpPr>
          <p:cNvPr id="4" name="Marcador de pie de página 3">
            <a:extLst>
              <a:ext uri="{FF2B5EF4-FFF2-40B4-BE49-F238E27FC236}">
                <a16:creationId xmlns:a16="http://schemas.microsoft.com/office/drawing/2014/main" id="{3BC3CBF9-B46C-C1BA-C6FF-6C452C4B76E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985F4E5-EEE4-6487-2D09-A044296D528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54444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1973A7B-A1E0-F895-72AD-3DE739B54761}"/>
              </a:ext>
            </a:extLst>
          </p:cNvPr>
          <p:cNvSpPr>
            <a:spLocks noGrp="1"/>
          </p:cNvSpPr>
          <p:nvPr>
            <p:ph type="dt" sz="half" idx="10"/>
          </p:nvPr>
        </p:nvSpPr>
        <p:spPr/>
        <p:txBody>
          <a:bodyPr/>
          <a:lstStyle/>
          <a:p>
            <a:fld id="{D48DEB5A-F4D6-4C7F-84CB-78EC876CF29C}" type="datetimeFigureOut">
              <a:rPr lang="es-CO" smtClean="0"/>
              <a:t>29/05/2025</a:t>
            </a:fld>
            <a:endParaRPr lang="es-CO"/>
          </a:p>
        </p:txBody>
      </p:sp>
      <p:sp>
        <p:nvSpPr>
          <p:cNvPr id="3" name="Marcador de pie de página 2">
            <a:extLst>
              <a:ext uri="{FF2B5EF4-FFF2-40B4-BE49-F238E27FC236}">
                <a16:creationId xmlns:a16="http://schemas.microsoft.com/office/drawing/2014/main" id="{F7D86808-12FB-21C8-E274-F1D773624AA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2EC0A6B-95FD-A557-589A-2CE02C159F1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66368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9FD864-8826-7329-51E5-9CD1A06378C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B09ADB9-885E-7E7B-9A2C-874995668B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2B5B5454-5468-6E6C-8853-960D6D4373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CDDAB4-E7A0-1173-7A43-EA6151884EB7}"/>
              </a:ext>
            </a:extLst>
          </p:cNvPr>
          <p:cNvSpPr>
            <a:spLocks noGrp="1"/>
          </p:cNvSpPr>
          <p:nvPr>
            <p:ph type="dt" sz="half" idx="10"/>
          </p:nvPr>
        </p:nvSpPr>
        <p:spPr/>
        <p:txBody>
          <a:bodyPr/>
          <a:lstStyle/>
          <a:p>
            <a:fld id="{D48DEB5A-F4D6-4C7F-84CB-78EC876CF29C}" type="datetimeFigureOut">
              <a:rPr lang="es-CO" smtClean="0"/>
              <a:t>29/05/2025</a:t>
            </a:fld>
            <a:endParaRPr lang="es-CO"/>
          </a:p>
        </p:txBody>
      </p:sp>
      <p:sp>
        <p:nvSpPr>
          <p:cNvPr id="6" name="Marcador de pie de página 5">
            <a:extLst>
              <a:ext uri="{FF2B5EF4-FFF2-40B4-BE49-F238E27FC236}">
                <a16:creationId xmlns:a16="http://schemas.microsoft.com/office/drawing/2014/main" id="{43CBB48C-4002-A526-C2BB-F2D3D10B19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7941ECB-8AE1-BB38-EF81-4DBD93265A57}"/>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24388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BDC84-9312-37EC-E4FD-86008977C89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B17A30E-2F86-5B90-A4B1-3A2B5443D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FE092E0-BCB0-9282-7A3F-F1516474D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EF91D30-F39C-702D-4BFE-EDCE1E6FD221}"/>
              </a:ext>
            </a:extLst>
          </p:cNvPr>
          <p:cNvSpPr>
            <a:spLocks noGrp="1"/>
          </p:cNvSpPr>
          <p:nvPr>
            <p:ph type="dt" sz="half" idx="10"/>
          </p:nvPr>
        </p:nvSpPr>
        <p:spPr/>
        <p:txBody>
          <a:bodyPr/>
          <a:lstStyle/>
          <a:p>
            <a:fld id="{D48DEB5A-F4D6-4C7F-84CB-78EC876CF29C}" type="datetimeFigureOut">
              <a:rPr lang="es-CO" smtClean="0"/>
              <a:t>29/05/2025</a:t>
            </a:fld>
            <a:endParaRPr lang="es-CO"/>
          </a:p>
        </p:txBody>
      </p:sp>
      <p:sp>
        <p:nvSpPr>
          <p:cNvPr id="6" name="Marcador de pie de página 5">
            <a:extLst>
              <a:ext uri="{FF2B5EF4-FFF2-40B4-BE49-F238E27FC236}">
                <a16:creationId xmlns:a16="http://schemas.microsoft.com/office/drawing/2014/main" id="{476B9C29-71E5-A677-6912-359645AE080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09A72A-CA7D-C2AF-B32B-00B7888F8991}"/>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85717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404287-89E9-6A06-68B1-B739DFB7BB1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052327C-4C34-B17F-D025-065373711C5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EFDDE24-D2B2-6945-6223-0FAC668D40BD}"/>
              </a:ext>
            </a:extLst>
          </p:cNvPr>
          <p:cNvSpPr>
            <a:spLocks noGrp="1"/>
          </p:cNvSpPr>
          <p:nvPr>
            <p:ph type="dt" sz="half" idx="10"/>
          </p:nvPr>
        </p:nvSpPr>
        <p:spPr/>
        <p:txBody>
          <a:bodyPr/>
          <a:lstStyle/>
          <a:p>
            <a:fld id="{D48DEB5A-F4D6-4C7F-84CB-78EC876CF29C}" type="datetimeFigureOut">
              <a:rPr lang="es-CO" smtClean="0"/>
              <a:t>29/05/2025</a:t>
            </a:fld>
            <a:endParaRPr lang="es-CO"/>
          </a:p>
        </p:txBody>
      </p:sp>
      <p:sp>
        <p:nvSpPr>
          <p:cNvPr id="5" name="Marcador de pie de página 4">
            <a:extLst>
              <a:ext uri="{FF2B5EF4-FFF2-40B4-BE49-F238E27FC236}">
                <a16:creationId xmlns:a16="http://schemas.microsoft.com/office/drawing/2014/main" id="{DB9A85D8-E75A-716A-5AED-F0F5B7D998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DB26EB-3EED-F7C5-D125-13B2BE2AADEE}"/>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143853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7AFA14-DBF8-5C9D-2DD8-B1BD0E195BB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847767C-3976-5BB8-F6D7-43B3374806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97DEF89-245A-A6EA-A491-FA68305E2E33}"/>
              </a:ext>
            </a:extLst>
          </p:cNvPr>
          <p:cNvSpPr>
            <a:spLocks noGrp="1"/>
          </p:cNvSpPr>
          <p:nvPr>
            <p:ph type="dt" sz="half" idx="10"/>
          </p:nvPr>
        </p:nvSpPr>
        <p:spPr/>
        <p:txBody>
          <a:bodyPr/>
          <a:lstStyle/>
          <a:p>
            <a:fld id="{D48DEB5A-F4D6-4C7F-84CB-78EC876CF29C}" type="datetimeFigureOut">
              <a:rPr lang="es-CO" smtClean="0"/>
              <a:t>29/05/2025</a:t>
            </a:fld>
            <a:endParaRPr lang="es-CO"/>
          </a:p>
        </p:txBody>
      </p:sp>
      <p:sp>
        <p:nvSpPr>
          <p:cNvPr id="5" name="Marcador de pie de página 4">
            <a:extLst>
              <a:ext uri="{FF2B5EF4-FFF2-40B4-BE49-F238E27FC236}">
                <a16:creationId xmlns:a16="http://schemas.microsoft.com/office/drawing/2014/main" id="{979CBE9C-176F-8B7D-AA5C-7B3531262DC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36B3040-EFBC-2E04-2044-696B004B77B9}"/>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05511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C7BE2EC-586A-DD9E-C280-FB23A33047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594821B-7E1E-5B88-0C2C-4C14E87C3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C861983-7AB0-F5B7-4A23-3E7917DA42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8DEB5A-F4D6-4C7F-84CB-78EC876CF29C}" type="datetimeFigureOut">
              <a:rPr lang="es-CO" smtClean="0"/>
              <a:t>29/05/2025</a:t>
            </a:fld>
            <a:endParaRPr lang="es-CO"/>
          </a:p>
        </p:txBody>
      </p:sp>
      <p:sp>
        <p:nvSpPr>
          <p:cNvPr id="5" name="Marcador de pie de página 4">
            <a:extLst>
              <a:ext uri="{FF2B5EF4-FFF2-40B4-BE49-F238E27FC236}">
                <a16:creationId xmlns:a16="http://schemas.microsoft.com/office/drawing/2014/main" id="{E5F6E65D-85D1-8556-46A3-C09F891979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87145D03-B164-5562-C207-79E7B5F74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0D60A8-E10A-460D-94B0-2857B8FB3E8C}" type="slidenum">
              <a:rPr lang="es-CO" smtClean="0"/>
              <a:t>‹Nº›</a:t>
            </a:fld>
            <a:endParaRPr lang="es-CO"/>
          </a:p>
        </p:txBody>
      </p:sp>
    </p:spTree>
    <p:extLst>
      <p:ext uri="{BB962C8B-B14F-4D97-AF65-F5344CB8AC3E}">
        <p14:creationId xmlns:p14="http://schemas.microsoft.com/office/powerpoint/2010/main" val="210546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emf"/><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1.png"/><Relationship Id="rId7"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2.xml"/><Relationship Id="rId5" Type="http://schemas.openxmlformats.org/officeDocument/2006/relationships/image" Target="../media/image10.emf"/><Relationship Id="rId4" Type="http://schemas.openxmlformats.org/officeDocument/2006/relationships/hyperlink" Target="https://drive.google.com/file/d/1F7D2TcLY4Hx9ubXjFZxvzz3UegZkR232/view"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chart" Target="../charts/chart3.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1.emf"/><Relationship Id="rId5" Type="http://schemas.openxmlformats.org/officeDocument/2006/relationships/hyperlink" Target="https://drive.google.com/file/d/1lE57LWPNIKFpvLWJHdWQNE-Xt25cNN2d/view" TargetMode="External"/><Relationship Id="rId4" Type="http://schemas.openxmlformats.org/officeDocument/2006/relationships/hyperlink" Target="https://drive.google.com/file/d/1N6lHtV_EYpvHUvNiTdl3ZOw_4QBUFe1E/view"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file/d/1jpj1knWADcj3TyEiz4MOT2u8pun9Fj-1/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rive.google.com/file/d/1jqzboOpbST_K0QE46A32TgWLVjm0Tluf/view?usp=drive_link"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omMkPMyKphvS8OdeIQuF2ul12VHWAm4f/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drive.google.com/file/d/11kJDK0pOqzmGk_ZawWQ7DDJx9vAMTZuE/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image" Target="../media/image17.emf"/><Relationship Id="rId4" Type="http://schemas.openxmlformats.org/officeDocument/2006/relationships/image" Target="../media/image16.emf"/></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3" Type="http://schemas.openxmlformats.org/officeDocument/2006/relationships/hyperlink" Target="https://drive.google.com/file/d/1emMSEKMxYHxzdb2exgJEwaUu4vbCR0QP/view"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hyperlink" Target="https://drive.google.com/file/d/15zmPQNMWQ0usAUJDpbhkxACfRc9G-Kjb/view" TargetMode="External"/><Relationship Id="rId4" Type="http://schemas.openxmlformats.org/officeDocument/2006/relationships/hyperlink" Target="https://drive.google.com/file/d/1lHbSDnPVGWfR2JBCChVI7tP9z6gHK0OO/view"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drive.google.com/file/d/1NupUvIUqnZETcwYhjQHgWl2pX3KAI1b5/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file/d/18qrcstMoOJuuStY_lJX9qtKpcZL3MaMG/view"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hyperlink" Target="https://drive.google.com/file/d/1SgcgJKhUYsZBvDa22bgTfIXJNHN5F52s/view" TargetMode="External"/><Relationship Id="rId4" Type="http://schemas.openxmlformats.org/officeDocument/2006/relationships/hyperlink" Target="https://drive.google.com/file/d/1FbIeVVR4MCHJ_j6W-2pgTgo2-xnc23-i/view"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drive.google.com/file/d/15bwDoVE2n9Co9PLzqjjwtJZZ3QU4cz4C/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hyperlink" Target="https://drive.google.com/file/d/1ijHdxbRylk8HHns04qAdPIIND_Sk4K6U/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hyperlink" Target="https://drive.google.com/file/d/1aDG7KEgKoCgotqakQs5bkPwQyywWRqfb/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hyperlink" Target="https://drive.google.com/file/d/13zAY1SLr3EgfP_2Qgbsw57ASm8bUMcnR/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hyperlink" Target="https://drive.google.com/file/d/1PHLZq_ZpPsf4Wckaw5sJSrHhv2r2ZwzI/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drive.google.com/file/d/1jxzcezHyHlF1K87Hnek3vNkWc3mNiYts/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drive.google.com/file/d/1L1ow8wTzxYGBK4erRvDuOxkQH5abTvFo/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drive.google.com/file/d/1KhFAtdeJdbLwLNcQ7-PMo-NTdNzP23xf/view"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drive.google.com/file/d/1R-80twhtUnaBpW5qEl3ZEUmCmhRq9o4B/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rive.google.com/file/d/1rj1y-MNtbx8RBRc8MZUgAB4LJN7hxX2x/view"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drive.google.com/file/d/1a0iipdo3XsAfVKiY1_HrvUQEAYB2eGYM/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rive.google.com/file/d/1bys_spmqNTpyymu4rQLh1-nBOop8q3J6/view"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drive.google.com/file/d/1kkCMFAKQapNzAk3bsvyqtGB3aaLWXhfK/view"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rive.google.com/file/d/1JP2L1dgobI9xUHAGcjmX8nqe0RaawXGp/view"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FA317-B3C6-544A-9CEC-25C659152B70}"/>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3812C31D-3CC5-AE6F-6DC6-DC2AB7DB08B7}"/>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D12CA50E-0C11-3EB7-AA8E-DD7D2EFB3F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D74108FF-D162-4798-6724-54AB54E7D3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7B31CB7F-F65F-251B-F642-C7D40861EB8B}"/>
              </a:ext>
            </a:extLst>
          </p:cNvPr>
          <p:cNvSpPr txBox="1"/>
          <p:nvPr/>
        </p:nvSpPr>
        <p:spPr>
          <a:xfrm>
            <a:off x="251668" y="2650588"/>
            <a:ext cx="2633088" cy="1569660"/>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AUDITORIA </a:t>
            </a:r>
          </a:p>
          <a:p>
            <a:pPr algn="ctr"/>
            <a:r>
              <a:rPr lang="es-MX" sz="2400" b="1" dirty="0">
                <a:solidFill>
                  <a:schemeClr val="bg1"/>
                </a:solidFill>
                <a:latin typeface="ui-sans-serif"/>
              </a:rPr>
              <a:t>- Abril 2025 - </a:t>
            </a:r>
            <a:endParaRPr lang="es-CO" sz="2400" b="1" dirty="0">
              <a:solidFill>
                <a:schemeClr val="bg1"/>
              </a:solidFill>
            </a:endParaRPr>
          </a:p>
        </p:txBody>
      </p:sp>
    </p:spTree>
    <p:extLst>
      <p:ext uri="{BB962C8B-B14F-4D97-AF65-F5344CB8AC3E}">
        <p14:creationId xmlns:p14="http://schemas.microsoft.com/office/powerpoint/2010/main" val="3626027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La auditoria de forma critica evaluó KPIS específicos de la gestión a través de una encuesta, en la cual cada pregunta fue </a:t>
            </a:r>
            <a:r>
              <a:rPr lang="es-MX" sz="1300" dirty="0" err="1"/>
              <a:t>clusterizada</a:t>
            </a:r>
            <a:r>
              <a:rPr lang="es-MX" sz="1300" dirty="0"/>
              <a:t>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Abril</a:t>
            </a:r>
            <a:endParaRPr lang="es-CO" sz="1600" dirty="0"/>
          </a:p>
        </p:txBody>
      </p:sp>
      <p:sp>
        <p:nvSpPr>
          <p:cNvPr id="15" name="CuadroTexto 14">
            <a:extLst>
              <a:ext uri="{FF2B5EF4-FFF2-40B4-BE49-F238E27FC236}">
                <a16:creationId xmlns:a16="http://schemas.microsoft.com/office/drawing/2014/main" id="{155A1899-F51E-9451-B8A7-0A68A2BA8466}"/>
              </a:ext>
            </a:extLst>
          </p:cNvPr>
          <p:cNvSpPr txBox="1"/>
          <p:nvPr/>
        </p:nvSpPr>
        <p:spPr>
          <a:xfrm>
            <a:off x="2889029" y="2879302"/>
            <a:ext cx="8757396" cy="3600986"/>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1200" dirty="0">
              <a:solidFill>
                <a:srgbClr val="C00000"/>
              </a:solidFill>
            </a:endParaRPr>
          </a:p>
          <a:p>
            <a:pPr algn="just"/>
            <a:r>
              <a:rPr lang="es-MX" sz="1200" b="1" dirty="0"/>
              <a:t>ACTIVIDADES DEL MES: </a:t>
            </a:r>
            <a:r>
              <a:rPr lang="es-MX" sz="1200" dirty="0"/>
              <a:t>Implementación de las actividades de acuerdo al canal: </a:t>
            </a:r>
            <a:endParaRPr lang="es-MX" sz="1200" b="1" dirty="0"/>
          </a:p>
          <a:p>
            <a:pPr marL="742950" lvl="1" indent="-285750" algn="just">
              <a:buFont typeface="Arial" panose="020B0604020202020204" pitchFamily="34" charset="0"/>
              <a:buChar char="•"/>
            </a:pPr>
            <a:r>
              <a:rPr lang="es-MX" sz="1200" u="sng" dirty="0"/>
              <a:t>Especializado: </a:t>
            </a:r>
            <a:r>
              <a:rPr lang="es-MX" sz="1200" dirty="0"/>
              <a:t>Cuenta con la exhibición de la actividad camas Pro Plan Gatos, sticker de la reducción de precios Excellent , actividad del mes del gato, material POP y amarre de obsequios (pouches y </a:t>
            </a:r>
            <a:r>
              <a:rPr lang="es-MX" sz="1200" dirty="0" err="1"/>
              <a:t>portacroquetas</a:t>
            </a:r>
            <a:r>
              <a:rPr lang="es-MX" sz="1200" dirty="0"/>
              <a:t>).</a:t>
            </a:r>
          </a:p>
          <a:p>
            <a:pPr marL="742950" lvl="1" indent="-285750" algn="just">
              <a:buFont typeface="Arial" panose="020B0604020202020204" pitchFamily="34" charset="0"/>
              <a:buChar char="•"/>
            </a:pPr>
            <a:r>
              <a:rPr lang="es-MX" sz="1200" u="sng" dirty="0"/>
              <a:t>Moderno</a:t>
            </a:r>
            <a:r>
              <a:rPr lang="es-MX" sz="1200" dirty="0"/>
              <a:t>: En la cadena Olímpica conoce la actividad de Multiplepricing, Cat chow x 1,3kg a 3 kg cuenta con el amarre de dispensadores de croquetas, Hay material POP implementado de la actividad "Hoy ganas mañana tambien“, Explicar la manera correcta de inscripción , participación y premios  en "Hoy ganas mañana tambien“.</a:t>
            </a:r>
          </a:p>
          <a:p>
            <a:pPr marL="742950" lvl="1" indent="-285750" algn="just">
              <a:buFont typeface="Arial" panose="020B0604020202020204" pitchFamily="34" charset="0"/>
              <a:buChar char="•"/>
            </a:pPr>
            <a:r>
              <a:rPr lang="es-MX" sz="1200" u="sng" dirty="0"/>
              <a:t>Tradicional:  </a:t>
            </a:r>
            <a:r>
              <a:rPr lang="es-MX" sz="1200" dirty="0"/>
              <a:t>la nueva estrategia de baja de precios.</a:t>
            </a:r>
          </a:p>
          <a:p>
            <a:pPr lvl="1" algn="just"/>
            <a:endParaRPr lang="es-MX" sz="1200" dirty="0"/>
          </a:p>
          <a:p>
            <a:pPr algn="just"/>
            <a:r>
              <a:rPr lang="es-MX" sz="1200" b="1" dirty="0"/>
              <a:t>EJECUCION DEL PDV:  </a:t>
            </a:r>
            <a:r>
              <a:rPr lang="es-MX" sz="1200" dirty="0"/>
              <a:t>Limpieza del pdv, Precio y surtido de productos, Infaltables, ayuda ventas, conocimiento en surtidos, estrategia de exhibición para las marcas Mainstrain (Alpo y Gatsy) de Purina , % de participación que tiene en el punto de venta.</a:t>
            </a:r>
          </a:p>
          <a:p>
            <a:pPr algn="just"/>
            <a:endParaRPr lang="es-MX" sz="1200" dirty="0"/>
          </a:p>
          <a:p>
            <a:pPr algn="just"/>
            <a:r>
              <a:rPr lang="es-MX" sz="1200" b="1" dirty="0"/>
              <a:t>HORARIO: </a:t>
            </a:r>
            <a:r>
              <a:rPr lang="es-MX" sz="1200" dirty="0"/>
              <a:t>El asesor debe estar presente en pdv en los turnos compartidos por malla horaria. </a:t>
            </a:r>
          </a:p>
          <a:p>
            <a:pPr algn="just"/>
            <a:endParaRPr lang="es-MX" sz="12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sp>
        <p:nvSpPr>
          <p:cNvPr id="7" name="CuadroTexto 6">
            <a:extLst>
              <a:ext uri="{FF2B5EF4-FFF2-40B4-BE49-F238E27FC236}">
                <a16:creationId xmlns:a16="http://schemas.microsoft.com/office/drawing/2014/main" id="{0E41E785-529C-A43B-8A21-629A13A8B856}"/>
              </a:ext>
            </a:extLst>
          </p:cNvPr>
          <p:cNvSpPr txBox="1"/>
          <p:nvPr/>
        </p:nvSpPr>
        <p:spPr>
          <a:xfrm>
            <a:off x="884513" y="2860174"/>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Bogotá</a:t>
            </a:r>
            <a:endParaRPr lang="es-CO" sz="1600" b="1" dirty="0">
              <a:solidFill>
                <a:schemeClr val="bg1"/>
              </a:solidFill>
            </a:endParaRPr>
          </a:p>
        </p:txBody>
      </p:sp>
      <p:pic>
        <p:nvPicPr>
          <p:cNvPr id="17" name="Imagen 16">
            <a:extLst>
              <a:ext uri="{FF2B5EF4-FFF2-40B4-BE49-F238E27FC236}">
                <a16:creationId xmlns:a16="http://schemas.microsoft.com/office/drawing/2014/main" id="{49D9442A-C892-F626-09BD-F1584A659371}"/>
              </a:ext>
            </a:extLst>
          </p:cNvPr>
          <p:cNvPicPr>
            <a:picLocks noChangeAspect="1"/>
          </p:cNvPicPr>
          <p:nvPr/>
        </p:nvPicPr>
        <p:blipFill>
          <a:blip r:embed="rId2"/>
          <a:stretch>
            <a:fillRect/>
          </a:stretch>
        </p:blipFill>
        <p:spPr>
          <a:xfrm>
            <a:off x="5653920" y="1620770"/>
            <a:ext cx="3227614" cy="1239404"/>
          </a:xfrm>
          <a:prstGeom prst="rect">
            <a:avLst/>
          </a:prstGeom>
        </p:spPr>
      </p:pic>
      <p:sp>
        <p:nvSpPr>
          <p:cNvPr id="3" name="Rectángulo 2">
            <a:extLst>
              <a:ext uri="{FF2B5EF4-FFF2-40B4-BE49-F238E27FC236}">
                <a16:creationId xmlns:a16="http://schemas.microsoft.com/office/drawing/2014/main" id="{36FB5FE9-B5FF-430C-70DD-1A98F0726A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1C9301DA-7D65-61FA-00C5-DCF2DF3F76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pic>
        <p:nvPicPr>
          <p:cNvPr id="9" name="Imagen 8">
            <a:extLst>
              <a:ext uri="{FF2B5EF4-FFF2-40B4-BE49-F238E27FC236}">
                <a16:creationId xmlns:a16="http://schemas.microsoft.com/office/drawing/2014/main" id="{B0A9F72B-E537-E615-BDF3-E778A4C02645}"/>
              </a:ext>
            </a:extLst>
          </p:cNvPr>
          <p:cNvPicPr>
            <a:picLocks noChangeAspect="1"/>
          </p:cNvPicPr>
          <p:nvPr/>
        </p:nvPicPr>
        <p:blipFill>
          <a:blip r:embed="rId4">
            <a:biLevel thresh="75000"/>
          </a:blip>
          <a:stretch>
            <a:fillRect/>
          </a:stretch>
        </p:blipFill>
        <p:spPr>
          <a:xfrm>
            <a:off x="271807" y="2628025"/>
            <a:ext cx="463336" cy="463336"/>
          </a:xfrm>
          <a:prstGeom prst="rect">
            <a:avLst/>
          </a:prstGeom>
        </p:spPr>
      </p:pic>
      <p:sp>
        <p:nvSpPr>
          <p:cNvPr id="10" name="CuadroTexto 9">
            <a:extLst>
              <a:ext uri="{FF2B5EF4-FFF2-40B4-BE49-F238E27FC236}">
                <a16:creationId xmlns:a16="http://schemas.microsoft.com/office/drawing/2014/main" id="{EAD073F4-A477-AEE0-77F8-5D2AC485F9CF}"/>
              </a:ext>
            </a:extLst>
          </p:cNvPr>
          <p:cNvSpPr txBox="1"/>
          <p:nvPr/>
        </p:nvSpPr>
        <p:spPr>
          <a:xfrm>
            <a:off x="759960" y="2608897"/>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Cali</a:t>
            </a:r>
            <a:endParaRPr lang="es-CO" sz="1600" b="1" dirty="0">
              <a:solidFill>
                <a:schemeClr val="bg1"/>
              </a:solidFill>
            </a:endParaRPr>
          </a:p>
        </p:txBody>
      </p:sp>
      <p:pic>
        <p:nvPicPr>
          <p:cNvPr id="11" name="Imagen 10">
            <a:extLst>
              <a:ext uri="{FF2B5EF4-FFF2-40B4-BE49-F238E27FC236}">
                <a16:creationId xmlns:a16="http://schemas.microsoft.com/office/drawing/2014/main" id="{E20A277C-F2F0-93DA-EA64-922FBA47CD4A}"/>
              </a:ext>
            </a:extLst>
          </p:cNvPr>
          <p:cNvPicPr>
            <a:picLocks noChangeAspect="1"/>
          </p:cNvPicPr>
          <p:nvPr/>
        </p:nvPicPr>
        <p:blipFill>
          <a:blip r:embed="rId4">
            <a:biLevel thresh="75000"/>
          </a:blip>
          <a:stretch>
            <a:fillRect/>
          </a:stretch>
        </p:blipFill>
        <p:spPr>
          <a:xfrm>
            <a:off x="271807" y="3493380"/>
            <a:ext cx="463336" cy="463336"/>
          </a:xfrm>
          <a:prstGeom prst="rect">
            <a:avLst/>
          </a:prstGeom>
        </p:spPr>
      </p:pic>
      <p:sp>
        <p:nvSpPr>
          <p:cNvPr id="12" name="CuadroTexto 11">
            <a:extLst>
              <a:ext uri="{FF2B5EF4-FFF2-40B4-BE49-F238E27FC236}">
                <a16:creationId xmlns:a16="http://schemas.microsoft.com/office/drawing/2014/main" id="{1A100F43-6350-86BC-BFE8-EB7D82D0A2CF}"/>
              </a:ext>
            </a:extLst>
          </p:cNvPr>
          <p:cNvSpPr txBox="1"/>
          <p:nvPr/>
        </p:nvSpPr>
        <p:spPr>
          <a:xfrm>
            <a:off x="759960" y="3474252"/>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err="1">
                <a:solidFill>
                  <a:schemeClr val="bg1"/>
                </a:solidFill>
              </a:rPr>
              <a:t>Medellin</a:t>
            </a:r>
            <a:endParaRPr lang="es-CO" sz="1600" b="1" dirty="0">
              <a:solidFill>
                <a:schemeClr val="bg1"/>
              </a:solidFill>
            </a:endParaRPr>
          </a:p>
        </p:txBody>
      </p:sp>
      <p:pic>
        <p:nvPicPr>
          <p:cNvPr id="13" name="Imagen 12">
            <a:extLst>
              <a:ext uri="{FF2B5EF4-FFF2-40B4-BE49-F238E27FC236}">
                <a16:creationId xmlns:a16="http://schemas.microsoft.com/office/drawing/2014/main" id="{4F468D76-2E82-30D3-7387-FBAD46513056}"/>
              </a:ext>
            </a:extLst>
          </p:cNvPr>
          <p:cNvPicPr>
            <a:picLocks noChangeAspect="1"/>
          </p:cNvPicPr>
          <p:nvPr/>
        </p:nvPicPr>
        <p:blipFill>
          <a:blip r:embed="rId4">
            <a:biLevel thresh="75000"/>
          </a:blip>
          <a:stretch>
            <a:fillRect/>
          </a:stretch>
        </p:blipFill>
        <p:spPr>
          <a:xfrm>
            <a:off x="271807" y="4352986"/>
            <a:ext cx="463336" cy="463336"/>
          </a:xfrm>
          <a:prstGeom prst="rect">
            <a:avLst/>
          </a:prstGeom>
        </p:spPr>
      </p:pic>
      <p:sp>
        <p:nvSpPr>
          <p:cNvPr id="14" name="CuadroTexto 13">
            <a:extLst>
              <a:ext uri="{FF2B5EF4-FFF2-40B4-BE49-F238E27FC236}">
                <a16:creationId xmlns:a16="http://schemas.microsoft.com/office/drawing/2014/main" id="{16E1E395-24BB-0524-9F87-35CB9CA05675}"/>
              </a:ext>
            </a:extLst>
          </p:cNvPr>
          <p:cNvSpPr txBox="1"/>
          <p:nvPr/>
        </p:nvSpPr>
        <p:spPr>
          <a:xfrm>
            <a:off x="759960" y="4333858"/>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Barranquilla</a:t>
            </a:r>
            <a:endParaRPr lang="es-CO" sz="1600" b="1" dirty="0">
              <a:solidFill>
                <a:schemeClr val="bg1"/>
              </a:solidFill>
            </a:endParaRPr>
          </a:p>
        </p:txBody>
      </p:sp>
    </p:spTree>
    <p:extLst>
      <p:ext uri="{BB962C8B-B14F-4D97-AF65-F5344CB8AC3E}">
        <p14:creationId xmlns:p14="http://schemas.microsoft.com/office/powerpoint/2010/main" val="108101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328821"/>
            <a:ext cx="8652072" cy="49244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300" dirty="0"/>
              <a:t>Se logra visitar el panel propuesto de 6 pdv con 3 auditorias efectivas en pdv.  </a:t>
            </a:r>
          </a:p>
          <a:p>
            <a:pPr marL="285750" indent="-285750">
              <a:buFont typeface="Arial" panose="020B0604020202020204" pitchFamily="34" charset="0"/>
              <a:buChar char="•"/>
            </a:pPr>
            <a:r>
              <a:rPr lang="es-MX" sz="1300" dirty="0"/>
              <a:t>Detalle de la ejecucion por ciudad de acuerdo con los objetivos propuestos:</a:t>
            </a:r>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861774"/>
          </a:xfrm>
          <a:prstGeom prst="rect">
            <a:avLst/>
          </a:prstGeom>
          <a:noFill/>
        </p:spPr>
        <p:txBody>
          <a:bodyPr wrap="square" lIns="91440" tIns="45720" rIns="91440" bIns="45720" rtlCol="0" anchor="t">
            <a:spAutoFit/>
          </a:bodyPr>
          <a:lstStyle/>
          <a:p>
            <a:r>
              <a:rPr lang="es-MX" b="1" dirty="0"/>
              <a:t>AUDITORIA - PURINA</a:t>
            </a:r>
          </a:p>
          <a:p>
            <a:r>
              <a:rPr lang="es-MX" sz="1600" dirty="0"/>
              <a:t>Abril</a:t>
            </a:r>
          </a:p>
          <a:p>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57088" y="3619541"/>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AUDITORIA EFECTIVA</a:t>
            </a:r>
            <a:r>
              <a:rPr lang="es-MX" sz="1400" dirty="0"/>
              <a:t>: </a:t>
            </a:r>
          </a:p>
        </p:txBody>
      </p:sp>
      <p:pic>
        <p:nvPicPr>
          <p:cNvPr id="9" name="Imagen 8">
            <a:extLst>
              <a:ext uri="{FF2B5EF4-FFF2-40B4-BE49-F238E27FC236}">
                <a16:creationId xmlns:a16="http://schemas.microsoft.com/office/drawing/2014/main" id="{CF7950FF-61FA-4A48-D134-94D6E730A8C8}"/>
              </a:ext>
            </a:extLst>
          </p:cNvPr>
          <p:cNvPicPr>
            <a:picLocks noChangeAspect="1"/>
          </p:cNvPicPr>
          <p:nvPr/>
        </p:nvPicPr>
        <p:blipFill>
          <a:blip r:embed="rId3">
            <a:biLevel thresh="75000"/>
          </a:blip>
          <a:stretch>
            <a:fillRect/>
          </a:stretch>
        </p:blipFill>
        <p:spPr>
          <a:xfrm>
            <a:off x="271807" y="2628025"/>
            <a:ext cx="463336" cy="463336"/>
          </a:xfrm>
          <a:prstGeom prst="rect">
            <a:avLst/>
          </a:prstGeom>
        </p:spPr>
      </p:pic>
      <p:sp>
        <p:nvSpPr>
          <p:cNvPr id="10" name="CuadroTexto 9">
            <a:extLst>
              <a:ext uri="{FF2B5EF4-FFF2-40B4-BE49-F238E27FC236}">
                <a16:creationId xmlns:a16="http://schemas.microsoft.com/office/drawing/2014/main" id="{525B7589-35F9-E6B9-939C-933F573FD335}"/>
              </a:ext>
            </a:extLst>
          </p:cNvPr>
          <p:cNvSpPr txBox="1"/>
          <p:nvPr/>
        </p:nvSpPr>
        <p:spPr>
          <a:xfrm>
            <a:off x="759960" y="2608897"/>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Cali</a:t>
            </a:r>
            <a:endParaRPr lang="es-CO" sz="1600" b="1" dirty="0">
              <a:solidFill>
                <a:schemeClr val="bg1"/>
              </a:solidFill>
            </a:endParaRPr>
          </a:p>
        </p:txBody>
      </p:sp>
      <p:pic>
        <p:nvPicPr>
          <p:cNvPr id="2" name="Imagen 1">
            <a:extLst>
              <a:ext uri="{FF2B5EF4-FFF2-40B4-BE49-F238E27FC236}">
                <a16:creationId xmlns:a16="http://schemas.microsoft.com/office/drawing/2014/main" id="{F2AB9D43-4468-1F39-C731-22C490F3678C}"/>
              </a:ext>
            </a:extLst>
          </p:cNvPr>
          <p:cNvPicPr>
            <a:picLocks noChangeAspect="1"/>
          </p:cNvPicPr>
          <p:nvPr/>
        </p:nvPicPr>
        <p:blipFill>
          <a:blip r:embed="rId3">
            <a:biLevel thresh="75000"/>
          </a:blip>
          <a:stretch>
            <a:fillRect/>
          </a:stretch>
        </p:blipFill>
        <p:spPr>
          <a:xfrm>
            <a:off x="271807" y="3493380"/>
            <a:ext cx="463336" cy="463336"/>
          </a:xfrm>
          <a:prstGeom prst="rect">
            <a:avLst/>
          </a:prstGeom>
        </p:spPr>
      </p:pic>
      <p:sp>
        <p:nvSpPr>
          <p:cNvPr id="5" name="CuadroTexto 4">
            <a:extLst>
              <a:ext uri="{FF2B5EF4-FFF2-40B4-BE49-F238E27FC236}">
                <a16:creationId xmlns:a16="http://schemas.microsoft.com/office/drawing/2014/main" id="{C60F4CDF-708A-4FCF-4D55-A4E26505CF3C}"/>
              </a:ext>
            </a:extLst>
          </p:cNvPr>
          <p:cNvSpPr txBox="1"/>
          <p:nvPr/>
        </p:nvSpPr>
        <p:spPr>
          <a:xfrm>
            <a:off x="759960" y="3474252"/>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err="1">
                <a:solidFill>
                  <a:schemeClr val="bg1"/>
                </a:solidFill>
              </a:rPr>
              <a:t>Medellin</a:t>
            </a:r>
            <a:endParaRPr lang="es-CO" sz="1600" b="1" dirty="0">
              <a:solidFill>
                <a:schemeClr val="bg1"/>
              </a:solidFill>
            </a:endParaRPr>
          </a:p>
        </p:txBody>
      </p:sp>
      <p:pic>
        <p:nvPicPr>
          <p:cNvPr id="6" name="Imagen 5">
            <a:extLst>
              <a:ext uri="{FF2B5EF4-FFF2-40B4-BE49-F238E27FC236}">
                <a16:creationId xmlns:a16="http://schemas.microsoft.com/office/drawing/2014/main" id="{87C72ED4-5C98-586E-BFB4-8C5A54135525}"/>
              </a:ext>
            </a:extLst>
          </p:cNvPr>
          <p:cNvPicPr>
            <a:picLocks noChangeAspect="1"/>
          </p:cNvPicPr>
          <p:nvPr/>
        </p:nvPicPr>
        <p:blipFill>
          <a:blip r:embed="rId3">
            <a:biLevel thresh="75000"/>
          </a:blip>
          <a:stretch>
            <a:fillRect/>
          </a:stretch>
        </p:blipFill>
        <p:spPr>
          <a:xfrm>
            <a:off x="271807" y="4352986"/>
            <a:ext cx="463336" cy="463336"/>
          </a:xfrm>
          <a:prstGeom prst="rect">
            <a:avLst/>
          </a:prstGeom>
        </p:spPr>
      </p:pic>
      <p:sp>
        <p:nvSpPr>
          <p:cNvPr id="7" name="CuadroTexto 6">
            <a:extLst>
              <a:ext uri="{FF2B5EF4-FFF2-40B4-BE49-F238E27FC236}">
                <a16:creationId xmlns:a16="http://schemas.microsoft.com/office/drawing/2014/main" id="{EBC06A32-63E0-864F-6CC4-51A51F884BEE}"/>
              </a:ext>
            </a:extLst>
          </p:cNvPr>
          <p:cNvSpPr txBox="1"/>
          <p:nvPr/>
        </p:nvSpPr>
        <p:spPr>
          <a:xfrm>
            <a:off x="759960" y="4333858"/>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Barranquilla</a:t>
            </a:r>
            <a:endParaRPr lang="es-CO" sz="1600" b="1" dirty="0">
              <a:solidFill>
                <a:schemeClr val="bg1"/>
              </a:solidFill>
            </a:endParaRPr>
          </a:p>
        </p:txBody>
      </p:sp>
      <p:pic>
        <p:nvPicPr>
          <p:cNvPr id="14" name="Imagen 13">
            <a:extLst>
              <a:ext uri="{FF2B5EF4-FFF2-40B4-BE49-F238E27FC236}">
                <a16:creationId xmlns:a16="http://schemas.microsoft.com/office/drawing/2014/main" id="{A13A6F7B-E9DA-616E-568A-50D61E1FF3D3}"/>
              </a:ext>
            </a:extLst>
          </p:cNvPr>
          <p:cNvPicPr>
            <a:picLocks noChangeAspect="1"/>
          </p:cNvPicPr>
          <p:nvPr/>
        </p:nvPicPr>
        <p:blipFill>
          <a:blip r:embed="rId4"/>
          <a:stretch>
            <a:fillRect/>
          </a:stretch>
        </p:blipFill>
        <p:spPr>
          <a:xfrm>
            <a:off x="3306817" y="1870984"/>
            <a:ext cx="7596205" cy="1367475"/>
          </a:xfrm>
          <a:prstGeom prst="rect">
            <a:avLst/>
          </a:prstGeom>
        </p:spPr>
      </p:pic>
      <p:pic>
        <p:nvPicPr>
          <p:cNvPr id="22" name="Imagen 21">
            <a:extLst>
              <a:ext uri="{FF2B5EF4-FFF2-40B4-BE49-F238E27FC236}">
                <a16:creationId xmlns:a16="http://schemas.microsoft.com/office/drawing/2014/main" id="{4F89B90C-F554-2FDE-044D-0BAE9F9CBDBF}"/>
              </a:ext>
            </a:extLst>
          </p:cNvPr>
          <p:cNvPicPr>
            <a:picLocks noChangeAspect="1"/>
          </p:cNvPicPr>
          <p:nvPr/>
        </p:nvPicPr>
        <p:blipFill>
          <a:blip r:embed="rId5"/>
          <a:stretch>
            <a:fillRect/>
          </a:stretch>
        </p:blipFill>
        <p:spPr>
          <a:xfrm>
            <a:off x="2948333" y="4189010"/>
            <a:ext cx="8971860" cy="2100063"/>
          </a:xfrm>
          <a:prstGeom prst="rect">
            <a:avLst/>
          </a:prstGeom>
        </p:spPr>
      </p:pic>
    </p:spTree>
    <p:extLst>
      <p:ext uri="{BB962C8B-B14F-4D97-AF65-F5344CB8AC3E}">
        <p14:creationId xmlns:p14="http://schemas.microsoft.com/office/powerpoint/2010/main" val="3879780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3374E-B733-B0F9-1088-1EB4EA9223A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BDE0322-30DB-9007-ED46-C39CBD8D1A5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F8664AF-1E86-C238-78AC-FD7CDD600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DC45A2B3-CBE7-6AF2-715B-B91866D1BE66}"/>
              </a:ext>
            </a:extLst>
          </p:cNvPr>
          <p:cNvSpPr txBox="1"/>
          <p:nvPr/>
        </p:nvSpPr>
        <p:spPr>
          <a:xfrm>
            <a:off x="2902158" y="748310"/>
            <a:ext cx="8572533" cy="492443"/>
          </a:xfrm>
          <a:prstGeom prst="rect">
            <a:avLst/>
          </a:prstGeom>
          <a:noFill/>
        </p:spPr>
        <p:txBody>
          <a:bodyPr wrap="square" lIns="91440" tIns="45720" rIns="91440" bIns="45720" rtlCol="0" anchor="t">
            <a:spAutoFit/>
          </a:bodyPr>
          <a:lstStyle/>
          <a:p>
            <a:r>
              <a:rPr lang="es-MX" sz="1300" dirty="0"/>
              <a:t>Evaluando  pdv se obtiene un resultado del Mystery de un 70 </a:t>
            </a:r>
            <a:r>
              <a:rPr lang="es-MX" sz="1300" b="1" dirty="0"/>
              <a:t>%</a:t>
            </a:r>
            <a:r>
              <a:rPr lang="es-MX" sz="1300" dirty="0"/>
              <a:t> frente a los KPIS propuestos de gestión. Donde los clúster con oportunidad esta en temas de portafolio y labor de venta. </a:t>
            </a:r>
            <a:endParaRPr lang="es-CO" sz="1300" dirty="0"/>
          </a:p>
        </p:txBody>
      </p:sp>
      <p:cxnSp>
        <p:nvCxnSpPr>
          <p:cNvPr id="9" name="Conector recto 8">
            <a:extLst>
              <a:ext uri="{FF2B5EF4-FFF2-40B4-BE49-F238E27FC236}">
                <a16:creationId xmlns:a16="http://schemas.microsoft.com/office/drawing/2014/main" id="{889F43F9-A8D1-2800-F11E-55D722EFFAFC}"/>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FC92EF89-8EA7-2F37-9EBE-23952BEC36F9}"/>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RESULTADOS OBTENIDOS</a:t>
            </a:r>
            <a:endParaRPr lang="es-CO" sz="1400" b="1"/>
          </a:p>
        </p:txBody>
      </p:sp>
      <p:sp>
        <p:nvSpPr>
          <p:cNvPr id="31" name="CuadroTexto 30">
            <a:extLst>
              <a:ext uri="{FF2B5EF4-FFF2-40B4-BE49-F238E27FC236}">
                <a16:creationId xmlns:a16="http://schemas.microsoft.com/office/drawing/2014/main" id="{A9D9D877-17BF-C4B1-DBE2-2D740DCE891B}"/>
              </a:ext>
            </a:extLst>
          </p:cNvPr>
          <p:cNvSpPr txBox="1"/>
          <p:nvPr/>
        </p:nvSpPr>
        <p:spPr>
          <a:xfrm>
            <a:off x="909964" y="4805752"/>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70%</a:t>
            </a:r>
            <a:endParaRPr lang="es-CO" sz="2000" b="1" dirty="0">
              <a:solidFill>
                <a:schemeClr val="bg1"/>
              </a:solidFill>
              <a:latin typeface="Franklin Gothic Demi"/>
            </a:endParaRPr>
          </a:p>
        </p:txBody>
      </p:sp>
      <p:sp>
        <p:nvSpPr>
          <p:cNvPr id="33" name="CuadroTexto 32">
            <a:extLst>
              <a:ext uri="{FF2B5EF4-FFF2-40B4-BE49-F238E27FC236}">
                <a16:creationId xmlns:a16="http://schemas.microsoft.com/office/drawing/2014/main" id="{9595DA4B-18B9-9B71-84E8-ADECDAB52887}"/>
              </a:ext>
            </a:extLst>
          </p:cNvPr>
          <p:cNvSpPr txBox="1"/>
          <p:nvPr/>
        </p:nvSpPr>
        <p:spPr>
          <a:xfrm>
            <a:off x="679978" y="5515996"/>
            <a:ext cx="1234055" cy="1015663"/>
          </a:xfrm>
          <a:prstGeom prst="rect">
            <a:avLst/>
          </a:prstGeom>
          <a:noFill/>
        </p:spPr>
        <p:txBody>
          <a:bodyPr wrap="square" rtlCol="0">
            <a:spAutoFit/>
          </a:bodyPr>
          <a:lstStyle/>
          <a:p>
            <a:pPr algn="ctr"/>
            <a:r>
              <a:rPr lang="es-MX" sz="1200" b="1" dirty="0">
                <a:solidFill>
                  <a:schemeClr val="bg1"/>
                </a:solidFill>
                <a:latin typeface="Franklin Gothic Demi" panose="020B0703020102020204" pitchFamily="34" charset="0"/>
              </a:rPr>
              <a:t>Cierre Auditoria</a:t>
            </a:r>
          </a:p>
          <a:p>
            <a:pPr algn="ctr"/>
            <a:r>
              <a:rPr lang="es-MX" sz="1200" dirty="0">
                <a:solidFill>
                  <a:schemeClr val="bg1"/>
                </a:solidFill>
                <a:latin typeface="Franklin Gothic Demi" panose="020B0703020102020204" pitchFamily="34" charset="0"/>
              </a:rPr>
              <a:t>Puntaje en Base objetivo calificación/Total calificación</a:t>
            </a:r>
            <a:endParaRPr lang="es-CO" sz="1200" dirty="0">
              <a:solidFill>
                <a:schemeClr val="bg1"/>
              </a:solidFill>
              <a:latin typeface="Franklin Gothic Demi" panose="020B0703020102020204" pitchFamily="34" charset="0"/>
            </a:endParaRPr>
          </a:p>
        </p:txBody>
      </p:sp>
      <p:sp>
        <p:nvSpPr>
          <p:cNvPr id="34" name="CuadroTexto 33">
            <a:extLst>
              <a:ext uri="{FF2B5EF4-FFF2-40B4-BE49-F238E27FC236}">
                <a16:creationId xmlns:a16="http://schemas.microsoft.com/office/drawing/2014/main" id="{F7E81395-129E-34AB-56A2-C2BF691746BB}"/>
              </a:ext>
            </a:extLst>
          </p:cNvPr>
          <p:cNvSpPr txBox="1"/>
          <p:nvPr/>
        </p:nvSpPr>
        <p:spPr>
          <a:xfrm>
            <a:off x="148106" y="3940397"/>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1F40C022-EC24-AD62-45FD-C18825EFF0C9}"/>
              </a:ext>
            </a:extLst>
          </p:cNvPr>
          <p:cNvPicPr>
            <a:picLocks noChangeAspect="1"/>
          </p:cNvPicPr>
          <p:nvPr/>
        </p:nvPicPr>
        <p:blipFill>
          <a:blip r:embed="rId4">
            <a:biLevel thresh="75000"/>
          </a:blip>
          <a:stretch>
            <a:fillRect/>
          </a:stretch>
        </p:blipFill>
        <p:spPr>
          <a:xfrm>
            <a:off x="191825" y="1240214"/>
            <a:ext cx="463336" cy="463336"/>
          </a:xfrm>
          <a:prstGeom prst="rect">
            <a:avLst/>
          </a:prstGeom>
        </p:spPr>
      </p:pic>
      <p:sp>
        <p:nvSpPr>
          <p:cNvPr id="3" name="CuadroTexto 2">
            <a:extLst>
              <a:ext uri="{FF2B5EF4-FFF2-40B4-BE49-F238E27FC236}">
                <a16:creationId xmlns:a16="http://schemas.microsoft.com/office/drawing/2014/main" id="{822204D8-A801-5484-A730-68B575CD7204}"/>
              </a:ext>
            </a:extLst>
          </p:cNvPr>
          <p:cNvSpPr txBox="1"/>
          <p:nvPr/>
        </p:nvSpPr>
        <p:spPr>
          <a:xfrm>
            <a:off x="679978" y="1221086"/>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Cali</a:t>
            </a:r>
            <a:endParaRPr lang="es-CO" sz="1600" b="1" dirty="0">
              <a:solidFill>
                <a:schemeClr val="bg1"/>
              </a:solidFill>
            </a:endParaRPr>
          </a:p>
        </p:txBody>
      </p:sp>
      <p:pic>
        <p:nvPicPr>
          <p:cNvPr id="5" name="Imagen 4">
            <a:extLst>
              <a:ext uri="{FF2B5EF4-FFF2-40B4-BE49-F238E27FC236}">
                <a16:creationId xmlns:a16="http://schemas.microsoft.com/office/drawing/2014/main" id="{083BFBD1-B8C8-AD84-F992-BC2995A91E6F}"/>
              </a:ext>
            </a:extLst>
          </p:cNvPr>
          <p:cNvPicPr>
            <a:picLocks noChangeAspect="1"/>
          </p:cNvPicPr>
          <p:nvPr/>
        </p:nvPicPr>
        <p:blipFill>
          <a:blip r:embed="rId4">
            <a:biLevel thresh="75000"/>
          </a:blip>
          <a:stretch>
            <a:fillRect/>
          </a:stretch>
        </p:blipFill>
        <p:spPr>
          <a:xfrm>
            <a:off x="191825" y="2105569"/>
            <a:ext cx="463336" cy="463336"/>
          </a:xfrm>
          <a:prstGeom prst="rect">
            <a:avLst/>
          </a:prstGeom>
        </p:spPr>
      </p:pic>
      <p:sp>
        <p:nvSpPr>
          <p:cNvPr id="6" name="CuadroTexto 5">
            <a:extLst>
              <a:ext uri="{FF2B5EF4-FFF2-40B4-BE49-F238E27FC236}">
                <a16:creationId xmlns:a16="http://schemas.microsoft.com/office/drawing/2014/main" id="{82359F3C-64F6-1870-6367-025E002D76DB}"/>
              </a:ext>
            </a:extLst>
          </p:cNvPr>
          <p:cNvSpPr txBox="1"/>
          <p:nvPr/>
        </p:nvSpPr>
        <p:spPr>
          <a:xfrm>
            <a:off x="679978" y="2086441"/>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err="1">
                <a:solidFill>
                  <a:schemeClr val="bg1"/>
                </a:solidFill>
              </a:rPr>
              <a:t>Medellin</a:t>
            </a:r>
            <a:endParaRPr lang="es-CO" sz="1600" b="1" dirty="0">
              <a:solidFill>
                <a:schemeClr val="bg1"/>
              </a:solidFill>
            </a:endParaRPr>
          </a:p>
        </p:txBody>
      </p:sp>
      <p:pic>
        <p:nvPicPr>
          <p:cNvPr id="7" name="Imagen 6">
            <a:extLst>
              <a:ext uri="{FF2B5EF4-FFF2-40B4-BE49-F238E27FC236}">
                <a16:creationId xmlns:a16="http://schemas.microsoft.com/office/drawing/2014/main" id="{9E3CCE45-F46D-247D-A7FB-B7AD631C3E64}"/>
              </a:ext>
            </a:extLst>
          </p:cNvPr>
          <p:cNvPicPr>
            <a:picLocks noChangeAspect="1"/>
          </p:cNvPicPr>
          <p:nvPr/>
        </p:nvPicPr>
        <p:blipFill>
          <a:blip r:embed="rId4">
            <a:biLevel thresh="75000"/>
          </a:blip>
          <a:stretch>
            <a:fillRect/>
          </a:stretch>
        </p:blipFill>
        <p:spPr>
          <a:xfrm>
            <a:off x="191825" y="2965175"/>
            <a:ext cx="463336" cy="463336"/>
          </a:xfrm>
          <a:prstGeom prst="rect">
            <a:avLst/>
          </a:prstGeom>
        </p:spPr>
      </p:pic>
      <p:sp>
        <p:nvSpPr>
          <p:cNvPr id="11" name="CuadroTexto 10">
            <a:extLst>
              <a:ext uri="{FF2B5EF4-FFF2-40B4-BE49-F238E27FC236}">
                <a16:creationId xmlns:a16="http://schemas.microsoft.com/office/drawing/2014/main" id="{E95D1FC7-513F-72E0-6A50-7F0543476841}"/>
              </a:ext>
            </a:extLst>
          </p:cNvPr>
          <p:cNvSpPr txBox="1"/>
          <p:nvPr/>
        </p:nvSpPr>
        <p:spPr>
          <a:xfrm>
            <a:off x="679978" y="2946047"/>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Barranquilla</a:t>
            </a:r>
            <a:endParaRPr lang="es-CO" sz="1600" b="1" dirty="0">
              <a:solidFill>
                <a:schemeClr val="bg1"/>
              </a:solidFill>
            </a:endParaRPr>
          </a:p>
        </p:txBody>
      </p:sp>
      <p:sp>
        <p:nvSpPr>
          <p:cNvPr id="12" name="CuadroTexto 11">
            <a:extLst>
              <a:ext uri="{FF2B5EF4-FFF2-40B4-BE49-F238E27FC236}">
                <a16:creationId xmlns:a16="http://schemas.microsoft.com/office/drawing/2014/main" id="{A56C0D7C-16C6-2D3B-B087-A36CC226F911}"/>
              </a:ext>
            </a:extLst>
          </p:cNvPr>
          <p:cNvSpPr txBox="1"/>
          <p:nvPr/>
        </p:nvSpPr>
        <p:spPr>
          <a:xfrm>
            <a:off x="2946880" y="66181"/>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Abril</a:t>
            </a:r>
            <a:endParaRPr lang="es-CO" sz="1600" dirty="0"/>
          </a:p>
        </p:txBody>
      </p:sp>
      <p:sp>
        <p:nvSpPr>
          <p:cNvPr id="29" name="CuadroTexto 28">
            <a:extLst>
              <a:ext uri="{FF2B5EF4-FFF2-40B4-BE49-F238E27FC236}">
                <a16:creationId xmlns:a16="http://schemas.microsoft.com/office/drawing/2014/main" id="{7CF8D2E1-1556-C801-9A4E-C3B7E8B3951B}"/>
              </a:ext>
            </a:extLst>
          </p:cNvPr>
          <p:cNvSpPr txBox="1"/>
          <p:nvPr/>
        </p:nvSpPr>
        <p:spPr>
          <a:xfrm>
            <a:off x="8213201" y="1088421"/>
            <a:ext cx="3268116" cy="2893100"/>
          </a:xfrm>
          <a:prstGeom prst="rect">
            <a:avLst/>
          </a:prstGeom>
          <a:noFill/>
          <a:ln w="3175">
            <a:solidFill>
              <a:schemeClr val="tx1"/>
            </a:solidFill>
          </a:ln>
        </p:spPr>
        <p:txBody>
          <a:bodyPr wrap="square" lIns="91440" tIns="45720" rIns="91440" bIns="45720" rtlCol="0" anchor="t">
            <a:spAutoFit/>
          </a:bodyPr>
          <a:lstStyle/>
          <a:p>
            <a:pPr algn="just"/>
            <a:r>
              <a:rPr lang="es-MX" sz="1400" dirty="0"/>
              <a:t>El proceso de auditoría realizado cerró con un cumplimiento del 70%. </a:t>
            </a:r>
          </a:p>
          <a:p>
            <a:pPr algn="just"/>
            <a:r>
              <a:rPr lang="es-MX" sz="1400" dirty="0"/>
              <a:t>Las novedades identificadas están relacionadas con el uso del uniforme específicamente con la visibilidad de tatuajes y/o piercings, manillas, moños, sacos debajo del uniforme, que no van de acuerdo con las políticas de la compañía. Se debe proporcionar más información de las actividades del mes, ahondar en habilidades comerciales y mejorar en el abordaje al cliente en el pdv.</a:t>
            </a:r>
            <a:endParaRPr lang="es-MX" sz="1400" dirty="0">
              <a:highlight>
                <a:srgbClr val="FFFF00"/>
              </a:highlight>
              <a:latin typeface="+mj-lt"/>
            </a:endParaRPr>
          </a:p>
        </p:txBody>
      </p:sp>
      <p:pic>
        <p:nvPicPr>
          <p:cNvPr id="13" name="Imagen 12">
            <a:extLst>
              <a:ext uri="{FF2B5EF4-FFF2-40B4-BE49-F238E27FC236}">
                <a16:creationId xmlns:a16="http://schemas.microsoft.com/office/drawing/2014/main" id="{DE9C8D3C-0065-B82A-4503-214602F71C7E}"/>
              </a:ext>
            </a:extLst>
          </p:cNvPr>
          <p:cNvPicPr>
            <a:picLocks noChangeAspect="1"/>
          </p:cNvPicPr>
          <p:nvPr/>
        </p:nvPicPr>
        <p:blipFill>
          <a:blip r:embed="rId5"/>
          <a:stretch>
            <a:fillRect/>
          </a:stretch>
        </p:blipFill>
        <p:spPr>
          <a:xfrm>
            <a:off x="2902158" y="1307329"/>
            <a:ext cx="4152900" cy="1371600"/>
          </a:xfrm>
          <a:prstGeom prst="rect">
            <a:avLst/>
          </a:prstGeom>
        </p:spPr>
      </p:pic>
      <p:pic>
        <p:nvPicPr>
          <p:cNvPr id="16" name="Imagen 15">
            <a:extLst>
              <a:ext uri="{FF2B5EF4-FFF2-40B4-BE49-F238E27FC236}">
                <a16:creationId xmlns:a16="http://schemas.microsoft.com/office/drawing/2014/main" id="{3A69F3D9-9E87-AEC9-23B3-66F619B8D33B}"/>
              </a:ext>
            </a:extLst>
          </p:cNvPr>
          <p:cNvPicPr>
            <a:picLocks noChangeAspect="1"/>
          </p:cNvPicPr>
          <p:nvPr/>
        </p:nvPicPr>
        <p:blipFill>
          <a:blip r:embed="rId6"/>
          <a:stretch>
            <a:fillRect/>
          </a:stretch>
        </p:blipFill>
        <p:spPr>
          <a:xfrm>
            <a:off x="2896156" y="2952652"/>
            <a:ext cx="5181600" cy="1371600"/>
          </a:xfrm>
          <a:prstGeom prst="rect">
            <a:avLst/>
          </a:prstGeom>
        </p:spPr>
      </p:pic>
      <p:pic>
        <p:nvPicPr>
          <p:cNvPr id="17" name="Imagen 16">
            <a:extLst>
              <a:ext uri="{FF2B5EF4-FFF2-40B4-BE49-F238E27FC236}">
                <a16:creationId xmlns:a16="http://schemas.microsoft.com/office/drawing/2014/main" id="{CEEC38B2-D5AD-7999-9D57-DE9914081C91}"/>
              </a:ext>
            </a:extLst>
          </p:cNvPr>
          <p:cNvPicPr>
            <a:picLocks noChangeAspect="1"/>
          </p:cNvPicPr>
          <p:nvPr/>
        </p:nvPicPr>
        <p:blipFill>
          <a:blip r:embed="rId7"/>
          <a:stretch>
            <a:fillRect/>
          </a:stretch>
        </p:blipFill>
        <p:spPr>
          <a:xfrm>
            <a:off x="2896156" y="4633256"/>
            <a:ext cx="7854950" cy="1371600"/>
          </a:xfrm>
          <a:prstGeom prst="rect">
            <a:avLst/>
          </a:prstGeom>
        </p:spPr>
      </p:pic>
      <p:graphicFrame>
        <p:nvGraphicFramePr>
          <p:cNvPr id="21" name="Gráfico 20">
            <a:extLst>
              <a:ext uri="{FF2B5EF4-FFF2-40B4-BE49-F238E27FC236}">
                <a16:creationId xmlns:a16="http://schemas.microsoft.com/office/drawing/2014/main" id="{D999FE1A-6116-4188-4598-09A426373573}"/>
              </a:ext>
            </a:extLst>
          </p:cNvPr>
          <p:cNvGraphicFramePr/>
          <p:nvPr>
            <p:extLst>
              <p:ext uri="{D42A27DB-BD31-4B8C-83A1-F6EECF244321}">
                <p14:modId xmlns:p14="http://schemas.microsoft.com/office/powerpoint/2010/main" val="1077720797"/>
              </p:ext>
            </p:extLst>
          </p:nvPr>
        </p:nvGraphicFramePr>
        <p:xfrm>
          <a:off x="296915" y="4312094"/>
          <a:ext cx="1847779" cy="1403409"/>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244617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CC513-FD20-5AE7-5E18-842B9C3D630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5270F98-7841-EF25-3F17-83E370D9CD4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882EA71-6F65-7D41-B8F4-D4C4A6EABE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EA5748A5-1668-EB73-F07A-26108C3FA53A}"/>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1" name="CuadroTexto 30">
            <a:extLst>
              <a:ext uri="{FF2B5EF4-FFF2-40B4-BE49-F238E27FC236}">
                <a16:creationId xmlns:a16="http://schemas.microsoft.com/office/drawing/2014/main" id="{E8423806-412A-088B-9430-AF48DB430174}"/>
              </a:ext>
            </a:extLst>
          </p:cNvPr>
          <p:cNvSpPr txBox="1"/>
          <p:nvPr/>
        </p:nvSpPr>
        <p:spPr>
          <a:xfrm>
            <a:off x="740308" y="3992189"/>
            <a:ext cx="985107" cy="461665"/>
          </a:xfrm>
          <a:prstGeom prst="rect">
            <a:avLst/>
          </a:prstGeom>
          <a:noFill/>
        </p:spPr>
        <p:txBody>
          <a:bodyPr wrap="square" rtlCol="0">
            <a:spAutoFit/>
          </a:bodyPr>
          <a:lstStyle/>
          <a:p>
            <a:r>
              <a:rPr lang="es-MX" sz="2400" b="1" dirty="0">
                <a:solidFill>
                  <a:schemeClr val="bg1"/>
                </a:solidFill>
                <a:latin typeface="Franklin Gothic Demi" panose="020B0703020102020204" pitchFamily="34" charset="0"/>
              </a:rPr>
              <a:t>85%</a:t>
            </a:r>
            <a:endParaRPr lang="es-CO" sz="2400" b="1" dirty="0">
              <a:solidFill>
                <a:schemeClr val="bg1"/>
              </a:solidFill>
              <a:latin typeface="Franklin Gothic Demi" panose="020B0703020102020204" pitchFamily="34" charset="0"/>
            </a:endParaRPr>
          </a:p>
        </p:txBody>
      </p:sp>
      <p:sp>
        <p:nvSpPr>
          <p:cNvPr id="33" name="CuadroTexto 32">
            <a:extLst>
              <a:ext uri="{FF2B5EF4-FFF2-40B4-BE49-F238E27FC236}">
                <a16:creationId xmlns:a16="http://schemas.microsoft.com/office/drawing/2014/main" id="{0646F931-7F5A-F3DD-E3A4-14A6C4289404}"/>
              </a:ext>
            </a:extLst>
          </p:cNvPr>
          <p:cNvSpPr txBox="1"/>
          <p:nvPr/>
        </p:nvSpPr>
        <p:spPr>
          <a:xfrm>
            <a:off x="615835" y="4739242"/>
            <a:ext cx="1234055" cy="1015663"/>
          </a:xfrm>
          <a:prstGeom prst="rect">
            <a:avLst/>
          </a:prstGeom>
          <a:noFill/>
        </p:spPr>
        <p:txBody>
          <a:bodyPr wrap="square" rtlCol="0">
            <a:spAutoFit/>
          </a:bodyPr>
          <a:lstStyle/>
          <a:p>
            <a:pPr algn="ctr"/>
            <a:r>
              <a:rPr lang="es-MX" sz="1200" b="1" dirty="0">
                <a:solidFill>
                  <a:schemeClr val="bg1"/>
                </a:solidFill>
                <a:latin typeface="Franklin Gothic Demi" panose="020B0703020102020204" pitchFamily="34" charset="0"/>
              </a:rPr>
              <a:t>Cierre Mystery</a:t>
            </a:r>
          </a:p>
          <a:p>
            <a:pPr algn="ctr"/>
            <a:r>
              <a:rPr lang="es-MX" sz="1200" dirty="0">
                <a:solidFill>
                  <a:schemeClr val="bg1"/>
                </a:solidFill>
                <a:latin typeface="Franklin Gothic Demi" panose="020B0703020102020204" pitchFamily="34" charset="0"/>
              </a:rPr>
              <a:t>Puntaje en Base objetivo calificación/Total calificación</a:t>
            </a:r>
            <a:endParaRPr lang="es-CO" sz="1200" dirty="0">
              <a:solidFill>
                <a:schemeClr val="bg1"/>
              </a:solidFill>
              <a:latin typeface="Franklin Gothic Demi" panose="020B0703020102020204" pitchFamily="34" charset="0"/>
            </a:endParaRPr>
          </a:p>
        </p:txBody>
      </p:sp>
      <p:sp>
        <p:nvSpPr>
          <p:cNvPr id="34" name="CuadroTexto 33">
            <a:extLst>
              <a:ext uri="{FF2B5EF4-FFF2-40B4-BE49-F238E27FC236}">
                <a16:creationId xmlns:a16="http://schemas.microsoft.com/office/drawing/2014/main" id="{225F0A62-0CCB-9768-C8CA-89B98E278468}"/>
              </a:ext>
            </a:extLst>
          </p:cNvPr>
          <p:cNvSpPr txBox="1"/>
          <p:nvPr/>
        </p:nvSpPr>
        <p:spPr>
          <a:xfrm>
            <a:off x="83963" y="3163643"/>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7FD78266-31C7-16A6-FC76-E1FFAA3F9CE9}"/>
              </a:ext>
            </a:extLst>
          </p:cNvPr>
          <p:cNvPicPr>
            <a:picLocks noChangeAspect="1"/>
          </p:cNvPicPr>
          <p:nvPr/>
        </p:nvPicPr>
        <p:blipFill>
          <a:blip r:embed="rId3">
            <a:biLevel thresh="75000"/>
          </a:blip>
          <a:stretch>
            <a:fillRect/>
          </a:stretch>
        </p:blipFill>
        <p:spPr>
          <a:xfrm>
            <a:off x="259852" y="1964085"/>
            <a:ext cx="463336" cy="463336"/>
          </a:xfrm>
          <a:prstGeom prst="rect">
            <a:avLst/>
          </a:prstGeom>
        </p:spPr>
      </p:pic>
      <p:sp>
        <p:nvSpPr>
          <p:cNvPr id="3" name="CuadroTexto 2">
            <a:extLst>
              <a:ext uri="{FF2B5EF4-FFF2-40B4-BE49-F238E27FC236}">
                <a16:creationId xmlns:a16="http://schemas.microsoft.com/office/drawing/2014/main" id="{538D001C-83C6-38F6-498C-4915B35E5398}"/>
              </a:ext>
            </a:extLst>
          </p:cNvPr>
          <p:cNvSpPr txBox="1"/>
          <p:nvPr/>
        </p:nvSpPr>
        <p:spPr>
          <a:xfrm>
            <a:off x="748005" y="1944957"/>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Cali</a:t>
            </a:r>
            <a:endParaRPr lang="es-CO" sz="1600" b="1" dirty="0">
              <a:solidFill>
                <a:schemeClr val="bg1"/>
              </a:solidFill>
            </a:endParaRPr>
          </a:p>
        </p:txBody>
      </p:sp>
      <p:sp>
        <p:nvSpPr>
          <p:cNvPr id="30" name="CuadroTexto 29">
            <a:extLst>
              <a:ext uri="{FF2B5EF4-FFF2-40B4-BE49-F238E27FC236}">
                <a16:creationId xmlns:a16="http://schemas.microsoft.com/office/drawing/2014/main" id="{34C5FF2A-B91C-186B-3D4B-C76ECB4B9870}"/>
              </a:ext>
            </a:extLst>
          </p:cNvPr>
          <p:cNvSpPr txBox="1"/>
          <p:nvPr/>
        </p:nvSpPr>
        <p:spPr>
          <a:xfrm>
            <a:off x="3024188" y="110786"/>
            <a:ext cx="6143624"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DEGANADO NORTE – CALI </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F654B255-D269-ACBD-3343-65EFECE575EF}"/>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0" name="CuadroTexto 9">
            <a:extLst>
              <a:ext uri="{FF2B5EF4-FFF2-40B4-BE49-F238E27FC236}">
                <a16:creationId xmlns:a16="http://schemas.microsoft.com/office/drawing/2014/main" id="{6888C449-0716-96AD-3B34-F79A73842454}"/>
              </a:ext>
            </a:extLst>
          </p:cNvPr>
          <p:cNvSpPr txBox="1"/>
          <p:nvPr/>
        </p:nvSpPr>
        <p:spPr>
          <a:xfrm>
            <a:off x="3049229" y="3105835"/>
            <a:ext cx="3484306" cy="1200329"/>
          </a:xfrm>
          <a:prstGeom prst="rect">
            <a:avLst/>
          </a:prstGeom>
          <a:noFill/>
        </p:spPr>
        <p:txBody>
          <a:bodyPr wrap="square">
            <a:spAutoFit/>
          </a:bodyPr>
          <a:lstStyle/>
          <a:p>
            <a:r>
              <a:rPr lang="es-CO" dirty="0">
                <a:hlinkClick r:id="rId4"/>
              </a:rPr>
              <a:t>https://drive.google.com/file/d/1F7D2TcLY4Hx9ubXjFZxvzz3UegZkR232/view</a:t>
            </a:r>
            <a:endParaRPr lang="es-CO" dirty="0"/>
          </a:p>
          <a:p>
            <a:endParaRPr lang="es-CO" dirty="0"/>
          </a:p>
        </p:txBody>
      </p:sp>
      <p:sp>
        <p:nvSpPr>
          <p:cNvPr id="6" name="CuadroTexto 5">
            <a:extLst>
              <a:ext uri="{FF2B5EF4-FFF2-40B4-BE49-F238E27FC236}">
                <a16:creationId xmlns:a16="http://schemas.microsoft.com/office/drawing/2014/main" id="{1BBFA755-0142-7649-A29A-918855F23B9F}"/>
              </a:ext>
            </a:extLst>
          </p:cNvPr>
          <p:cNvSpPr txBox="1"/>
          <p:nvPr/>
        </p:nvSpPr>
        <p:spPr>
          <a:xfrm>
            <a:off x="7513484" y="3867640"/>
            <a:ext cx="4418664" cy="1754326"/>
          </a:xfrm>
          <a:prstGeom prst="rect">
            <a:avLst/>
          </a:prstGeom>
          <a:noFill/>
          <a:ln>
            <a:solidFill>
              <a:schemeClr val="tx1"/>
            </a:solidFill>
          </a:ln>
        </p:spPr>
        <p:txBody>
          <a:bodyPr wrap="square" rtlCol="0">
            <a:spAutoFit/>
          </a:bodyPr>
          <a:lstStyle/>
          <a:p>
            <a:r>
              <a:rPr lang="es-MX" b="1" dirty="0"/>
              <a:t>Detalle de novedades: </a:t>
            </a:r>
          </a:p>
          <a:p>
            <a:endParaRPr lang="es-MX" b="1" dirty="0"/>
          </a:p>
          <a:p>
            <a:r>
              <a:rPr lang="es-MX" b="1" dirty="0"/>
              <a:t>Uniforme: </a:t>
            </a:r>
            <a:r>
              <a:rPr lang="es-MX" dirty="0"/>
              <a:t>Se evidencia el uso de un pantalón que no cumple con los parámetros de vestimenta establecidos por la compañía</a:t>
            </a:r>
            <a:r>
              <a:rPr lang="es-MX" b="0" dirty="0"/>
              <a:t>. </a:t>
            </a:r>
          </a:p>
        </p:txBody>
      </p:sp>
      <p:pic>
        <p:nvPicPr>
          <p:cNvPr id="11" name="Imagen 10">
            <a:extLst>
              <a:ext uri="{FF2B5EF4-FFF2-40B4-BE49-F238E27FC236}">
                <a16:creationId xmlns:a16="http://schemas.microsoft.com/office/drawing/2014/main" id="{373FACAA-A44B-BE3C-A6AA-4B5F55B0372E}"/>
              </a:ext>
            </a:extLst>
          </p:cNvPr>
          <p:cNvPicPr>
            <a:picLocks noChangeAspect="1"/>
          </p:cNvPicPr>
          <p:nvPr/>
        </p:nvPicPr>
        <p:blipFill>
          <a:blip r:embed="rId5"/>
          <a:stretch>
            <a:fillRect/>
          </a:stretch>
        </p:blipFill>
        <p:spPr>
          <a:xfrm>
            <a:off x="7513484" y="1613672"/>
            <a:ext cx="4418664" cy="1679452"/>
          </a:xfrm>
          <a:prstGeom prst="rect">
            <a:avLst/>
          </a:prstGeom>
        </p:spPr>
      </p:pic>
      <p:graphicFrame>
        <p:nvGraphicFramePr>
          <p:cNvPr id="14" name="Gráfico 13">
            <a:extLst>
              <a:ext uri="{FF2B5EF4-FFF2-40B4-BE49-F238E27FC236}">
                <a16:creationId xmlns:a16="http://schemas.microsoft.com/office/drawing/2014/main" id="{093B6135-8E86-8EE0-DA04-61FE105BFEFA}"/>
              </a:ext>
            </a:extLst>
          </p:cNvPr>
          <p:cNvGraphicFramePr/>
          <p:nvPr>
            <p:extLst>
              <p:ext uri="{D42A27DB-BD31-4B8C-83A1-F6EECF244321}">
                <p14:modId xmlns:p14="http://schemas.microsoft.com/office/powerpoint/2010/main" val="4265131781"/>
              </p:ext>
            </p:extLst>
          </p:nvPr>
        </p:nvGraphicFramePr>
        <p:xfrm>
          <a:off x="221501" y="3505937"/>
          <a:ext cx="1847779" cy="140340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927672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2E882-EFBF-48BF-FD36-82894F7182F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8BBC252-4283-722E-9C51-E2C8E046B75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EAF98798-70A7-CD64-D091-D7C99C51DB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36E404C1-8D16-888A-B30F-CA34C3EBC3E4}"/>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1" name="CuadroTexto 30">
            <a:extLst>
              <a:ext uri="{FF2B5EF4-FFF2-40B4-BE49-F238E27FC236}">
                <a16:creationId xmlns:a16="http://schemas.microsoft.com/office/drawing/2014/main" id="{3B949CD5-8009-1C09-88F5-EC203AB3455C}"/>
              </a:ext>
            </a:extLst>
          </p:cNvPr>
          <p:cNvSpPr txBox="1"/>
          <p:nvPr/>
        </p:nvSpPr>
        <p:spPr>
          <a:xfrm>
            <a:off x="854820" y="3874498"/>
            <a:ext cx="890541" cy="461665"/>
          </a:xfrm>
          <a:prstGeom prst="rect">
            <a:avLst/>
          </a:prstGeom>
          <a:noFill/>
        </p:spPr>
        <p:txBody>
          <a:bodyPr wrap="square" rtlCol="0">
            <a:spAutoFit/>
          </a:bodyPr>
          <a:lstStyle/>
          <a:p>
            <a:r>
              <a:rPr lang="es-MX" sz="2400" b="1" dirty="0">
                <a:solidFill>
                  <a:schemeClr val="bg1"/>
                </a:solidFill>
                <a:latin typeface="Franklin Gothic Demi" panose="020B0703020102020204" pitchFamily="34" charset="0"/>
              </a:rPr>
              <a:t>70%</a:t>
            </a:r>
            <a:endParaRPr lang="es-CO" sz="2400" b="1" dirty="0">
              <a:solidFill>
                <a:schemeClr val="bg1"/>
              </a:solidFill>
              <a:latin typeface="Franklin Gothic Demi" panose="020B0703020102020204" pitchFamily="34" charset="0"/>
            </a:endParaRPr>
          </a:p>
        </p:txBody>
      </p:sp>
      <p:sp>
        <p:nvSpPr>
          <p:cNvPr id="33" name="CuadroTexto 32">
            <a:extLst>
              <a:ext uri="{FF2B5EF4-FFF2-40B4-BE49-F238E27FC236}">
                <a16:creationId xmlns:a16="http://schemas.microsoft.com/office/drawing/2014/main" id="{8735398D-9D75-803C-3D70-D162099C36C0}"/>
              </a:ext>
            </a:extLst>
          </p:cNvPr>
          <p:cNvSpPr txBox="1"/>
          <p:nvPr/>
        </p:nvSpPr>
        <p:spPr>
          <a:xfrm>
            <a:off x="615835" y="4739242"/>
            <a:ext cx="1234055" cy="1015663"/>
          </a:xfrm>
          <a:prstGeom prst="rect">
            <a:avLst/>
          </a:prstGeom>
          <a:noFill/>
        </p:spPr>
        <p:txBody>
          <a:bodyPr wrap="square" rtlCol="0">
            <a:spAutoFit/>
          </a:bodyPr>
          <a:lstStyle/>
          <a:p>
            <a:pPr algn="ctr"/>
            <a:r>
              <a:rPr lang="es-MX" sz="1200" b="1" dirty="0">
                <a:solidFill>
                  <a:schemeClr val="bg1"/>
                </a:solidFill>
                <a:latin typeface="Franklin Gothic Demi" panose="020B0703020102020204" pitchFamily="34" charset="0"/>
              </a:rPr>
              <a:t>Cierre Mystery</a:t>
            </a:r>
          </a:p>
          <a:p>
            <a:pPr algn="ctr"/>
            <a:r>
              <a:rPr lang="es-MX" sz="1200" dirty="0">
                <a:solidFill>
                  <a:schemeClr val="bg1"/>
                </a:solidFill>
                <a:latin typeface="Franklin Gothic Demi" panose="020B0703020102020204" pitchFamily="34" charset="0"/>
              </a:rPr>
              <a:t>Puntaje en Base objetivo calificación/Total calificación</a:t>
            </a:r>
            <a:endParaRPr lang="es-CO" sz="1200" dirty="0">
              <a:solidFill>
                <a:schemeClr val="bg1"/>
              </a:solidFill>
              <a:latin typeface="Franklin Gothic Demi" panose="020B0703020102020204" pitchFamily="34" charset="0"/>
            </a:endParaRPr>
          </a:p>
        </p:txBody>
      </p:sp>
      <p:sp>
        <p:nvSpPr>
          <p:cNvPr id="34" name="CuadroTexto 33">
            <a:extLst>
              <a:ext uri="{FF2B5EF4-FFF2-40B4-BE49-F238E27FC236}">
                <a16:creationId xmlns:a16="http://schemas.microsoft.com/office/drawing/2014/main" id="{B9E9D493-0E27-5C6C-D916-E2BBCD331A10}"/>
              </a:ext>
            </a:extLst>
          </p:cNvPr>
          <p:cNvSpPr txBox="1"/>
          <p:nvPr/>
        </p:nvSpPr>
        <p:spPr>
          <a:xfrm>
            <a:off x="83963" y="3163643"/>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2" name="Imagen 1">
            <a:extLst>
              <a:ext uri="{FF2B5EF4-FFF2-40B4-BE49-F238E27FC236}">
                <a16:creationId xmlns:a16="http://schemas.microsoft.com/office/drawing/2014/main" id="{2F7DD0A7-7B08-D946-7828-8F69D9C6CB03}"/>
              </a:ext>
            </a:extLst>
          </p:cNvPr>
          <p:cNvPicPr>
            <a:picLocks noChangeAspect="1"/>
          </p:cNvPicPr>
          <p:nvPr/>
        </p:nvPicPr>
        <p:blipFill>
          <a:blip r:embed="rId3">
            <a:biLevel thresh="75000"/>
          </a:blip>
          <a:stretch>
            <a:fillRect/>
          </a:stretch>
        </p:blipFill>
        <p:spPr>
          <a:xfrm>
            <a:off x="259852" y="1964085"/>
            <a:ext cx="463336" cy="463336"/>
          </a:xfrm>
          <a:prstGeom prst="rect">
            <a:avLst/>
          </a:prstGeom>
        </p:spPr>
      </p:pic>
      <p:sp>
        <p:nvSpPr>
          <p:cNvPr id="3" name="CuadroTexto 2">
            <a:extLst>
              <a:ext uri="{FF2B5EF4-FFF2-40B4-BE49-F238E27FC236}">
                <a16:creationId xmlns:a16="http://schemas.microsoft.com/office/drawing/2014/main" id="{4B8D11F4-9FFB-8947-537B-C29F88C237D7}"/>
              </a:ext>
            </a:extLst>
          </p:cNvPr>
          <p:cNvSpPr txBox="1"/>
          <p:nvPr/>
        </p:nvSpPr>
        <p:spPr>
          <a:xfrm>
            <a:off x="748005" y="1944957"/>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Medellin</a:t>
            </a:r>
            <a:endParaRPr lang="es-CO" sz="1600" b="1" dirty="0">
              <a:solidFill>
                <a:schemeClr val="bg1"/>
              </a:solidFill>
            </a:endParaRPr>
          </a:p>
        </p:txBody>
      </p:sp>
      <p:sp>
        <p:nvSpPr>
          <p:cNvPr id="30" name="CuadroTexto 29">
            <a:extLst>
              <a:ext uri="{FF2B5EF4-FFF2-40B4-BE49-F238E27FC236}">
                <a16:creationId xmlns:a16="http://schemas.microsoft.com/office/drawing/2014/main" id="{258CCD76-6B67-35C5-78CD-752D939DA505}"/>
              </a:ext>
            </a:extLst>
          </p:cNvPr>
          <p:cNvSpPr txBox="1"/>
          <p:nvPr/>
        </p:nvSpPr>
        <p:spPr>
          <a:xfrm>
            <a:off x="3024188" y="110786"/>
            <a:ext cx="6143624" cy="646331"/>
          </a:xfrm>
          <a:prstGeom prst="rect">
            <a:avLst/>
          </a:prstGeom>
          <a:noFill/>
        </p:spPr>
        <p:txBody>
          <a:bodyPr wrap="square" rtlCol="0">
            <a:spAutoFit/>
          </a:bodyPr>
          <a:lstStyle/>
          <a:p>
            <a:r>
              <a:rPr lang="pt-BR" sz="1800" b="1" i="0" u="none" strike="noStrike" dirty="0">
                <a:solidFill>
                  <a:srgbClr val="000000"/>
                </a:solidFill>
                <a:effectLst/>
                <a:latin typeface="Aptos Narrow" panose="020B0004020202020204" pitchFamily="34" charset="0"/>
              </a:rPr>
              <a:t>SUPERMERCADO MERKÓPOLIS 1 S.A.S. - MEDELLIN </a:t>
            </a:r>
          </a:p>
          <a:p>
            <a:r>
              <a:rPr lang="es-MX" dirty="0">
                <a:latin typeface="Franklin Gothic Demi" panose="020B0703020102020204" pitchFamily="34" charset="0"/>
              </a:rPr>
              <a:t>Canal Moderno - Auditoria</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AAD396DD-C8E6-6B8E-1B8D-C422E16A7E9B}"/>
              </a:ext>
            </a:extLst>
          </p:cNvPr>
          <p:cNvSpPr txBox="1"/>
          <p:nvPr/>
        </p:nvSpPr>
        <p:spPr>
          <a:xfrm>
            <a:off x="7294125" y="3954412"/>
            <a:ext cx="4573198" cy="2308324"/>
          </a:xfrm>
          <a:prstGeom prst="rect">
            <a:avLst/>
          </a:prstGeom>
          <a:noFill/>
          <a:ln w="3175">
            <a:solidFill>
              <a:schemeClr val="tx1"/>
            </a:solidFill>
          </a:ln>
        </p:spPr>
        <p:txBody>
          <a:bodyPr wrap="square" lIns="91440" tIns="45720" rIns="91440" bIns="45720" rtlCol="0" anchor="t">
            <a:spAutoFit/>
          </a:bodyPr>
          <a:lstStyle>
            <a:defPPr>
              <a:defRPr lang="es-CO"/>
            </a:defPPr>
            <a:lvl1pPr algn="just">
              <a:defRPr sz="1600" b="1">
                <a:latin typeface="+mj-lt"/>
              </a:defRPr>
            </a:lvl1pPr>
          </a:lstStyle>
          <a:p>
            <a:r>
              <a:rPr lang="es-MX" sz="1600" dirty="0"/>
              <a:t>Detalle de novedades: </a:t>
            </a:r>
            <a:endParaRPr lang="es-MX" b="0" dirty="0"/>
          </a:p>
          <a:p>
            <a:r>
              <a:rPr lang="es-MX" b="0" dirty="0"/>
              <a:t>Hay oportunidad en el clúster relacionado con </a:t>
            </a:r>
            <a:r>
              <a:rPr lang="es-MX" sz="1600" b="0" dirty="0"/>
              <a:t>el uso del uniforme, se evidencia el uso de moño y manillas que no van de acuerdo a los parámetros de la compañía, la ejecución en el punto de venta tiene oportunidad.</a:t>
            </a:r>
          </a:p>
          <a:p>
            <a:r>
              <a:rPr lang="es-MX" b="0" dirty="0"/>
              <a:t>No se evidencia manejo de las estrategias de promoción que se ofrecen en el pdv ni el peso de la marca en el total de la venta.</a:t>
            </a:r>
          </a:p>
        </p:txBody>
      </p:sp>
      <p:sp>
        <p:nvSpPr>
          <p:cNvPr id="7" name="Rectángulo: esquinas redondeadas 6">
            <a:extLst>
              <a:ext uri="{FF2B5EF4-FFF2-40B4-BE49-F238E27FC236}">
                <a16:creationId xmlns:a16="http://schemas.microsoft.com/office/drawing/2014/main" id="{C184F035-BAF7-4DC9-EBED-6909BDCE6582}"/>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0" name="CuadroTexto 9">
            <a:extLst>
              <a:ext uri="{FF2B5EF4-FFF2-40B4-BE49-F238E27FC236}">
                <a16:creationId xmlns:a16="http://schemas.microsoft.com/office/drawing/2014/main" id="{EF076188-86C6-21C3-D0E6-3445759ACEF9}"/>
              </a:ext>
            </a:extLst>
          </p:cNvPr>
          <p:cNvSpPr txBox="1"/>
          <p:nvPr/>
        </p:nvSpPr>
        <p:spPr>
          <a:xfrm>
            <a:off x="3207294" y="2532700"/>
            <a:ext cx="3726374" cy="2031325"/>
          </a:xfrm>
          <a:prstGeom prst="rect">
            <a:avLst/>
          </a:prstGeom>
          <a:noFill/>
        </p:spPr>
        <p:txBody>
          <a:bodyPr wrap="square">
            <a:spAutoFit/>
          </a:bodyPr>
          <a:lstStyle/>
          <a:p>
            <a:r>
              <a:rPr lang="es-CO" dirty="0">
                <a:hlinkClick r:id="rId4"/>
              </a:rPr>
              <a:t>https://drive.google.com/file/d/1N6lHtV_EYpvHUvNiTdl3ZOw_4QBUFe1E/view</a:t>
            </a:r>
            <a:endParaRPr lang="es-CO" dirty="0"/>
          </a:p>
          <a:p>
            <a:endParaRPr lang="es-CO" dirty="0"/>
          </a:p>
          <a:p>
            <a:r>
              <a:rPr lang="es-CO" dirty="0">
                <a:hlinkClick r:id="rId5"/>
              </a:rPr>
              <a:t>https://drive.google.com/file/d/1lE57LWPNIKFpvLWJHdWQNE-Xt25cNN2d/view</a:t>
            </a:r>
            <a:endParaRPr lang="es-CO" dirty="0"/>
          </a:p>
        </p:txBody>
      </p:sp>
      <p:pic>
        <p:nvPicPr>
          <p:cNvPr id="11" name="Imagen 10">
            <a:extLst>
              <a:ext uri="{FF2B5EF4-FFF2-40B4-BE49-F238E27FC236}">
                <a16:creationId xmlns:a16="http://schemas.microsoft.com/office/drawing/2014/main" id="{B1677F6E-5527-3FB9-7DDB-55E711CD17EC}"/>
              </a:ext>
            </a:extLst>
          </p:cNvPr>
          <p:cNvPicPr>
            <a:picLocks noChangeAspect="1"/>
          </p:cNvPicPr>
          <p:nvPr/>
        </p:nvPicPr>
        <p:blipFill>
          <a:blip r:embed="rId6"/>
          <a:stretch>
            <a:fillRect/>
          </a:stretch>
        </p:blipFill>
        <p:spPr>
          <a:xfrm>
            <a:off x="7294124" y="1579344"/>
            <a:ext cx="4573198" cy="1738187"/>
          </a:xfrm>
          <a:prstGeom prst="rect">
            <a:avLst/>
          </a:prstGeom>
        </p:spPr>
      </p:pic>
      <p:graphicFrame>
        <p:nvGraphicFramePr>
          <p:cNvPr id="13" name="Gráfico 12">
            <a:extLst>
              <a:ext uri="{FF2B5EF4-FFF2-40B4-BE49-F238E27FC236}">
                <a16:creationId xmlns:a16="http://schemas.microsoft.com/office/drawing/2014/main" id="{4B972AC4-9CB9-BF38-E23E-A74EA16AE4AC}"/>
              </a:ext>
            </a:extLst>
          </p:cNvPr>
          <p:cNvGraphicFramePr/>
          <p:nvPr>
            <p:extLst>
              <p:ext uri="{D42A27DB-BD31-4B8C-83A1-F6EECF244321}">
                <p14:modId xmlns:p14="http://schemas.microsoft.com/office/powerpoint/2010/main" val="451044944"/>
              </p:ext>
            </p:extLst>
          </p:nvPr>
        </p:nvGraphicFramePr>
        <p:xfrm>
          <a:off x="308972" y="3403627"/>
          <a:ext cx="1847779" cy="1403409"/>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503955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549BD-DAD9-3768-F749-1875765E61C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44A90AC-FAD4-47D2-1FE9-9AB6B90FD4EE}"/>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FC64E733-CC24-47E0-2AE5-F9BEE07B6B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D9D22D4C-BCBC-E8DB-5EE6-D7A082B8C61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EF2E4CC7-C57B-7FD5-F230-A7794A6B5806}"/>
              </a:ext>
            </a:extLst>
          </p:cNvPr>
          <p:cNvSpPr txBox="1"/>
          <p:nvPr/>
        </p:nvSpPr>
        <p:spPr>
          <a:xfrm>
            <a:off x="2877350" y="114934"/>
            <a:ext cx="7505515" cy="646331"/>
          </a:xfrm>
          <a:prstGeom prst="rect">
            <a:avLst/>
          </a:prstGeom>
          <a:noFill/>
        </p:spPr>
        <p:txBody>
          <a:bodyPr wrap="square" rtlCol="0">
            <a:spAutoFit/>
          </a:bodyPr>
          <a:lstStyle/>
          <a:p>
            <a:r>
              <a:rPr lang="it-IT" sz="1800" b="1" i="0" u="none" strike="noStrike" dirty="0">
                <a:solidFill>
                  <a:srgbClr val="000000"/>
                </a:solidFill>
                <a:effectLst/>
                <a:latin typeface="Aptos Narrow" panose="020B0004020202020204" pitchFamily="34" charset="0"/>
              </a:rPr>
              <a:t>EXITO SAN BLAS BARRANQUILLA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6C58A1D3-02A1-AAED-B77E-7FF769D7DA6B}"/>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D4E6F83F-A4A0-28C0-752D-47F3B8C2B028}"/>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10" name="CuadroTexto 9">
            <a:extLst>
              <a:ext uri="{FF2B5EF4-FFF2-40B4-BE49-F238E27FC236}">
                <a16:creationId xmlns:a16="http://schemas.microsoft.com/office/drawing/2014/main" id="{E46DB183-F171-FA99-ABBC-EB53BB382F57}"/>
              </a:ext>
            </a:extLst>
          </p:cNvPr>
          <p:cNvSpPr txBox="1"/>
          <p:nvPr/>
        </p:nvSpPr>
        <p:spPr>
          <a:xfrm>
            <a:off x="3131892" y="1185238"/>
            <a:ext cx="3818475" cy="830997"/>
          </a:xfrm>
          <a:prstGeom prst="rect">
            <a:avLst/>
          </a:prstGeom>
          <a:noFill/>
          <a:ln>
            <a:solidFill>
              <a:schemeClr val="tx1"/>
            </a:solidFill>
          </a:ln>
        </p:spPr>
        <p:txBody>
          <a:bodyPr wrap="square" rtlCol="0">
            <a:spAutoFit/>
          </a:bodyPr>
          <a:lstStyle/>
          <a:p>
            <a:pPr algn="ctr"/>
            <a:r>
              <a:rPr lang="es-MX" sz="1600" dirty="0"/>
              <a:t>No se encontró en pdv debido a que la persona se retrasó porque estaba realizando otra actividad en Olímpica 008</a:t>
            </a:r>
            <a:endParaRPr lang="es-MX" sz="1600" b="0" dirty="0"/>
          </a:p>
        </p:txBody>
      </p:sp>
      <p:sp>
        <p:nvSpPr>
          <p:cNvPr id="5" name="CuadroTexto 4">
            <a:extLst>
              <a:ext uri="{FF2B5EF4-FFF2-40B4-BE49-F238E27FC236}">
                <a16:creationId xmlns:a16="http://schemas.microsoft.com/office/drawing/2014/main" id="{FB877BE3-4D99-86D0-E228-6B7ADD0C25B5}"/>
              </a:ext>
            </a:extLst>
          </p:cNvPr>
          <p:cNvSpPr txBox="1"/>
          <p:nvPr/>
        </p:nvSpPr>
        <p:spPr>
          <a:xfrm>
            <a:off x="3901138" y="3298680"/>
            <a:ext cx="6098458" cy="1477328"/>
          </a:xfrm>
          <a:prstGeom prst="rect">
            <a:avLst/>
          </a:prstGeom>
          <a:noFill/>
        </p:spPr>
        <p:txBody>
          <a:bodyPr wrap="square">
            <a:spAutoFit/>
          </a:bodyPr>
          <a:lstStyle/>
          <a:p>
            <a:r>
              <a:rPr lang="es-CO" dirty="0">
                <a:hlinkClick r:id="rId3"/>
              </a:rPr>
              <a:t>https://drive.google.com/file/d/1jpj1knWADcj3TyEiz4MOT2u8pun9Fj-1/view</a:t>
            </a:r>
            <a:endParaRPr lang="es-CO" dirty="0"/>
          </a:p>
          <a:p>
            <a:endParaRPr lang="es-CO" dirty="0"/>
          </a:p>
          <a:p>
            <a:r>
              <a:rPr lang="es-CO" dirty="0">
                <a:hlinkClick r:id="rId4"/>
              </a:rPr>
              <a:t>https://drive.google.com/file/d/1jqzboOpbST_K0QE46A32TgWLVjm0Tluf/view?usp=drive_link</a:t>
            </a:r>
            <a:endParaRPr lang="es-CO" dirty="0"/>
          </a:p>
        </p:txBody>
      </p:sp>
    </p:spTree>
    <p:extLst>
      <p:ext uri="{BB962C8B-B14F-4D97-AF65-F5344CB8AC3E}">
        <p14:creationId xmlns:p14="http://schemas.microsoft.com/office/powerpoint/2010/main" val="3508524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708CC-B155-E480-5977-CC002359644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069594D-3F31-AAEE-8C01-611D75F5700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F94D1F9A-AD48-EA3E-9F2B-DD14C11557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0CF678D6-E7B2-22A3-F0E8-D82E1B342E3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394AE54B-D2CA-EB1E-BE4E-9D9D7E7A2D2D}"/>
              </a:ext>
            </a:extLst>
          </p:cNvPr>
          <p:cNvSpPr txBox="1"/>
          <p:nvPr/>
        </p:nvSpPr>
        <p:spPr>
          <a:xfrm>
            <a:off x="2877350" y="114934"/>
            <a:ext cx="7505515" cy="646331"/>
          </a:xfrm>
          <a:prstGeom prst="rect">
            <a:avLst/>
          </a:prstGeom>
          <a:noFill/>
        </p:spPr>
        <p:txBody>
          <a:bodyPr wrap="square" rtlCol="0">
            <a:spAutoFit/>
          </a:bodyPr>
          <a:lstStyle/>
          <a:p>
            <a:r>
              <a:rPr lang="it-IT" sz="1800" b="1" i="0" u="none" strike="noStrike" dirty="0">
                <a:solidFill>
                  <a:srgbClr val="000000"/>
                </a:solidFill>
                <a:effectLst/>
                <a:latin typeface="Aptos Narrow" panose="020B0004020202020204" pitchFamily="34" charset="0"/>
              </a:rPr>
              <a:t>HOMECENTER CALI SUR </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8693E14F-D0C0-C402-A59E-3D0BCE666C2A}"/>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C3809900-8DBC-4C2F-A97C-69D25A7317DB}"/>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10" name="CuadroTexto 9">
            <a:extLst>
              <a:ext uri="{FF2B5EF4-FFF2-40B4-BE49-F238E27FC236}">
                <a16:creationId xmlns:a16="http://schemas.microsoft.com/office/drawing/2014/main" id="{0C99FCED-B3B3-3794-1668-4D236BCFACEC}"/>
              </a:ext>
            </a:extLst>
          </p:cNvPr>
          <p:cNvSpPr txBox="1"/>
          <p:nvPr/>
        </p:nvSpPr>
        <p:spPr>
          <a:xfrm>
            <a:off x="3131892" y="1185238"/>
            <a:ext cx="3818475" cy="830997"/>
          </a:xfrm>
          <a:prstGeom prst="rect">
            <a:avLst/>
          </a:prstGeom>
          <a:noFill/>
          <a:ln>
            <a:solidFill>
              <a:schemeClr val="tx1"/>
            </a:solidFill>
          </a:ln>
        </p:spPr>
        <p:txBody>
          <a:bodyPr wrap="square" rtlCol="0">
            <a:spAutoFit/>
          </a:bodyPr>
          <a:lstStyle/>
          <a:p>
            <a:pPr algn="ctr"/>
            <a:r>
              <a:rPr lang="es-MX" sz="1600" dirty="0"/>
              <a:t>Informan que la mercaderista esta de vacaciones se </a:t>
            </a:r>
            <a:r>
              <a:rPr lang="es-MX" sz="1600" dirty="0" err="1"/>
              <a:t>envia</a:t>
            </a:r>
            <a:r>
              <a:rPr lang="es-MX" sz="1600" dirty="0"/>
              <a:t> evidencia que se realizo la visita en el punto con el video</a:t>
            </a:r>
            <a:endParaRPr lang="es-MX" sz="1600" b="0" dirty="0"/>
          </a:p>
        </p:txBody>
      </p:sp>
      <p:sp>
        <p:nvSpPr>
          <p:cNvPr id="5" name="CuadroTexto 4">
            <a:extLst>
              <a:ext uri="{FF2B5EF4-FFF2-40B4-BE49-F238E27FC236}">
                <a16:creationId xmlns:a16="http://schemas.microsoft.com/office/drawing/2014/main" id="{978A5C05-AAE3-8782-EE0D-1F713CDEECFB}"/>
              </a:ext>
            </a:extLst>
          </p:cNvPr>
          <p:cNvSpPr txBox="1"/>
          <p:nvPr/>
        </p:nvSpPr>
        <p:spPr>
          <a:xfrm>
            <a:off x="3901138" y="3298680"/>
            <a:ext cx="6098458" cy="923330"/>
          </a:xfrm>
          <a:prstGeom prst="rect">
            <a:avLst/>
          </a:prstGeom>
          <a:noFill/>
        </p:spPr>
        <p:txBody>
          <a:bodyPr wrap="square">
            <a:spAutoFit/>
          </a:bodyPr>
          <a:lstStyle/>
          <a:p>
            <a:r>
              <a:rPr lang="es-CO" dirty="0">
                <a:hlinkClick r:id="rId3"/>
              </a:rPr>
              <a:t>https://drive.google.com/file/d/1omMkPMyKphvS8OdeIQuF2ul12VHWAm4f/view</a:t>
            </a:r>
            <a:endParaRPr lang="es-CO" dirty="0"/>
          </a:p>
          <a:p>
            <a:endParaRPr lang="es-CO" dirty="0"/>
          </a:p>
        </p:txBody>
      </p:sp>
    </p:spTree>
    <p:extLst>
      <p:ext uri="{BB962C8B-B14F-4D97-AF65-F5344CB8AC3E}">
        <p14:creationId xmlns:p14="http://schemas.microsoft.com/office/powerpoint/2010/main" val="102732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7AA30-9782-BA31-D625-DD7A2103AF5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CBF8B5C-3AFC-F937-AC33-F0DC5BC0176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8EBA136C-4414-6D5B-7254-C9364AD8C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5B234308-AE74-8DB0-AE1B-AD320D86CBC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15ADFF86-FE31-4B56-EAEA-BFEA498A1FE1}"/>
              </a:ext>
            </a:extLst>
          </p:cNvPr>
          <p:cNvSpPr txBox="1"/>
          <p:nvPr/>
        </p:nvSpPr>
        <p:spPr>
          <a:xfrm>
            <a:off x="2877350" y="114934"/>
            <a:ext cx="7505515"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MERCAFAMILIAR LAS PALMAS S.A.S. – CALI</a:t>
            </a:r>
          </a:p>
          <a:p>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389BDBD0-9FAF-A548-8B6A-2CB5D1E8412C}"/>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62178464-5D01-79B0-1A0B-0F1F36A661A5}"/>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10" name="CuadroTexto 9">
            <a:extLst>
              <a:ext uri="{FF2B5EF4-FFF2-40B4-BE49-F238E27FC236}">
                <a16:creationId xmlns:a16="http://schemas.microsoft.com/office/drawing/2014/main" id="{C00BC532-1B7F-DE39-E9EA-580341253B99}"/>
              </a:ext>
            </a:extLst>
          </p:cNvPr>
          <p:cNvSpPr txBox="1"/>
          <p:nvPr/>
        </p:nvSpPr>
        <p:spPr>
          <a:xfrm>
            <a:off x="3131892" y="1185238"/>
            <a:ext cx="3818475" cy="1077218"/>
          </a:xfrm>
          <a:prstGeom prst="rect">
            <a:avLst/>
          </a:prstGeom>
          <a:noFill/>
          <a:ln>
            <a:solidFill>
              <a:schemeClr val="tx1"/>
            </a:solidFill>
          </a:ln>
        </p:spPr>
        <p:txBody>
          <a:bodyPr wrap="square" rtlCol="0">
            <a:spAutoFit/>
          </a:bodyPr>
          <a:lstStyle/>
          <a:p>
            <a:pPr algn="ctr"/>
            <a:r>
              <a:rPr lang="es-MX" sz="1600" dirty="0"/>
              <a:t>La supervisora informa que se realizo el día anterior el pdv y cuando se visita según la malla horaria, la mercaderista estaba en Santander de Quilichao</a:t>
            </a:r>
            <a:endParaRPr lang="es-MX" sz="1600" b="0" dirty="0"/>
          </a:p>
        </p:txBody>
      </p:sp>
      <p:sp>
        <p:nvSpPr>
          <p:cNvPr id="5" name="CuadroTexto 4">
            <a:extLst>
              <a:ext uri="{FF2B5EF4-FFF2-40B4-BE49-F238E27FC236}">
                <a16:creationId xmlns:a16="http://schemas.microsoft.com/office/drawing/2014/main" id="{17296255-1429-8319-3AE3-D8292FA69EAF}"/>
              </a:ext>
            </a:extLst>
          </p:cNvPr>
          <p:cNvSpPr txBox="1"/>
          <p:nvPr/>
        </p:nvSpPr>
        <p:spPr>
          <a:xfrm>
            <a:off x="3901138" y="3298680"/>
            <a:ext cx="6098458" cy="923330"/>
          </a:xfrm>
          <a:prstGeom prst="rect">
            <a:avLst/>
          </a:prstGeom>
          <a:noFill/>
        </p:spPr>
        <p:txBody>
          <a:bodyPr wrap="square">
            <a:spAutoFit/>
          </a:bodyPr>
          <a:lstStyle/>
          <a:p>
            <a:r>
              <a:rPr lang="es-CO" dirty="0">
                <a:hlinkClick r:id="rId3"/>
              </a:rPr>
              <a:t>https://drive.google.com/file/d/11kJDK0pOqzmGk_ZawWQ7DDJx9vAMTZuE/view</a:t>
            </a:r>
            <a:endParaRPr lang="es-CO" dirty="0"/>
          </a:p>
          <a:p>
            <a:endParaRPr lang="es-CO" dirty="0"/>
          </a:p>
        </p:txBody>
      </p:sp>
    </p:spTree>
    <p:extLst>
      <p:ext uri="{BB962C8B-B14F-4D97-AF65-F5344CB8AC3E}">
        <p14:creationId xmlns:p14="http://schemas.microsoft.com/office/powerpoint/2010/main" val="1098523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E534D02-B8C7-B74F-CB12-01F23F1DF649}"/>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5A0D168E-1DD6-DBBA-D591-BCE26B9FE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5A180245-F026-E164-C1D0-FEAD3A5BE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CAD1F5A1-A45B-7474-6EF8-7CEEC5771C78}"/>
              </a:ext>
            </a:extLst>
          </p:cNvPr>
          <p:cNvSpPr txBox="1"/>
          <p:nvPr/>
        </p:nvSpPr>
        <p:spPr>
          <a:xfrm>
            <a:off x="251668" y="2650588"/>
            <a:ext cx="2633087" cy="1569660"/>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MISTERY </a:t>
            </a:r>
          </a:p>
          <a:p>
            <a:pPr algn="ctr"/>
            <a:r>
              <a:rPr lang="es-MX" sz="2400" b="1" dirty="0">
                <a:solidFill>
                  <a:schemeClr val="bg1"/>
                </a:solidFill>
                <a:latin typeface="ui-sans-serif"/>
              </a:rPr>
              <a:t>- Abril 2025 - </a:t>
            </a:r>
            <a:endParaRPr lang="es-CO" sz="2400" b="1" dirty="0">
              <a:solidFill>
                <a:schemeClr val="bg1"/>
              </a:solidFill>
            </a:endParaRPr>
          </a:p>
        </p:txBody>
      </p:sp>
    </p:spTree>
    <p:extLst>
      <p:ext uri="{BB962C8B-B14F-4D97-AF65-F5344CB8AC3E}">
        <p14:creationId xmlns:p14="http://schemas.microsoft.com/office/powerpoint/2010/main" val="1254772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155CB5D-BA0C-CAF7-2F0F-4394F9AD584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AF66B9E6-5CEA-0421-DFAD-B5F1900EB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a:t>El mystery shopper de forma critica evaluó KPIS específicos de la gestion a través de una encuesta, en la cual cada pregunta fue clusterizada y punteada de la siguiente manera:</a:t>
            </a:r>
            <a:endParaRPr lang="es-CO" sz="130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Abril</a:t>
            </a:r>
          </a:p>
        </p:txBody>
      </p:sp>
      <p:sp>
        <p:nvSpPr>
          <p:cNvPr id="15" name="CuadroTexto 14">
            <a:extLst>
              <a:ext uri="{FF2B5EF4-FFF2-40B4-BE49-F238E27FC236}">
                <a16:creationId xmlns:a16="http://schemas.microsoft.com/office/drawing/2014/main" id="{155A1899-F51E-9451-B8A7-0A68A2BA8466}"/>
              </a:ext>
            </a:extLst>
          </p:cNvPr>
          <p:cNvSpPr txBox="1"/>
          <p:nvPr/>
        </p:nvSpPr>
        <p:spPr>
          <a:xfrm>
            <a:off x="3221939" y="3387408"/>
            <a:ext cx="8284293" cy="3170099"/>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500" dirty="0">
              <a:solidFill>
                <a:srgbClr val="C00000"/>
              </a:solidFill>
            </a:endParaRPr>
          </a:p>
          <a:p>
            <a:pPr algn="just"/>
            <a:r>
              <a:rPr lang="es-MX" sz="1200" b="1" dirty="0"/>
              <a:t>PORTAFOLIO Y MANEJO DE OBJECIONES:</a:t>
            </a:r>
          </a:p>
          <a:p>
            <a:pPr marL="742950" lvl="1" indent="-285750" algn="just">
              <a:buFont typeface="Arial" panose="020B0604020202020204" pitchFamily="34" charset="0"/>
              <a:buChar char="•"/>
            </a:pPr>
            <a:r>
              <a:rPr lang="es-MX" sz="1200" dirty="0"/>
              <a:t>Se debe ofrecer el portafolio de productos secos, húmedos snack u otros. * Comunicar beneficios y atributos de producto. </a:t>
            </a:r>
          </a:p>
          <a:p>
            <a:pPr marL="742950" lvl="1" indent="-285750" algn="just">
              <a:buFont typeface="Arial" panose="020B0604020202020204" pitchFamily="34" charset="0"/>
              <a:buChar char="•"/>
            </a:pPr>
            <a:r>
              <a:rPr lang="es-MX" sz="1200" dirty="0"/>
              <a:t>Capacidad de atención a objeciones del mystery shopper ofreciendo los productos en orden de segmentación.</a:t>
            </a:r>
          </a:p>
          <a:p>
            <a:pPr marL="742950" lvl="1" indent="-285750" algn="just">
              <a:buFont typeface="Arial" panose="020B0604020202020204" pitchFamily="34" charset="0"/>
              <a:buChar char="•"/>
            </a:pPr>
            <a:r>
              <a:rPr lang="es-MX" sz="1200" u="sng" dirty="0"/>
              <a:t>Especializado:</a:t>
            </a:r>
            <a:r>
              <a:rPr lang="es-MX" sz="1200" dirty="0"/>
              <a:t> Comunica la actividad PRO PLAN y frente a objeción ofrecimiento de Marca Excellent.</a:t>
            </a:r>
          </a:p>
          <a:p>
            <a:pPr marL="742950" lvl="1" indent="-285750" algn="just">
              <a:buFont typeface="Arial" panose="020B0604020202020204" pitchFamily="34" charset="0"/>
              <a:buChar char="•"/>
            </a:pPr>
            <a:r>
              <a:rPr lang="es-MX" sz="1200" u="sng" dirty="0"/>
              <a:t>Moderno</a:t>
            </a:r>
            <a:r>
              <a:rPr lang="es-MX" sz="1200" dirty="0"/>
              <a:t>: Ofrecimiento de Purina </a:t>
            </a:r>
            <a:r>
              <a:rPr lang="es-MX" sz="1200" dirty="0" err="1"/>
              <a:t>One</a:t>
            </a:r>
            <a:r>
              <a:rPr lang="es-MX" sz="1200" dirty="0"/>
              <a:t>, mención de los resultados en 28 dias, menciona que tiene carne de verdad, producto natural y variedades,.</a:t>
            </a:r>
          </a:p>
          <a:p>
            <a:pPr lvl="1" algn="just"/>
            <a:r>
              <a:rPr lang="es-MX" sz="1200" b="1" dirty="0"/>
              <a:t>ABORDAJE: </a:t>
            </a:r>
            <a:r>
              <a:rPr lang="es-MX" sz="1200" dirty="0"/>
              <a:t>Se debe realizar un abordaje proactivo en pdv (inferior a 3 min) </a:t>
            </a:r>
          </a:p>
          <a:p>
            <a:pPr algn="just"/>
            <a:endParaRPr lang="es-MX" sz="500" dirty="0"/>
          </a:p>
          <a:p>
            <a:pPr algn="just"/>
            <a:r>
              <a:rPr lang="es-MX" sz="1200" b="1" dirty="0"/>
              <a:t>HORARIO: </a:t>
            </a:r>
            <a:r>
              <a:rPr lang="es-MX" sz="1200" dirty="0"/>
              <a:t>El asesor debe estar presente en pdv en los turnos compartidos por malla horaria. </a:t>
            </a:r>
          </a:p>
          <a:p>
            <a:pPr algn="just"/>
            <a:endParaRPr lang="es-MX" sz="500" dirty="0"/>
          </a:p>
          <a:p>
            <a:pPr algn="just"/>
            <a:r>
              <a:rPr lang="es-MX" sz="1200" b="1" dirty="0"/>
              <a:t>LABOR DE VENTA:</a:t>
            </a:r>
            <a:r>
              <a:rPr lang="es-MX" sz="1200" dirty="0"/>
              <a:t> El asesor debe realizar un </a:t>
            </a:r>
            <a:r>
              <a:rPr lang="es-MX" sz="1200" dirty="0" err="1"/>
              <a:t>speech</a:t>
            </a:r>
            <a:r>
              <a:rPr lang="es-MX" sz="1200" dirty="0"/>
              <a:t> que incentive la compra de producto al mystery shopper. </a:t>
            </a:r>
          </a:p>
          <a:p>
            <a:pPr algn="just"/>
            <a:endParaRPr lang="es-MX" sz="5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pic>
        <p:nvPicPr>
          <p:cNvPr id="2" name="Imagen 1">
            <a:extLst>
              <a:ext uri="{FF2B5EF4-FFF2-40B4-BE49-F238E27FC236}">
                <a16:creationId xmlns:a16="http://schemas.microsoft.com/office/drawing/2014/main" id="{D8108212-338F-F130-5DF0-136E0231198D}"/>
              </a:ext>
            </a:extLst>
          </p:cNvPr>
          <p:cNvPicPr>
            <a:picLocks noChangeAspect="1"/>
          </p:cNvPicPr>
          <p:nvPr/>
        </p:nvPicPr>
        <p:blipFill>
          <a:blip r:embed="rId3">
            <a:biLevel thresh="75000"/>
          </a:blip>
          <a:stretch>
            <a:fillRect/>
          </a:stretch>
        </p:blipFill>
        <p:spPr>
          <a:xfrm>
            <a:off x="396360" y="2234428"/>
            <a:ext cx="463336" cy="463336"/>
          </a:xfrm>
          <a:prstGeom prst="rect">
            <a:avLst/>
          </a:prstGeom>
        </p:spPr>
      </p:pic>
      <p:sp>
        <p:nvSpPr>
          <p:cNvPr id="3" name="CuadroTexto 2">
            <a:extLst>
              <a:ext uri="{FF2B5EF4-FFF2-40B4-BE49-F238E27FC236}">
                <a16:creationId xmlns:a16="http://schemas.microsoft.com/office/drawing/2014/main" id="{1766130D-C1FE-B8C9-11B3-D53624FC41EB}"/>
              </a:ext>
            </a:extLst>
          </p:cNvPr>
          <p:cNvSpPr txBox="1"/>
          <p:nvPr/>
        </p:nvSpPr>
        <p:spPr>
          <a:xfrm>
            <a:off x="884513" y="2215300"/>
            <a:ext cx="1613504" cy="584775"/>
          </a:xfrm>
          <a:prstGeom prst="rect">
            <a:avLst/>
          </a:prstGeom>
          <a:noFill/>
        </p:spPr>
        <p:txBody>
          <a:bodyPr wrap="square" rtlCol="0">
            <a:spAutoFit/>
          </a:bodyPr>
          <a:lstStyle/>
          <a:p>
            <a:r>
              <a:rPr lang="es-MX" sz="1600" dirty="0">
                <a:solidFill>
                  <a:schemeClr val="bg1"/>
                </a:solidFill>
              </a:rPr>
              <a:t> 3 Mystery</a:t>
            </a:r>
          </a:p>
          <a:p>
            <a:r>
              <a:rPr lang="es-MX" sz="1600" b="1" dirty="0">
                <a:solidFill>
                  <a:schemeClr val="bg1"/>
                </a:solidFill>
              </a:rPr>
              <a:t>Cali</a:t>
            </a:r>
            <a:endParaRPr lang="es-CO" sz="1600" b="1" dirty="0">
              <a:solidFill>
                <a:schemeClr val="bg1"/>
              </a:solidFill>
            </a:endParaRPr>
          </a:p>
        </p:txBody>
      </p:sp>
      <p:pic>
        <p:nvPicPr>
          <p:cNvPr id="5" name="Imagen 4">
            <a:extLst>
              <a:ext uri="{FF2B5EF4-FFF2-40B4-BE49-F238E27FC236}">
                <a16:creationId xmlns:a16="http://schemas.microsoft.com/office/drawing/2014/main" id="{F9564634-75F9-4081-C030-4E3BC9DFE65C}"/>
              </a:ext>
            </a:extLst>
          </p:cNvPr>
          <p:cNvPicPr>
            <a:picLocks noChangeAspect="1"/>
          </p:cNvPicPr>
          <p:nvPr/>
        </p:nvPicPr>
        <p:blipFill>
          <a:blip r:embed="rId3">
            <a:biLevel thresh="75000"/>
          </a:blip>
          <a:stretch>
            <a:fillRect/>
          </a:stretch>
        </p:blipFill>
        <p:spPr>
          <a:xfrm>
            <a:off x="371543" y="3155740"/>
            <a:ext cx="463336" cy="463336"/>
          </a:xfrm>
          <a:prstGeom prst="rect">
            <a:avLst/>
          </a:prstGeom>
        </p:spPr>
      </p:pic>
      <p:sp>
        <p:nvSpPr>
          <p:cNvPr id="9" name="CuadroTexto 8">
            <a:extLst>
              <a:ext uri="{FF2B5EF4-FFF2-40B4-BE49-F238E27FC236}">
                <a16:creationId xmlns:a16="http://schemas.microsoft.com/office/drawing/2014/main" id="{93BF6B04-47FB-46D1-6390-2C9DA7827E82}"/>
              </a:ext>
            </a:extLst>
          </p:cNvPr>
          <p:cNvSpPr txBox="1"/>
          <p:nvPr/>
        </p:nvSpPr>
        <p:spPr>
          <a:xfrm>
            <a:off x="859696" y="3136612"/>
            <a:ext cx="1613504" cy="584775"/>
          </a:xfrm>
          <a:prstGeom prst="rect">
            <a:avLst/>
          </a:prstGeom>
          <a:noFill/>
        </p:spPr>
        <p:txBody>
          <a:bodyPr wrap="square" rtlCol="0">
            <a:spAutoFit/>
          </a:bodyPr>
          <a:lstStyle/>
          <a:p>
            <a:r>
              <a:rPr lang="es-MX" sz="1600" dirty="0">
                <a:solidFill>
                  <a:schemeClr val="bg1"/>
                </a:solidFill>
              </a:rPr>
              <a:t>3 Mystery</a:t>
            </a:r>
          </a:p>
          <a:p>
            <a:r>
              <a:rPr lang="es-MX" sz="1600" b="1" dirty="0">
                <a:solidFill>
                  <a:schemeClr val="bg1"/>
                </a:solidFill>
              </a:rPr>
              <a:t>Medellín</a:t>
            </a:r>
            <a:endParaRPr lang="es-CO" sz="1600" b="1" dirty="0">
              <a:solidFill>
                <a:schemeClr val="bg1"/>
              </a:solidFill>
            </a:endParaRPr>
          </a:p>
        </p:txBody>
      </p:sp>
      <p:pic>
        <p:nvPicPr>
          <p:cNvPr id="11" name="Imagen 10">
            <a:extLst>
              <a:ext uri="{FF2B5EF4-FFF2-40B4-BE49-F238E27FC236}">
                <a16:creationId xmlns:a16="http://schemas.microsoft.com/office/drawing/2014/main" id="{95F441DE-423B-A34D-F752-7A9FDA3E60CB}"/>
              </a:ext>
            </a:extLst>
          </p:cNvPr>
          <p:cNvPicPr>
            <a:picLocks noChangeAspect="1"/>
          </p:cNvPicPr>
          <p:nvPr/>
        </p:nvPicPr>
        <p:blipFill>
          <a:blip r:embed="rId3">
            <a:biLevel thresh="75000"/>
          </a:blip>
          <a:stretch>
            <a:fillRect/>
          </a:stretch>
        </p:blipFill>
        <p:spPr>
          <a:xfrm>
            <a:off x="346726" y="4198491"/>
            <a:ext cx="463336" cy="463336"/>
          </a:xfrm>
          <a:prstGeom prst="rect">
            <a:avLst/>
          </a:prstGeom>
        </p:spPr>
      </p:pic>
      <p:sp>
        <p:nvSpPr>
          <p:cNvPr id="12" name="CuadroTexto 11">
            <a:extLst>
              <a:ext uri="{FF2B5EF4-FFF2-40B4-BE49-F238E27FC236}">
                <a16:creationId xmlns:a16="http://schemas.microsoft.com/office/drawing/2014/main" id="{B212B304-DE28-710D-590C-0138E2CAD040}"/>
              </a:ext>
            </a:extLst>
          </p:cNvPr>
          <p:cNvSpPr txBox="1"/>
          <p:nvPr/>
        </p:nvSpPr>
        <p:spPr>
          <a:xfrm>
            <a:off x="834879" y="4179363"/>
            <a:ext cx="1613504" cy="584775"/>
          </a:xfrm>
          <a:prstGeom prst="rect">
            <a:avLst/>
          </a:prstGeom>
          <a:noFill/>
        </p:spPr>
        <p:txBody>
          <a:bodyPr wrap="square" rtlCol="0">
            <a:spAutoFit/>
          </a:bodyPr>
          <a:lstStyle/>
          <a:p>
            <a:r>
              <a:rPr lang="es-MX" sz="1600" dirty="0">
                <a:solidFill>
                  <a:schemeClr val="bg1"/>
                </a:solidFill>
              </a:rPr>
              <a:t>6 Mystery</a:t>
            </a:r>
          </a:p>
          <a:p>
            <a:r>
              <a:rPr lang="es-MX" sz="1600" b="1" dirty="0">
                <a:solidFill>
                  <a:schemeClr val="bg1"/>
                </a:solidFill>
              </a:rPr>
              <a:t>Bogotá</a:t>
            </a:r>
            <a:endParaRPr lang="es-CO" sz="1600" b="1" dirty="0">
              <a:solidFill>
                <a:schemeClr val="bg1"/>
              </a:solidFill>
            </a:endParaRPr>
          </a:p>
        </p:txBody>
      </p:sp>
      <p:pic>
        <p:nvPicPr>
          <p:cNvPr id="17" name="Imagen 16">
            <a:extLst>
              <a:ext uri="{FF2B5EF4-FFF2-40B4-BE49-F238E27FC236}">
                <a16:creationId xmlns:a16="http://schemas.microsoft.com/office/drawing/2014/main" id="{1CB4B897-BD9D-FD79-10CF-D6D3A0F7011C}"/>
              </a:ext>
            </a:extLst>
          </p:cNvPr>
          <p:cNvPicPr>
            <a:picLocks noChangeAspect="1"/>
          </p:cNvPicPr>
          <p:nvPr/>
        </p:nvPicPr>
        <p:blipFill>
          <a:blip r:embed="rId4"/>
          <a:stretch>
            <a:fillRect/>
          </a:stretch>
        </p:blipFill>
        <p:spPr>
          <a:xfrm>
            <a:off x="4991340" y="1665366"/>
            <a:ext cx="3794721" cy="1490374"/>
          </a:xfrm>
          <a:prstGeom prst="rect">
            <a:avLst/>
          </a:prstGeom>
        </p:spPr>
      </p:pic>
      <p:pic>
        <p:nvPicPr>
          <p:cNvPr id="6" name="Imagen 5">
            <a:extLst>
              <a:ext uri="{FF2B5EF4-FFF2-40B4-BE49-F238E27FC236}">
                <a16:creationId xmlns:a16="http://schemas.microsoft.com/office/drawing/2014/main" id="{768C5AF0-168D-D76C-3583-2098A5726F6B}"/>
              </a:ext>
            </a:extLst>
          </p:cNvPr>
          <p:cNvPicPr>
            <a:picLocks noChangeAspect="1"/>
          </p:cNvPicPr>
          <p:nvPr/>
        </p:nvPicPr>
        <p:blipFill>
          <a:blip r:embed="rId3">
            <a:biLevel thresh="75000"/>
          </a:blip>
          <a:stretch>
            <a:fillRect/>
          </a:stretch>
        </p:blipFill>
        <p:spPr>
          <a:xfrm>
            <a:off x="346726" y="5064909"/>
            <a:ext cx="463336" cy="463336"/>
          </a:xfrm>
          <a:prstGeom prst="rect">
            <a:avLst/>
          </a:prstGeom>
        </p:spPr>
      </p:pic>
      <p:sp>
        <p:nvSpPr>
          <p:cNvPr id="7" name="CuadroTexto 6">
            <a:extLst>
              <a:ext uri="{FF2B5EF4-FFF2-40B4-BE49-F238E27FC236}">
                <a16:creationId xmlns:a16="http://schemas.microsoft.com/office/drawing/2014/main" id="{2E4BF149-DD05-3CE2-EDEB-136F84DDAAAB}"/>
              </a:ext>
            </a:extLst>
          </p:cNvPr>
          <p:cNvSpPr txBox="1"/>
          <p:nvPr/>
        </p:nvSpPr>
        <p:spPr>
          <a:xfrm>
            <a:off x="834879" y="5022864"/>
            <a:ext cx="1613504" cy="584775"/>
          </a:xfrm>
          <a:prstGeom prst="rect">
            <a:avLst/>
          </a:prstGeom>
          <a:noFill/>
        </p:spPr>
        <p:txBody>
          <a:bodyPr wrap="square" rtlCol="0">
            <a:spAutoFit/>
          </a:bodyPr>
          <a:lstStyle/>
          <a:p>
            <a:r>
              <a:rPr lang="es-MX" sz="1600" dirty="0">
                <a:solidFill>
                  <a:schemeClr val="bg1"/>
                </a:solidFill>
              </a:rPr>
              <a:t>4 Mystery</a:t>
            </a:r>
          </a:p>
          <a:p>
            <a:r>
              <a:rPr lang="es-MX" sz="1600" b="1" dirty="0">
                <a:solidFill>
                  <a:schemeClr val="bg1"/>
                </a:solidFill>
              </a:rPr>
              <a:t>Barranquilla</a:t>
            </a:r>
            <a:endParaRPr lang="es-CO" sz="1600" b="1" dirty="0">
              <a:solidFill>
                <a:schemeClr val="bg1"/>
              </a:solidFill>
            </a:endParaRPr>
          </a:p>
        </p:txBody>
      </p:sp>
    </p:spTree>
    <p:extLst>
      <p:ext uri="{BB962C8B-B14F-4D97-AF65-F5344CB8AC3E}">
        <p14:creationId xmlns:p14="http://schemas.microsoft.com/office/powerpoint/2010/main" val="1408814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41188"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32890" y="1046118"/>
            <a:ext cx="8652072" cy="692497"/>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300" dirty="0"/>
              <a:t>Se logra impactar el panel propuesto de 15  pdv con 8 mystery efectivo. </a:t>
            </a:r>
          </a:p>
          <a:p>
            <a:pPr marL="285750" indent="-285750">
              <a:buFont typeface="Arial" panose="020B0604020202020204" pitchFamily="34" charset="0"/>
              <a:buChar char="•"/>
            </a:pPr>
            <a:r>
              <a:rPr lang="es-MX" sz="1300" dirty="0"/>
              <a:t>Detalle de la ejecución por ciudad de acuerdo con los objetivos propuestos:</a:t>
            </a:r>
            <a:br>
              <a:rPr lang="es-MX" sz="1300" dirty="0"/>
            </a:br>
            <a:endParaRPr lang="es-MX" sz="1300" dirty="0"/>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Abril</a:t>
            </a:r>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77350" y="2779668"/>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MYSTERY EFECTIVO</a:t>
            </a:r>
            <a:r>
              <a:rPr lang="es-MX" sz="1400" b="1" dirty="0"/>
              <a:t>: </a:t>
            </a:r>
          </a:p>
        </p:txBody>
      </p:sp>
      <p:sp>
        <p:nvSpPr>
          <p:cNvPr id="17" name="CuadroTexto 16">
            <a:extLst>
              <a:ext uri="{FF2B5EF4-FFF2-40B4-BE49-F238E27FC236}">
                <a16:creationId xmlns:a16="http://schemas.microsoft.com/office/drawing/2014/main" id="{17F069D7-D284-487B-2E0C-9D99EE9A5E72}"/>
              </a:ext>
            </a:extLst>
          </p:cNvPr>
          <p:cNvSpPr txBox="1"/>
          <p:nvPr/>
        </p:nvSpPr>
        <p:spPr>
          <a:xfrm>
            <a:off x="2877350" y="4903058"/>
            <a:ext cx="3489252" cy="307777"/>
          </a:xfrm>
          <a:prstGeom prst="rect">
            <a:avLst/>
          </a:prstGeom>
          <a:noFill/>
        </p:spPr>
        <p:txBody>
          <a:bodyPr wrap="square" rtlCol="0">
            <a:spAutoFit/>
          </a:bodyPr>
          <a:lstStyle/>
          <a:p>
            <a:r>
              <a:rPr lang="es-MX" sz="1400" b="1" dirty="0"/>
              <a:t>Detalle PDV con realización del mystery: </a:t>
            </a:r>
          </a:p>
        </p:txBody>
      </p:sp>
      <p:pic>
        <p:nvPicPr>
          <p:cNvPr id="5" name="Imagen 4">
            <a:extLst>
              <a:ext uri="{FF2B5EF4-FFF2-40B4-BE49-F238E27FC236}">
                <a16:creationId xmlns:a16="http://schemas.microsoft.com/office/drawing/2014/main" id="{C709C55F-0166-B9FA-EC86-83D8E9245043}"/>
              </a:ext>
            </a:extLst>
          </p:cNvPr>
          <p:cNvPicPr>
            <a:picLocks noChangeAspect="1"/>
          </p:cNvPicPr>
          <p:nvPr/>
        </p:nvPicPr>
        <p:blipFill>
          <a:blip r:embed="rId3">
            <a:biLevel thresh="75000"/>
          </a:blip>
          <a:stretch>
            <a:fillRect/>
          </a:stretch>
        </p:blipFill>
        <p:spPr>
          <a:xfrm>
            <a:off x="396360" y="2234428"/>
            <a:ext cx="463336" cy="463336"/>
          </a:xfrm>
          <a:prstGeom prst="rect">
            <a:avLst/>
          </a:prstGeom>
        </p:spPr>
      </p:pic>
      <p:sp>
        <p:nvSpPr>
          <p:cNvPr id="10" name="CuadroTexto 9">
            <a:extLst>
              <a:ext uri="{FF2B5EF4-FFF2-40B4-BE49-F238E27FC236}">
                <a16:creationId xmlns:a16="http://schemas.microsoft.com/office/drawing/2014/main" id="{455C021E-C081-F470-1561-7A72B77C082E}"/>
              </a:ext>
            </a:extLst>
          </p:cNvPr>
          <p:cNvSpPr txBox="1"/>
          <p:nvPr/>
        </p:nvSpPr>
        <p:spPr>
          <a:xfrm>
            <a:off x="884513" y="2215300"/>
            <a:ext cx="1613504" cy="584775"/>
          </a:xfrm>
          <a:prstGeom prst="rect">
            <a:avLst/>
          </a:prstGeom>
          <a:noFill/>
        </p:spPr>
        <p:txBody>
          <a:bodyPr wrap="square" rtlCol="0">
            <a:spAutoFit/>
          </a:bodyPr>
          <a:lstStyle/>
          <a:p>
            <a:r>
              <a:rPr lang="es-MX" sz="1600" dirty="0">
                <a:solidFill>
                  <a:schemeClr val="bg1"/>
                </a:solidFill>
              </a:rPr>
              <a:t>2 Mystery</a:t>
            </a:r>
          </a:p>
          <a:p>
            <a:r>
              <a:rPr lang="es-MX" sz="1600" b="1" dirty="0">
                <a:solidFill>
                  <a:schemeClr val="bg1"/>
                </a:solidFill>
              </a:rPr>
              <a:t>Cali</a:t>
            </a:r>
            <a:endParaRPr lang="es-CO" sz="1600" b="1" dirty="0">
              <a:solidFill>
                <a:schemeClr val="bg1"/>
              </a:solidFill>
            </a:endParaRPr>
          </a:p>
        </p:txBody>
      </p:sp>
      <p:pic>
        <p:nvPicPr>
          <p:cNvPr id="14" name="Imagen 13">
            <a:extLst>
              <a:ext uri="{FF2B5EF4-FFF2-40B4-BE49-F238E27FC236}">
                <a16:creationId xmlns:a16="http://schemas.microsoft.com/office/drawing/2014/main" id="{A8473A83-AB6C-CC2E-2439-8AB2F9612257}"/>
              </a:ext>
            </a:extLst>
          </p:cNvPr>
          <p:cNvPicPr>
            <a:picLocks noChangeAspect="1"/>
          </p:cNvPicPr>
          <p:nvPr/>
        </p:nvPicPr>
        <p:blipFill>
          <a:blip r:embed="rId3">
            <a:biLevel thresh="75000"/>
          </a:blip>
          <a:stretch>
            <a:fillRect/>
          </a:stretch>
        </p:blipFill>
        <p:spPr>
          <a:xfrm>
            <a:off x="371543" y="3155740"/>
            <a:ext cx="463336" cy="463336"/>
          </a:xfrm>
          <a:prstGeom prst="rect">
            <a:avLst/>
          </a:prstGeom>
        </p:spPr>
      </p:pic>
      <p:sp>
        <p:nvSpPr>
          <p:cNvPr id="18" name="CuadroTexto 17">
            <a:extLst>
              <a:ext uri="{FF2B5EF4-FFF2-40B4-BE49-F238E27FC236}">
                <a16:creationId xmlns:a16="http://schemas.microsoft.com/office/drawing/2014/main" id="{12E3D6B0-A00A-E70F-93B8-155EDCA8A27A}"/>
              </a:ext>
            </a:extLst>
          </p:cNvPr>
          <p:cNvSpPr txBox="1"/>
          <p:nvPr/>
        </p:nvSpPr>
        <p:spPr>
          <a:xfrm>
            <a:off x="859696" y="3136612"/>
            <a:ext cx="1613504" cy="584775"/>
          </a:xfrm>
          <a:prstGeom prst="rect">
            <a:avLst/>
          </a:prstGeom>
          <a:noFill/>
        </p:spPr>
        <p:txBody>
          <a:bodyPr wrap="square" rtlCol="0">
            <a:spAutoFit/>
          </a:bodyPr>
          <a:lstStyle/>
          <a:p>
            <a:r>
              <a:rPr lang="es-MX" sz="1600" dirty="0">
                <a:solidFill>
                  <a:schemeClr val="bg1"/>
                </a:solidFill>
              </a:rPr>
              <a:t>4 Mystery</a:t>
            </a:r>
          </a:p>
          <a:p>
            <a:r>
              <a:rPr lang="es-MX" sz="1600" b="1" dirty="0">
                <a:solidFill>
                  <a:schemeClr val="bg1"/>
                </a:solidFill>
              </a:rPr>
              <a:t>Medellín</a:t>
            </a:r>
            <a:endParaRPr lang="es-CO" sz="1600" b="1" dirty="0">
              <a:solidFill>
                <a:schemeClr val="bg1"/>
              </a:solidFill>
            </a:endParaRPr>
          </a:p>
        </p:txBody>
      </p:sp>
      <p:pic>
        <p:nvPicPr>
          <p:cNvPr id="19" name="Imagen 18">
            <a:extLst>
              <a:ext uri="{FF2B5EF4-FFF2-40B4-BE49-F238E27FC236}">
                <a16:creationId xmlns:a16="http://schemas.microsoft.com/office/drawing/2014/main" id="{641EBE12-80C7-75F8-17A7-C97EE37AA40A}"/>
              </a:ext>
            </a:extLst>
          </p:cNvPr>
          <p:cNvPicPr>
            <a:picLocks noChangeAspect="1"/>
          </p:cNvPicPr>
          <p:nvPr/>
        </p:nvPicPr>
        <p:blipFill>
          <a:blip r:embed="rId3">
            <a:biLevel thresh="75000"/>
          </a:blip>
          <a:stretch>
            <a:fillRect/>
          </a:stretch>
        </p:blipFill>
        <p:spPr>
          <a:xfrm>
            <a:off x="346726" y="4198491"/>
            <a:ext cx="463336" cy="463336"/>
          </a:xfrm>
          <a:prstGeom prst="rect">
            <a:avLst/>
          </a:prstGeom>
        </p:spPr>
      </p:pic>
      <p:sp>
        <p:nvSpPr>
          <p:cNvPr id="22" name="CuadroTexto 21">
            <a:extLst>
              <a:ext uri="{FF2B5EF4-FFF2-40B4-BE49-F238E27FC236}">
                <a16:creationId xmlns:a16="http://schemas.microsoft.com/office/drawing/2014/main" id="{D5B6787F-8ADF-7197-8419-53AB256C2BC6}"/>
              </a:ext>
            </a:extLst>
          </p:cNvPr>
          <p:cNvSpPr txBox="1"/>
          <p:nvPr/>
        </p:nvSpPr>
        <p:spPr>
          <a:xfrm>
            <a:off x="834879" y="4179363"/>
            <a:ext cx="1613504" cy="584775"/>
          </a:xfrm>
          <a:prstGeom prst="rect">
            <a:avLst/>
          </a:prstGeom>
          <a:noFill/>
        </p:spPr>
        <p:txBody>
          <a:bodyPr wrap="square" rtlCol="0">
            <a:spAutoFit/>
          </a:bodyPr>
          <a:lstStyle/>
          <a:p>
            <a:r>
              <a:rPr lang="es-MX" sz="1600" dirty="0">
                <a:solidFill>
                  <a:schemeClr val="bg1"/>
                </a:solidFill>
              </a:rPr>
              <a:t>6 Mystery</a:t>
            </a:r>
          </a:p>
          <a:p>
            <a:r>
              <a:rPr lang="es-MX" sz="1600" b="1" dirty="0">
                <a:solidFill>
                  <a:schemeClr val="bg1"/>
                </a:solidFill>
              </a:rPr>
              <a:t>Bogotá</a:t>
            </a:r>
            <a:endParaRPr lang="es-CO" sz="1600" b="1" dirty="0">
              <a:solidFill>
                <a:schemeClr val="bg1"/>
              </a:solidFill>
            </a:endParaRPr>
          </a:p>
        </p:txBody>
      </p:sp>
      <p:pic>
        <p:nvPicPr>
          <p:cNvPr id="23" name="Imagen 22">
            <a:extLst>
              <a:ext uri="{FF2B5EF4-FFF2-40B4-BE49-F238E27FC236}">
                <a16:creationId xmlns:a16="http://schemas.microsoft.com/office/drawing/2014/main" id="{59C38FF5-B202-95E4-AD2F-E73B8F48C9F7}"/>
              </a:ext>
            </a:extLst>
          </p:cNvPr>
          <p:cNvPicPr>
            <a:picLocks noChangeAspect="1"/>
          </p:cNvPicPr>
          <p:nvPr/>
        </p:nvPicPr>
        <p:blipFill>
          <a:blip r:embed="rId3">
            <a:biLevel thresh="75000"/>
          </a:blip>
          <a:stretch>
            <a:fillRect/>
          </a:stretch>
        </p:blipFill>
        <p:spPr>
          <a:xfrm>
            <a:off x="346726" y="5064909"/>
            <a:ext cx="463336" cy="463336"/>
          </a:xfrm>
          <a:prstGeom prst="rect">
            <a:avLst/>
          </a:prstGeom>
        </p:spPr>
      </p:pic>
      <p:sp>
        <p:nvSpPr>
          <p:cNvPr id="24" name="CuadroTexto 23">
            <a:extLst>
              <a:ext uri="{FF2B5EF4-FFF2-40B4-BE49-F238E27FC236}">
                <a16:creationId xmlns:a16="http://schemas.microsoft.com/office/drawing/2014/main" id="{6EBCA8F0-41A7-36C1-4588-E417E68D56B2}"/>
              </a:ext>
            </a:extLst>
          </p:cNvPr>
          <p:cNvSpPr txBox="1"/>
          <p:nvPr/>
        </p:nvSpPr>
        <p:spPr>
          <a:xfrm>
            <a:off x="834879" y="5022864"/>
            <a:ext cx="1613504" cy="584775"/>
          </a:xfrm>
          <a:prstGeom prst="rect">
            <a:avLst/>
          </a:prstGeom>
          <a:noFill/>
        </p:spPr>
        <p:txBody>
          <a:bodyPr wrap="square" rtlCol="0">
            <a:spAutoFit/>
          </a:bodyPr>
          <a:lstStyle/>
          <a:p>
            <a:r>
              <a:rPr lang="es-MX" sz="1600" dirty="0">
                <a:solidFill>
                  <a:schemeClr val="bg1"/>
                </a:solidFill>
              </a:rPr>
              <a:t>3 Mystery</a:t>
            </a:r>
          </a:p>
          <a:p>
            <a:r>
              <a:rPr lang="es-MX" sz="1600" b="1" dirty="0">
                <a:solidFill>
                  <a:schemeClr val="bg1"/>
                </a:solidFill>
              </a:rPr>
              <a:t>Barranquilla</a:t>
            </a:r>
            <a:endParaRPr lang="es-CO" sz="1600" b="1" dirty="0">
              <a:solidFill>
                <a:schemeClr val="bg1"/>
              </a:solidFill>
            </a:endParaRPr>
          </a:p>
        </p:txBody>
      </p:sp>
      <p:pic>
        <p:nvPicPr>
          <p:cNvPr id="32" name="Imagen 31">
            <a:extLst>
              <a:ext uri="{FF2B5EF4-FFF2-40B4-BE49-F238E27FC236}">
                <a16:creationId xmlns:a16="http://schemas.microsoft.com/office/drawing/2014/main" id="{61F0C1BC-2943-84AA-13E6-B10D5132CAE4}"/>
              </a:ext>
            </a:extLst>
          </p:cNvPr>
          <p:cNvPicPr>
            <a:picLocks noChangeAspect="1"/>
          </p:cNvPicPr>
          <p:nvPr/>
        </p:nvPicPr>
        <p:blipFill>
          <a:blip r:embed="rId4"/>
          <a:stretch>
            <a:fillRect/>
          </a:stretch>
        </p:blipFill>
        <p:spPr>
          <a:xfrm>
            <a:off x="2990334" y="1545879"/>
            <a:ext cx="6896512" cy="1183305"/>
          </a:xfrm>
          <a:prstGeom prst="rect">
            <a:avLst/>
          </a:prstGeom>
        </p:spPr>
      </p:pic>
      <p:pic>
        <p:nvPicPr>
          <p:cNvPr id="36" name="Imagen 35">
            <a:extLst>
              <a:ext uri="{FF2B5EF4-FFF2-40B4-BE49-F238E27FC236}">
                <a16:creationId xmlns:a16="http://schemas.microsoft.com/office/drawing/2014/main" id="{B97CE162-756F-2547-0A39-92BA3A087F35}"/>
              </a:ext>
            </a:extLst>
          </p:cNvPr>
          <p:cNvPicPr>
            <a:picLocks noChangeAspect="1"/>
          </p:cNvPicPr>
          <p:nvPr/>
        </p:nvPicPr>
        <p:blipFill>
          <a:blip r:embed="rId5"/>
          <a:stretch>
            <a:fillRect/>
          </a:stretch>
        </p:blipFill>
        <p:spPr>
          <a:xfrm>
            <a:off x="2990335" y="3087450"/>
            <a:ext cx="7122494" cy="1815607"/>
          </a:xfrm>
          <a:prstGeom prst="rect">
            <a:avLst/>
          </a:prstGeom>
        </p:spPr>
      </p:pic>
      <p:pic>
        <p:nvPicPr>
          <p:cNvPr id="37" name="Imagen 36">
            <a:extLst>
              <a:ext uri="{FF2B5EF4-FFF2-40B4-BE49-F238E27FC236}">
                <a16:creationId xmlns:a16="http://schemas.microsoft.com/office/drawing/2014/main" id="{00113CBB-CF91-FD0D-EB7D-6EB84B8BC285}"/>
              </a:ext>
            </a:extLst>
          </p:cNvPr>
          <p:cNvPicPr>
            <a:picLocks noChangeAspect="1"/>
          </p:cNvPicPr>
          <p:nvPr/>
        </p:nvPicPr>
        <p:blipFill>
          <a:blip r:embed="rId6"/>
          <a:stretch>
            <a:fillRect/>
          </a:stretch>
        </p:blipFill>
        <p:spPr>
          <a:xfrm>
            <a:off x="2994616" y="5210835"/>
            <a:ext cx="5245100" cy="1619250"/>
          </a:xfrm>
          <a:prstGeom prst="rect">
            <a:avLst/>
          </a:prstGeom>
        </p:spPr>
      </p:pic>
    </p:spTree>
    <p:extLst>
      <p:ext uri="{BB962C8B-B14F-4D97-AF65-F5344CB8AC3E}">
        <p14:creationId xmlns:p14="http://schemas.microsoft.com/office/powerpoint/2010/main" val="342973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3BB59-6F95-ACA7-F6A3-03A90C64BAA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BDAD8D4D-92EC-8251-7521-7AC3DDA41FB1}"/>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B10D5AC-69E4-6545-8A99-0D431BC418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089861"/>
            <a:ext cx="2560659" cy="485171"/>
          </a:xfrm>
          <a:prstGeom prst="rect">
            <a:avLst/>
          </a:prstGeom>
        </p:spPr>
      </p:pic>
      <p:cxnSp>
        <p:nvCxnSpPr>
          <p:cNvPr id="20" name="Conector recto 19">
            <a:extLst>
              <a:ext uri="{FF2B5EF4-FFF2-40B4-BE49-F238E27FC236}">
                <a16:creationId xmlns:a16="http://schemas.microsoft.com/office/drawing/2014/main" id="{83CF6D08-E4E3-66F9-5889-B4502399B48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6" name="CuadroTexto 25">
            <a:extLst>
              <a:ext uri="{FF2B5EF4-FFF2-40B4-BE49-F238E27FC236}">
                <a16:creationId xmlns:a16="http://schemas.microsoft.com/office/drawing/2014/main" id="{34B3AD1F-D607-BE1B-3508-F6F4A2648F08}"/>
              </a:ext>
            </a:extLst>
          </p:cNvPr>
          <p:cNvSpPr txBox="1"/>
          <p:nvPr/>
        </p:nvSpPr>
        <p:spPr>
          <a:xfrm>
            <a:off x="2836378" y="117647"/>
            <a:ext cx="4288100" cy="707886"/>
          </a:xfrm>
          <a:prstGeom prst="rect">
            <a:avLst/>
          </a:prstGeom>
          <a:noFill/>
        </p:spPr>
        <p:txBody>
          <a:bodyPr wrap="square" rtlCol="0">
            <a:spAutoFit/>
          </a:bodyPr>
          <a:lstStyle/>
          <a:p>
            <a:r>
              <a:rPr lang="es-MX" sz="2000" b="1" dirty="0"/>
              <a:t>INFORME DE IMPULSO </a:t>
            </a:r>
          </a:p>
          <a:p>
            <a:r>
              <a:rPr lang="es-MX" sz="2000" b="1" dirty="0"/>
              <a:t>Abril 2025</a:t>
            </a:r>
            <a:endParaRPr lang="es-CO" dirty="0"/>
          </a:p>
        </p:txBody>
      </p:sp>
      <p:pic>
        <p:nvPicPr>
          <p:cNvPr id="14" name="Imagen 13">
            <a:extLst>
              <a:ext uri="{FF2B5EF4-FFF2-40B4-BE49-F238E27FC236}">
                <a16:creationId xmlns:a16="http://schemas.microsoft.com/office/drawing/2014/main" id="{1FA6177B-1C8F-77AF-0EEC-FF31C73A60BB}"/>
              </a:ext>
            </a:extLst>
          </p:cNvPr>
          <p:cNvPicPr>
            <a:picLocks noChangeAspect="1"/>
          </p:cNvPicPr>
          <p:nvPr/>
        </p:nvPicPr>
        <p:blipFill>
          <a:blip r:embed="rId3">
            <a:biLevel thresh="75000"/>
          </a:blip>
          <a:stretch>
            <a:fillRect/>
          </a:stretch>
        </p:blipFill>
        <p:spPr>
          <a:xfrm>
            <a:off x="4270230" y="1834967"/>
            <a:ext cx="1000316" cy="1000316"/>
          </a:xfrm>
          <a:prstGeom prst="rect">
            <a:avLst/>
          </a:prstGeom>
        </p:spPr>
      </p:pic>
      <p:sp>
        <p:nvSpPr>
          <p:cNvPr id="2" name="CuadroTexto 1">
            <a:extLst>
              <a:ext uri="{FF2B5EF4-FFF2-40B4-BE49-F238E27FC236}">
                <a16:creationId xmlns:a16="http://schemas.microsoft.com/office/drawing/2014/main" id="{D741CCE3-A2F0-C75B-2695-53F2C71ABBFC}"/>
              </a:ext>
            </a:extLst>
          </p:cNvPr>
          <p:cNvSpPr txBox="1"/>
          <p:nvPr/>
        </p:nvSpPr>
        <p:spPr>
          <a:xfrm>
            <a:off x="5672783" y="2042737"/>
            <a:ext cx="1814327" cy="646331"/>
          </a:xfrm>
          <a:prstGeom prst="rect">
            <a:avLst/>
          </a:prstGeom>
          <a:noFill/>
        </p:spPr>
        <p:txBody>
          <a:bodyPr wrap="square" lIns="91440" tIns="45720" rIns="91440" bIns="45720" rtlCol="0" anchor="t">
            <a:spAutoFit/>
          </a:bodyPr>
          <a:lstStyle/>
          <a:p>
            <a:r>
              <a:rPr lang="es-MX" dirty="0"/>
              <a:t> 15 PDV VISITADOS</a:t>
            </a:r>
            <a:endParaRPr lang="es-CO" b="1" dirty="0"/>
          </a:p>
        </p:txBody>
      </p:sp>
      <p:pic>
        <p:nvPicPr>
          <p:cNvPr id="3" name="Imagen 2">
            <a:extLst>
              <a:ext uri="{FF2B5EF4-FFF2-40B4-BE49-F238E27FC236}">
                <a16:creationId xmlns:a16="http://schemas.microsoft.com/office/drawing/2014/main" id="{C4546795-832D-6F06-1FD6-114603C8D61B}"/>
              </a:ext>
            </a:extLst>
          </p:cNvPr>
          <p:cNvPicPr>
            <a:picLocks noChangeAspect="1"/>
          </p:cNvPicPr>
          <p:nvPr/>
        </p:nvPicPr>
        <p:blipFill>
          <a:blip r:embed="rId4">
            <a:grayscl/>
          </a:blip>
          <a:stretch>
            <a:fillRect/>
          </a:stretch>
        </p:blipFill>
        <p:spPr>
          <a:xfrm>
            <a:off x="4320514" y="3245922"/>
            <a:ext cx="1080966" cy="836879"/>
          </a:xfrm>
          <a:prstGeom prst="rect">
            <a:avLst/>
          </a:prstGeom>
        </p:spPr>
      </p:pic>
      <p:sp>
        <p:nvSpPr>
          <p:cNvPr id="5" name="CuadroTexto 4">
            <a:extLst>
              <a:ext uri="{FF2B5EF4-FFF2-40B4-BE49-F238E27FC236}">
                <a16:creationId xmlns:a16="http://schemas.microsoft.com/office/drawing/2014/main" id="{4F47B6CB-1FFF-E256-3B60-80F96E2E701A}"/>
              </a:ext>
            </a:extLst>
          </p:cNvPr>
          <p:cNvSpPr txBox="1"/>
          <p:nvPr/>
        </p:nvSpPr>
        <p:spPr>
          <a:xfrm>
            <a:off x="5672783" y="3341197"/>
            <a:ext cx="1814327" cy="923330"/>
          </a:xfrm>
          <a:prstGeom prst="rect">
            <a:avLst/>
          </a:prstGeom>
          <a:noFill/>
        </p:spPr>
        <p:txBody>
          <a:bodyPr wrap="square" lIns="91440" tIns="45720" rIns="91440" bIns="45720" rtlCol="0" anchor="t">
            <a:spAutoFit/>
          </a:bodyPr>
          <a:lstStyle/>
          <a:p>
            <a:r>
              <a:rPr lang="es-MX" dirty="0"/>
              <a:t>15 PDV EJECUTADOS EFECTIVOS</a:t>
            </a:r>
            <a:endParaRPr lang="es-CO" b="1" dirty="0"/>
          </a:p>
        </p:txBody>
      </p:sp>
      <p:pic>
        <p:nvPicPr>
          <p:cNvPr id="6" name="Imagen 5">
            <a:extLst>
              <a:ext uri="{FF2B5EF4-FFF2-40B4-BE49-F238E27FC236}">
                <a16:creationId xmlns:a16="http://schemas.microsoft.com/office/drawing/2014/main" id="{5006051F-E137-C87F-D99B-899CB47D7F8C}"/>
              </a:ext>
            </a:extLst>
          </p:cNvPr>
          <p:cNvPicPr>
            <a:picLocks noChangeAspect="1"/>
          </p:cNvPicPr>
          <p:nvPr/>
        </p:nvPicPr>
        <p:blipFill>
          <a:blip r:embed="rId5">
            <a:grayscl/>
          </a:blip>
          <a:stretch>
            <a:fillRect/>
          </a:stretch>
        </p:blipFill>
        <p:spPr>
          <a:xfrm>
            <a:off x="7758413" y="3034880"/>
            <a:ext cx="1262184" cy="1262184"/>
          </a:xfrm>
          <a:prstGeom prst="rect">
            <a:avLst/>
          </a:prstGeom>
        </p:spPr>
      </p:pic>
      <p:sp>
        <p:nvSpPr>
          <p:cNvPr id="32" name="CuadroTexto 31">
            <a:extLst>
              <a:ext uri="{FF2B5EF4-FFF2-40B4-BE49-F238E27FC236}">
                <a16:creationId xmlns:a16="http://schemas.microsoft.com/office/drawing/2014/main" id="{65CF82E9-803D-78A7-6EE6-D761E7236721}"/>
              </a:ext>
            </a:extLst>
          </p:cNvPr>
          <p:cNvSpPr txBox="1"/>
          <p:nvPr/>
        </p:nvSpPr>
        <p:spPr>
          <a:xfrm>
            <a:off x="4397744" y="4723368"/>
            <a:ext cx="926505" cy="461665"/>
          </a:xfrm>
          <a:prstGeom prst="rect">
            <a:avLst/>
          </a:prstGeom>
          <a:noFill/>
        </p:spPr>
        <p:txBody>
          <a:bodyPr wrap="square" lIns="91440" tIns="45720" rIns="91440" bIns="45720" rtlCol="0" anchor="t">
            <a:spAutoFit/>
          </a:bodyPr>
          <a:lstStyle/>
          <a:p>
            <a:r>
              <a:rPr lang="es-MX" sz="2400" b="1" dirty="0">
                <a:latin typeface="Franklin Gothic Demi"/>
              </a:rPr>
              <a:t>68%</a:t>
            </a:r>
          </a:p>
        </p:txBody>
      </p:sp>
      <p:sp>
        <p:nvSpPr>
          <p:cNvPr id="34" name="CuadroTexto 33">
            <a:extLst>
              <a:ext uri="{FF2B5EF4-FFF2-40B4-BE49-F238E27FC236}">
                <a16:creationId xmlns:a16="http://schemas.microsoft.com/office/drawing/2014/main" id="{E5EFF196-6B09-2BA0-10C6-A9CA97CECD06}"/>
              </a:ext>
            </a:extLst>
          </p:cNvPr>
          <p:cNvSpPr txBox="1"/>
          <p:nvPr/>
        </p:nvSpPr>
        <p:spPr>
          <a:xfrm>
            <a:off x="5672783" y="4538702"/>
            <a:ext cx="1964026" cy="923330"/>
          </a:xfrm>
          <a:prstGeom prst="rect">
            <a:avLst/>
          </a:prstGeom>
          <a:noFill/>
        </p:spPr>
        <p:txBody>
          <a:bodyPr wrap="square" rtlCol="0">
            <a:spAutoFit/>
          </a:bodyPr>
          <a:lstStyle/>
          <a:p>
            <a:r>
              <a:rPr lang="es-MX" dirty="0"/>
              <a:t>CALIFICACION CIERRE MYSTERY</a:t>
            </a:r>
            <a:br>
              <a:rPr lang="es-MX" dirty="0"/>
            </a:br>
            <a:endParaRPr lang="es-CO" b="1" dirty="0"/>
          </a:p>
        </p:txBody>
      </p:sp>
      <p:sp>
        <p:nvSpPr>
          <p:cNvPr id="35" name="CuadroTexto 34">
            <a:extLst>
              <a:ext uri="{FF2B5EF4-FFF2-40B4-BE49-F238E27FC236}">
                <a16:creationId xmlns:a16="http://schemas.microsoft.com/office/drawing/2014/main" id="{6B7CC1DA-AA9D-2D01-25C7-BAC063BC4F53}"/>
              </a:ext>
            </a:extLst>
          </p:cNvPr>
          <p:cNvSpPr txBox="1"/>
          <p:nvPr/>
        </p:nvSpPr>
        <p:spPr>
          <a:xfrm>
            <a:off x="9183985" y="3202696"/>
            <a:ext cx="1964026" cy="923330"/>
          </a:xfrm>
          <a:prstGeom prst="rect">
            <a:avLst/>
          </a:prstGeom>
          <a:noFill/>
        </p:spPr>
        <p:txBody>
          <a:bodyPr wrap="square" lIns="91440" tIns="45720" rIns="91440" bIns="45720" rtlCol="0" anchor="t">
            <a:spAutoFit/>
          </a:bodyPr>
          <a:lstStyle/>
          <a:p>
            <a:r>
              <a:rPr lang="es-MX" dirty="0"/>
              <a:t>8  MISTERY´S REALIZADOS EFECTIVOS</a:t>
            </a:r>
            <a:endParaRPr lang="es-CO" b="1" dirty="0"/>
          </a:p>
        </p:txBody>
      </p:sp>
      <p:graphicFrame>
        <p:nvGraphicFramePr>
          <p:cNvPr id="7" name="Gráfico 6">
            <a:extLst>
              <a:ext uri="{FF2B5EF4-FFF2-40B4-BE49-F238E27FC236}">
                <a16:creationId xmlns:a16="http://schemas.microsoft.com/office/drawing/2014/main" id="{EF6E38B5-F75F-83F3-768F-5320BC939261}"/>
              </a:ext>
            </a:extLst>
          </p:cNvPr>
          <p:cNvGraphicFramePr/>
          <p:nvPr>
            <p:extLst>
              <p:ext uri="{D42A27DB-BD31-4B8C-83A1-F6EECF244321}">
                <p14:modId xmlns:p14="http://schemas.microsoft.com/office/powerpoint/2010/main" val="738733715"/>
              </p:ext>
            </p:extLst>
          </p:nvPr>
        </p:nvGraphicFramePr>
        <p:xfrm>
          <a:off x="3825004" y="4297064"/>
          <a:ext cx="1847779" cy="140340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58472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48E46499-D46B-C1F8-52AE-10C2A0EC5845}"/>
              </a:ext>
            </a:extLst>
          </p:cNvPr>
          <p:cNvSpPr txBox="1"/>
          <p:nvPr/>
        </p:nvSpPr>
        <p:spPr>
          <a:xfrm>
            <a:off x="2902158" y="748310"/>
            <a:ext cx="8572533" cy="492443"/>
          </a:xfrm>
          <a:prstGeom prst="rect">
            <a:avLst/>
          </a:prstGeom>
          <a:noFill/>
        </p:spPr>
        <p:txBody>
          <a:bodyPr wrap="square" lIns="91440" tIns="45720" rIns="91440" bIns="45720" rtlCol="0" anchor="t">
            <a:spAutoFit/>
          </a:bodyPr>
          <a:lstStyle/>
          <a:p>
            <a:r>
              <a:rPr lang="es-MX" sz="1300" dirty="0"/>
              <a:t>Evaluando  pdv se obtiene un resultado del Mystery de un 68 </a:t>
            </a:r>
            <a:r>
              <a:rPr lang="es-MX" sz="1300" b="1" dirty="0"/>
              <a:t>%</a:t>
            </a:r>
            <a:r>
              <a:rPr lang="es-MX" sz="1300" dirty="0"/>
              <a:t> frente a los KPIS propuestos de gestión. Donde los clúster con oportunidad esta en temas de portafolio y labor de venta. </a:t>
            </a:r>
            <a:endParaRPr lang="es-CO" sz="1300" dirty="0"/>
          </a:p>
        </p:txBody>
      </p:sp>
      <p:cxnSp>
        <p:nvCxnSpPr>
          <p:cNvPr id="9" name="Conector recto 8">
            <a:extLst>
              <a:ext uri="{FF2B5EF4-FFF2-40B4-BE49-F238E27FC236}">
                <a16:creationId xmlns:a16="http://schemas.microsoft.com/office/drawing/2014/main" id="{60612E95-AE01-9B17-0E21-5EE5B44125E7}"/>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D17A6D0F-35FB-EDAC-70F0-45EE2E8B3408}"/>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RESULTADOS OBTENIDOS</a:t>
            </a:r>
            <a:endParaRPr lang="es-CO" sz="1400" b="1"/>
          </a:p>
        </p:txBody>
      </p:sp>
      <p:sp>
        <p:nvSpPr>
          <p:cNvPr id="15" name="CuadroTexto 14">
            <a:extLst>
              <a:ext uri="{FF2B5EF4-FFF2-40B4-BE49-F238E27FC236}">
                <a16:creationId xmlns:a16="http://schemas.microsoft.com/office/drawing/2014/main" id="{A88ED2A4-2DAA-EC7D-CD02-DB70F5C1796C}"/>
              </a:ext>
            </a:extLst>
          </p:cNvPr>
          <p:cNvSpPr txBox="1"/>
          <p:nvPr/>
        </p:nvSpPr>
        <p:spPr>
          <a:xfrm>
            <a:off x="2990334" y="58315"/>
            <a:ext cx="4288100" cy="615553"/>
          </a:xfrm>
          <a:prstGeom prst="rect">
            <a:avLst/>
          </a:prstGeom>
          <a:noFill/>
        </p:spPr>
        <p:txBody>
          <a:bodyPr wrap="square" lIns="91440" tIns="45720" rIns="91440" bIns="45720" rtlCol="0" anchor="t">
            <a:spAutoFit/>
          </a:bodyPr>
          <a:lstStyle/>
          <a:p>
            <a:r>
              <a:rPr lang="es-MX" b="1" dirty="0"/>
              <a:t>MYSTERY PURINA</a:t>
            </a:r>
          </a:p>
          <a:p>
            <a:r>
              <a:rPr lang="es-MX" sz="1600" dirty="0"/>
              <a:t>Abril</a:t>
            </a:r>
            <a:endParaRPr lang="es-CO" sz="1600" dirty="0"/>
          </a:p>
        </p:txBody>
      </p:sp>
      <p:sp>
        <p:nvSpPr>
          <p:cNvPr id="16" name="CuadroTexto 15">
            <a:extLst>
              <a:ext uri="{FF2B5EF4-FFF2-40B4-BE49-F238E27FC236}">
                <a16:creationId xmlns:a16="http://schemas.microsoft.com/office/drawing/2014/main" id="{D8063B67-3175-923E-34E7-99003649E402}"/>
              </a:ext>
            </a:extLst>
          </p:cNvPr>
          <p:cNvSpPr txBox="1"/>
          <p:nvPr/>
        </p:nvSpPr>
        <p:spPr>
          <a:xfrm>
            <a:off x="707038" y="2020698"/>
            <a:ext cx="1814327" cy="584775"/>
          </a:xfrm>
          <a:prstGeom prst="rect">
            <a:avLst/>
          </a:prstGeom>
          <a:noFill/>
        </p:spPr>
        <p:txBody>
          <a:bodyPr wrap="square" lIns="91440" tIns="45720" rIns="91440" bIns="45720" rtlCol="0" anchor="t">
            <a:spAutoFit/>
          </a:bodyPr>
          <a:lstStyle/>
          <a:p>
            <a:r>
              <a:rPr lang="es-MX" sz="1600" dirty="0">
                <a:solidFill>
                  <a:schemeClr val="bg1"/>
                </a:solidFill>
              </a:rPr>
              <a:t>8 pdv evaluados</a:t>
            </a:r>
          </a:p>
          <a:p>
            <a:r>
              <a:rPr lang="es-MX" sz="1600" b="1" dirty="0">
                <a:solidFill>
                  <a:schemeClr val="bg1"/>
                </a:solidFill>
              </a:rPr>
              <a:t>Total</a:t>
            </a:r>
            <a:endParaRPr lang="es-CO" sz="1600" b="1" dirty="0">
              <a:solidFill>
                <a:schemeClr val="bg1"/>
              </a:solidFill>
            </a:endParaRPr>
          </a:p>
        </p:txBody>
      </p:sp>
      <p:pic>
        <p:nvPicPr>
          <p:cNvPr id="17" name="Imagen 16">
            <a:extLst>
              <a:ext uri="{FF2B5EF4-FFF2-40B4-BE49-F238E27FC236}">
                <a16:creationId xmlns:a16="http://schemas.microsoft.com/office/drawing/2014/main" id="{6C9A7ABC-15F6-EFC6-8FF0-00372A881F5A}"/>
              </a:ext>
            </a:extLst>
          </p:cNvPr>
          <p:cNvPicPr>
            <a:picLocks noChangeAspect="1"/>
          </p:cNvPicPr>
          <p:nvPr/>
        </p:nvPicPr>
        <p:blipFill>
          <a:blip r:embed="rId3">
            <a:biLevel thresh="75000"/>
          </a:blip>
          <a:stretch>
            <a:fillRect/>
          </a:stretch>
        </p:blipFill>
        <p:spPr>
          <a:xfrm>
            <a:off x="207800" y="2064390"/>
            <a:ext cx="463336" cy="463336"/>
          </a:xfrm>
          <a:prstGeom prst="rect">
            <a:avLst/>
          </a:prstGeom>
        </p:spPr>
      </p:pic>
      <p:sp>
        <p:nvSpPr>
          <p:cNvPr id="31" name="CuadroTexto 30">
            <a:extLst>
              <a:ext uri="{FF2B5EF4-FFF2-40B4-BE49-F238E27FC236}">
                <a16:creationId xmlns:a16="http://schemas.microsoft.com/office/drawing/2014/main" id="{3DDA9517-13BA-FD7C-D421-287A572F0437}"/>
              </a:ext>
            </a:extLst>
          </p:cNvPr>
          <p:cNvSpPr txBox="1"/>
          <p:nvPr/>
        </p:nvSpPr>
        <p:spPr>
          <a:xfrm>
            <a:off x="882986" y="3987416"/>
            <a:ext cx="859164" cy="461665"/>
          </a:xfrm>
          <a:prstGeom prst="rect">
            <a:avLst/>
          </a:prstGeom>
          <a:noFill/>
        </p:spPr>
        <p:txBody>
          <a:bodyPr wrap="square" lIns="91440" tIns="45720" rIns="91440" bIns="45720" rtlCol="0" anchor="t">
            <a:spAutoFit/>
          </a:bodyPr>
          <a:lstStyle/>
          <a:p>
            <a:r>
              <a:rPr lang="es-MX" sz="2400" b="1" dirty="0">
                <a:solidFill>
                  <a:schemeClr val="bg1"/>
                </a:solidFill>
                <a:latin typeface="Franklin Gothic Demi"/>
              </a:rPr>
              <a:t>68%</a:t>
            </a:r>
            <a:endParaRPr lang="es-CO" sz="2400" b="1" dirty="0">
              <a:solidFill>
                <a:schemeClr val="bg1"/>
              </a:solidFill>
              <a:latin typeface="Franklin Gothic Demi"/>
            </a:endParaRPr>
          </a:p>
        </p:txBody>
      </p:sp>
      <p:sp>
        <p:nvSpPr>
          <p:cNvPr id="33" name="CuadroTexto 32">
            <a:extLst>
              <a:ext uri="{FF2B5EF4-FFF2-40B4-BE49-F238E27FC236}">
                <a16:creationId xmlns:a16="http://schemas.microsoft.com/office/drawing/2014/main" id="{1B2138D5-5A17-33F2-3955-097D717BD3DD}"/>
              </a:ext>
            </a:extLst>
          </p:cNvPr>
          <p:cNvSpPr txBox="1"/>
          <p:nvPr/>
        </p:nvSpPr>
        <p:spPr>
          <a:xfrm>
            <a:off x="615835" y="4739242"/>
            <a:ext cx="1234055" cy="1015663"/>
          </a:xfrm>
          <a:prstGeom prst="rect">
            <a:avLst/>
          </a:prstGeom>
          <a:noFill/>
        </p:spPr>
        <p:txBody>
          <a:bodyPr wrap="square" rtlCol="0">
            <a:spAutoFit/>
          </a:bodyPr>
          <a:lstStyle/>
          <a:p>
            <a:pPr algn="ctr"/>
            <a:r>
              <a:rPr lang="es-MX" sz="1200" b="1" dirty="0">
                <a:solidFill>
                  <a:schemeClr val="bg1"/>
                </a:solidFill>
                <a:latin typeface="Franklin Gothic Demi" panose="020B0703020102020204" pitchFamily="34" charset="0"/>
              </a:rPr>
              <a:t>Cierre Mystery</a:t>
            </a:r>
          </a:p>
          <a:p>
            <a:pPr algn="ctr"/>
            <a:r>
              <a:rPr lang="es-MX" sz="1200" dirty="0">
                <a:solidFill>
                  <a:schemeClr val="bg1"/>
                </a:solidFill>
                <a:latin typeface="Franklin Gothic Demi" panose="020B0703020102020204" pitchFamily="34" charset="0"/>
              </a:rPr>
              <a:t>Puntaje en Base objetivo calificación/Total calificación</a:t>
            </a:r>
            <a:endParaRPr lang="es-CO" sz="1200" dirty="0">
              <a:solidFill>
                <a:schemeClr val="bg1"/>
              </a:solidFill>
              <a:latin typeface="Franklin Gothic Demi" panose="020B0703020102020204" pitchFamily="34" charset="0"/>
            </a:endParaRPr>
          </a:p>
        </p:txBody>
      </p:sp>
      <p:sp>
        <p:nvSpPr>
          <p:cNvPr id="34" name="CuadroTexto 33">
            <a:extLst>
              <a:ext uri="{FF2B5EF4-FFF2-40B4-BE49-F238E27FC236}">
                <a16:creationId xmlns:a16="http://schemas.microsoft.com/office/drawing/2014/main" id="{3677705F-285C-BC80-D5A1-1A5A9E491B60}"/>
              </a:ext>
            </a:extLst>
          </p:cNvPr>
          <p:cNvSpPr txBox="1"/>
          <p:nvPr/>
        </p:nvSpPr>
        <p:spPr>
          <a:xfrm>
            <a:off x="83963" y="3163643"/>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67" name="CuadroTexto 66">
            <a:extLst>
              <a:ext uri="{FF2B5EF4-FFF2-40B4-BE49-F238E27FC236}">
                <a16:creationId xmlns:a16="http://schemas.microsoft.com/office/drawing/2014/main" id="{7BA7F248-4154-5DBD-2F41-565B0C8AAA76}"/>
              </a:ext>
            </a:extLst>
          </p:cNvPr>
          <p:cNvSpPr txBox="1"/>
          <p:nvPr/>
        </p:nvSpPr>
        <p:spPr>
          <a:xfrm>
            <a:off x="8239605" y="1213845"/>
            <a:ext cx="3744595" cy="3493264"/>
          </a:xfrm>
          <a:prstGeom prst="rect">
            <a:avLst/>
          </a:prstGeom>
          <a:noFill/>
          <a:ln w="3175">
            <a:solidFill>
              <a:schemeClr val="tx1"/>
            </a:solidFill>
          </a:ln>
        </p:spPr>
        <p:txBody>
          <a:bodyPr wrap="square" lIns="91440" tIns="45720" rIns="91440" bIns="45720" rtlCol="0" anchor="t">
            <a:spAutoFit/>
          </a:bodyPr>
          <a:lstStyle/>
          <a:p>
            <a:pPr algn="just"/>
            <a:r>
              <a:rPr lang="es-MX" sz="1300" dirty="0"/>
              <a:t>El principal reto es asegurar el cumplimiento de normas de vestimenta (se evidencia el uso de accesorios no permitidos, tatuajes/piercing visibles o prendas no autorizadas). Se debe capacitar mejor a los vendedores, reforzar en el abordaje de los clientes el los pdv, en todas las ciudades en general. Además, se debe reforzar el cierre de ventas, el ofrecimiento correcto del catalogo ofrecido.</a:t>
            </a:r>
          </a:p>
          <a:p>
            <a:pPr algn="just"/>
            <a:r>
              <a:rPr lang="es-MX" sz="1300" b="1" dirty="0"/>
              <a:t>Cierre de venta</a:t>
            </a:r>
            <a:r>
              <a:rPr lang="es-MX" sz="1300" dirty="0"/>
              <a:t>: Los asesores no usan frases clave para incentivar la compra, lo que afecta la conversión de clientes.</a:t>
            </a:r>
          </a:p>
          <a:p>
            <a:pPr algn="just"/>
            <a:r>
              <a:rPr lang="es-MX" sz="1300" b="1" dirty="0"/>
              <a:t>Portafolio:</a:t>
            </a:r>
            <a:r>
              <a:rPr lang="es-MX" sz="1300" dirty="0"/>
              <a:t> Las preguntas más falladas están relacionadas con la comunicación de promociones, beneficios de productos, edad de uso de uno u otro producto y manejo de objeciones.</a:t>
            </a:r>
            <a:endParaRPr lang="es-MX" sz="1300" dirty="0">
              <a:highlight>
                <a:srgbClr val="FFFF00"/>
              </a:highlight>
              <a:latin typeface="+mj-lt"/>
            </a:endParaRPr>
          </a:p>
        </p:txBody>
      </p:sp>
      <p:graphicFrame>
        <p:nvGraphicFramePr>
          <p:cNvPr id="20" name="Gráfico 19">
            <a:extLst>
              <a:ext uri="{FF2B5EF4-FFF2-40B4-BE49-F238E27FC236}">
                <a16:creationId xmlns:a16="http://schemas.microsoft.com/office/drawing/2014/main" id="{92965821-EEF8-82F8-36AD-00C2C91967BB}"/>
              </a:ext>
            </a:extLst>
          </p:cNvPr>
          <p:cNvGraphicFramePr/>
          <p:nvPr>
            <p:extLst>
              <p:ext uri="{D42A27DB-BD31-4B8C-83A1-F6EECF244321}">
                <p14:modId xmlns:p14="http://schemas.microsoft.com/office/powerpoint/2010/main" val="1043756684"/>
              </p:ext>
            </p:extLst>
          </p:nvPr>
        </p:nvGraphicFramePr>
        <p:xfrm>
          <a:off x="308972" y="3516543"/>
          <a:ext cx="1847779" cy="1403409"/>
        </p:xfrm>
        <a:graphic>
          <a:graphicData uri="http://schemas.openxmlformats.org/drawingml/2006/chart">
            <c:chart xmlns:c="http://schemas.openxmlformats.org/drawingml/2006/chart" xmlns:r="http://schemas.openxmlformats.org/officeDocument/2006/relationships" r:id="rId4"/>
          </a:graphicData>
        </a:graphic>
      </p:graphicFrame>
      <p:pic>
        <p:nvPicPr>
          <p:cNvPr id="22" name="Imagen 21">
            <a:extLst>
              <a:ext uri="{FF2B5EF4-FFF2-40B4-BE49-F238E27FC236}">
                <a16:creationId xmlns:a16="http://schemas.microsoft.com/office/drawing/2014/main" id="{5707B18A-50B6-2CC4-A2D8-48E634C4E395}"/>
              </a:ext>
            </a:extLst>
          </p:cNvPr>
          <p:cNvPicPr>
            <a:picLocks noChangeAspect="1"/>
          </p:cNvPicPr>
          <p:nvPr/>
        </p:nvPicPr>
        <p:blipFill>
          <a:blip r:embed="rId5"/>
          <a:stretch>
            <a:fillRect/>
          </a:stretch>
        </p:blipFill>
        <p:spPr>
          <a:xfrm>
            <a:off x="2990333" y="1240753"/>
            <a:ext cx="5175055" cy="1676618"/>
          </a:xfrm>
          <a:prstGeom prst="rect">
            <a:avLst/>
          </a:prstGeom>
        </p:spPr>
      </p:pic>
      <p:pic>
        <p:nvPicPr>
          <p:cNvPr id="32" name="Imagen 31">
            <a:extLst>
              <a:ext uri="{FF2B5EF4-FFF2-40B4-BE49-F238E27FC236}">
                <a16:creationId xmlns:a16="http://schemas.microsoft.com/office/drawing/2014/main" id="{BDB57E26-BE9E-A9CC-1DD9-22E7535D83A2}"/>
              </a:ext>
            </a:extLst>
          </p:cNvPr>
          <p:cNvPicPr>
            <a:picLocks noChangeAspect="1"/>
          </p:cNvPicPr>
          <p:nvPr/>
        </p:nvPicPr>
        <p:blipFill>
          <a:blip r:embed="rId6"/>
          <a:stretch>
            <a:fillRect/>
          </a:stretch>
        </p:blipFill>
        <p:spPr>
          <a:xfrm>
            <a:off x="2951057" y="3119783"/>
            <a:ext cx="5214331" cy="1547215"/>
          </a:xfrm>
          <a:prstGeom prst="rect">
            <a:avLst/>
          </a:prstGeom>
        </p:spPr>
      </p:pic>
      <p:pic>
        <p:nvPicPr>
          <p:cNvPr id="37" name="Imagen 36">
            <a:extLst>
              <a:ext uri="{FF2B5EF4-FFF2-40B4-BE49-F238E27FC236}">
                <a16:creationId xmlns:a16="http://schemas.microsoft.com/office/drawing/2014/main" id="{876BC0A3-C843-9E47-9286-F4D40CC4136B}"/>
              </a:ext>
            </a:extLst>
          </p:cNvPr>
          <p:cNvPicPr>
            <a:picLocks noChangeAspect="1"/>
          </p:cNvPicPr>
          <p:nvPr/>
        </p:nvPicPr>
        <p:blipFill>
          <a:blip r:embed="rId7"/>
          <a:stretch>
            <a:fillRect/>
          </a:stretch>
        </p:blipFill>
        <p:spPr>
          <a:xfrm>
            <a:off x="2990333" y="4798986"/>
            <a:ext cx="8993867" cy="2059014"/>
          </a:xfrm>
          <a:prstGeom prst="rect">
            <a:avLst/>
          </a:prstGeom>
        </p:spPr>
      </p:pic>
    </p:spTree>
    <p:extLst>
      <p:ext uri="{BB962C8B-B14F-4D97-AF65-F5344CB8AC3E}">
        <p14:creationId xmlns:p14="http://schemas.microsoft.com/office/powerpoint/2010/main" val="318633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0A1F5-BA2C-87A9-7067-4ED8202B6BC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A6747EF-4906-2603-C69D-58503E3D4DC3}"/>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89C68833-2E38-0230-C1F2-011079922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C11B0196-6D1C-AA72-D075-109CDA1FE93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165D408B-AC6B-609B-FEBE-219986426F61}"/>
              </a:ext>
            </a:extLst>
          </p:cNvPr>
          <p:cNvSpPr txBox="1"/>
          <p:nvPr/>
        </p:nvSpPr>
        <p:spPr>
          <a:xfrm>
            <a:off x="2860851" y="165181"/>
            <a:ext cx="7492517" cy="923330"/>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EXITO COUNTRY - BOGOTÁ</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60B62995-98C2-4E5B-EDA7-254986BCFA49}"/>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13" name="CuadroTexto 12">
            <a:extLst>
              <a:ext uri="{FF2B5EF4-FFF2-40B4-BE49-F238E27FC236}">
                <a16:creationId xmlns:a16="http://schemas.microsoft.com/office/drawing/2014/main" id="{BE2063A4-4852-0F3F-EFE5-2FABE52E56E3}"/>
              </a:ext>
            </a:extLst>
          </p:cNvPr>
          <p:cNvSpPr txBox="1"/>
          <p:nvPr/>
        </p:nvSpPr>
        <p:spPr>
          <a:xfrm>
            <a:off x="2871438" y="3056094"/>
            <a:ext cx="4970674" cy="2031325"/>
          </a:xfrm>
          <a:prstGeom prst="rect">
            <a:avLst/>
          </a:prstGeom>
          <a:noFill/>
        </p:spPr>
        <p:txBody>
          <a:bodyPr wrap="square">
            <a:spAutoFit/>
          </a:bodyPr>
          <a:lstStyle/>
          <a:p>
            <a:r>
              <a:rPr lang="es-CO" sz="1400" b="0" i="0" u="none" strike="noStrike" dirty="0">
                <a:solidFill>
                  <a:srgbClr val="000000"/>
                </a:solidFill>
                <a:effectLst/>
                <a:latin typeface="Aptos Narrow" panose="020B0004020202020204" pitchFamily="34" charset="0"/>
                <a:hlinkClick r:id="rId3"/>
              </a:rPr>
              <a:t>https://drive.google.com/file/d/1emMSEKMxYHxzdb2exgJEwaUu4vbCR0QP/view</a:t>
            </a:r>
            <a:endParaRPr lang="es-CO" sz="1400" b="0" i="0" u="none" strike="noStrike" dirty="0">
              <a:solidFill>
                <a:srgbClr val="000000"/>
              </a:solidFill>
              <a:effectLst/>
              <a:latin typeface="Aptos Narrow" panose="020B0004020202020204" pitchFamily="34" charset="0"/>
            </a:endParaRPr>
          </a:p>
          <a:p>
            <a:r>
              <a:rPr lang="es-CO" sz="1400" dirty="0"/>
              <a:t> </a:t>
            </a:r>
          </a:p>
          <a:p>
            <a:r>
              <a:rPr lang="es-CO" sz="1400" b="0" i="0" u="none" strike="noStrike" dirty="0">
                <a:solidFill>
                  <a:srgbClr val="000000"/>
                </a:solidFill>
                <a:effectLst/>
                <a:latin typeface="Aptos Narrow" panose="020B0004020202020204" pitchFamily="34" charset="0"/>
                <a:hlinkClick r:id="rId4"/>
              </a:rPr>
              <a:t>https://drive.google.com/file/d/1lHbSDnPVGWfR2JBCChVI7tP9z6gHK0OO/view</a:t>
            </a:r>
            <a:endParaRPr lang="es-CO" sz="1400" b="0" i="0" u="none" strike="noStrike" dirty="0">
              <a:solidFill>
                <a:srgbClr val="000000"/>
              </a:solidFill>
              <a:effectLst/>
              <a:latin typeface="Aptos Narrow" panose="020B0004020202020204" pitchFamily="34" charset="0"/>
            </a:endParaRPr>
          </a:p>
          <a:p>
            <a:endParaRPr lang="es-CO" sz="1400" b="0" i="0" u="none" strike="noStrike" dirty="0">
              <a:solidFill>
                <a:srgbClr val="000000"/>
              </a:solidFill>
              <a:effectLst/>
              <a:latin typeface="Aptos Narrow" panose="020B0004020202020204" pitchFamily="34" charset="0"/>
            </a:endParaRPr>
          </a:p>
          <a:p>
            <a:r>
              <a:rPr lang="es-CO" sz="1400" b="0" i="0" u="none" strike="noStrike" dirty="0">
                <a:solidFill>
                  <a:srgbClr val="000000"/>
                </a:solidFill>
                <a:effectLst/>
                <a:latin typeface="Aptos Narrow" panose="020B0004020202020204" pitchFamily="34" charset="0"/>
                <a:hlinkClick r:id="rId5"/>
              </a:rPr>
              <a:t>https://drive.google.com/file/d/15zmPQNMWQ0usAUJDpbhkxACfRc9G-Kjb/view</a:t>
            </a:r>
            <a:endParaRPr lang="es-CO" sz="1400" dirty="0">
              <a:solidFill>
                <a:srgbClr val="000000"/>
              </a:solidFill>
              <a:latin typeface="Aptos Narrow" panose="020B0004020202020204" pitchFamily="34" charset="0"/>
            </a:endParaRPr>
          </a:p>
          <a:p>
            <a:endParaRPr lang="es-CO" sz="1400" b="0" i="0" u="none" strike="noStrike" dirty="0">
              <a:solidFill>
                <a:srgbClr val="000000"/>
              </a:solidFill>
              <a:effectLst/>
              <a:latin typeface="Aptos Narrow" panose="020B0004020202020204" pitchFamily="34" charset="0"/>
            </a:endParaRPr>
          </a:p>
        </p:txBody>
      </p:sp>
      <p:sp>
        <p:nvSpPr>
          <p:cNvPr id="5" name="CuadroTexto 4">
            <a:extLst>
              <a:ext uri="{FF2B5EF4-FFF2-40B4-BE49-F238E27FC236}">
                <a16:creationId xmlns:a16="http://schemas.microsoft.com/office/drawing/2014/main" id="{002AF777-BED1-583A-F1E6-FE98022187DD}"/>
              </a:ext>
            </a:extLst>
          </p:cNvPr>
          <p:cNvSpPr txBox="1"/>
          <p:nvPr/>
        </p:nvSpPr>
        <p:spPr>
          <a:xfrm>
            <a:off x="8022606" y="1260152"/>
            <a:ext cx="3805688" cy="4278094"/>
          </a:xfrm>
          <a:prstGeom prst="rect">
            <a:avLst/>
          </a:prstGeom>
          <a:noFill/>
          <a:ln>
            <a:solidFill>
              <a:schemeClr val="tx1"/>
            </a:solidFill>
          </a:ln>
        </p:spPr>
        <p:txBody>
          <a:bodyPr wrap="square" rtlCol="0">
            <a:spAutoFit/>
          </a:bodyPr>
          <a:lstStyle/>
          <a:p>
            <a:r>
              <a:rPr lang="es-MX" sz="1600" b="1" dirty="0">
                <a:latin typeface="+mj-lt"/>
              </a:rPr>
              <a:t>Detalle de novedades: </a:t>
            </a:r>
          </a:p>
          <a:p>
            <a:endParaRPr lang="es-MX" sz="1600" dirty="0">
              <a:latin typeface="+mj-lt"/>
            </a:endParaRPr>
          </a:p>
          <a:p>
            <a:r>
              <a:rPr lang="es-MX" sz="1600" b="1" dirty="0">
                <a:latin typeface="+mj-lt"/>
              </a:rPr>
              <a:t>Uniforme: </a:t>
            </a:r>
            <a:r>
              <a:rPr lang="es-MX" sz="1600" b="0" dirty="0">
                <a:latin typeface="+mj-lt"/>
              </a:rPr>
              <a:t>Buso de mangas por debajo del uniforme y uso de accesorios no propios del uniforme (manilla), se logra observar el uso de tatuajes.</a:t>
            </a:r>
          </a:p>
          <a:p>
            <a:endParaRPr lang="es-MX" sz="1600" b="1" dirty="0">
              <a:latin typeface="+mj-lt"/>
            </a:endParaRPr>
          </a:p>
          <a:p>
            <a:r>
              <a:rPr lang="es-MX" sz="1600" b="1" dirty="0">
                <a:latin typeface="+mj-lt"/>
              </a:rPr>
              <a:t>Manejo de objeciones: </a:t>
            </a:r>
            <a:r>
              <a:rPr lang="es-MX" sz="1600" b="0" dirty="0">
                <a:latin typeface="+mj-lt"/>
              </a:rPr>
              <a:t>No se evidencia proactividad y/o dinamismo del asesor en atención de las objeciones y falta profundización en </a:t>
            </a:r>
            <a:r>
              <a:rPr lang="es-MX" sz="1600" dirty="0">
                <a:latin typeface="+mj-lt"/>
              </a:rPr>
              <a:t>ofrecimiento de diversidad de productos</a:t>
            </a:r>
            <a:r>
              <a:rPr lang="es-MX" sz="1600" b="0" dirty="0">
                <a:latin typeface="+mj-lt"/>
              </a:rPr>
              <a:t>. </a:t>
            </a:r>
          </a:p>
          <a:p>
            <a:endParaRPr lang="es-MX" sz="1600" b="0" dirty="0">
              <a:latin typeface="+mj-lt"/>
            </a:endParaRPr>
          </a:p>
          <a:p>
            <a:r>
              <a:rPr lang="es-MX" sz="1600" b="1" dirty="0">
                <a:latin typeface="+mj-lt"/>
              </a:rPr>
              <a:t>Labor de venta: </a:t>
            </a:r>
            <a:r>
              <a:rPr lang="es-MX" sz="1600" b="0" dirty="0">
                <a:latin typeface="+mj-lt"/>
              </a:rPr>
              <a:t>No incentiva la venta con frases clave, no hace ofrecimiento de variedad de alimentos húmedos y es el cliente quien realiza la iniciativa. </a:t>
            </a:r>
          </a:p>
        </p:txBody>
      </p:sp>
      <p:pic>
        <p:nvPicPr>
          <p:cNvPr id="11" name="Imagen 10">
            <a:extLst>
              <a:ext uri="{FF2B5EF4-FFF2-40B4-BE49-F238E27FC236}">
                <a16:creationId xmlns:a16="http://schemas.microsoft.com/office/drawing/2014/main" id="{54F9B852-A2BD-DFCB-78C6-41FD857C1C5A}"/>
              </a:ext>
            </a:extLst>
          </p:cNvPr>
          <p:cNvPicPr>
            <a:picLocks noChangeAspect="1"/>
          </p:cNvPicPr>
          <p:nvPr/>
        </p:nvPicPr>
        <p:blipFill>
          <a:blip r:embed="rId6"/>
          <a:stretch>
            <a:fillRect/>
          </a:stretch>
        </p:blipFill>
        <p:spPr>
          <a:xfrm>
            <a:off x="2877350" y="1210305"/>
            <a:ext cx="4970674" cy="1695687"/>
          </a:xfrm>
          <a:prstGeom prst="rect">
            <a:avLst/>
          </a:prstGeom>
        </p:spPr>
      </p:pic>
    </p:spTree>
    <p:extLst>
      <p:ext uri="{BB962C8B-B14F-4D97-AF65-F5344CB8AC3E}">
        <p14:creationId xmlns:p14="http://schemas.microsoft.com/office/powerpoint/2010/main" val="4132532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22952-CEA5-951C-9199-D0F42B5DBDB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A3AA2379-C49A-40FA-9945-2F2C1B3462A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30E2A7E9-92FB-1079-C4C5-44AA696265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671CEC5A-D5B5-03CF-4980-01896B06B9E1}"/>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644BDCA9-2876-7713-D4AD-8FFE2E0B8B0B}"/>
              </a:ext>
            </a:extLst>
          </p:cNvPr>
          <p:cNvSpPr txBox="1"/>
          <p:nvPr/>
        </p:nvSpPr>
        <p:spPr>
          <a:xfrm>
            <a:off x="2860851" y="165181"/>
            <a:ext cx="7492517" cy="923330"/>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HOMECENTER AUTOPISTA NORTE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4D63C17C-2BB4-F6F7-8DE1-1793234DF851}"/>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DD770501-E6E1-9A62-19AC-5020EA09D1EF}"/>
              </a:ext>
            </a:extLst>
          </p:cNvPr>
          <p:cNvSpPr txBox="1"/>
          <p:nvPr/>
        </p:nvSpPr>
        <p:spPr>
          <a:xfrm>
            <a:off x="3037335" y="3375142"/>
            <a:ext cx="4988798" cy="461665"/>
          </a:xfrm>
          <a:prstGeom prst="rect">
            <a:avLst/>
          </a:prstGeom>
          <a:noFill/>
        </p:spPr>
        <p:txBody>
          <a:bodyPr wrap="square">
            <a:spAutoFit/>
          </a:bodyPr>
          <a:lstStyle/>
          <a:p>
            <a:r>
              <a:rPr lang="es-CO" sz="1200" b="0" i="0" u="none" strike="noStrike" dirty="0">
                <a:solidFill>
                  <a:srgbClr val="000000"/>
                </a:solidFill>
                <a:effectLst/>
                <a:latin typeface="Aptos Narrow" panose="020B0004020202020204" pitchFamily="34" charset="0"/>
                <a:hlinkClick r:id="rId3"/>
              </a:rPr>
              <a:t>https://drive.google.com/file/d/1NupUvIUqnZETcwYhjQHgWl2pX3KAI1b5/view</a:t>
            </a:r>
            <a:endParaRPr lang="es-CO" sz="1200" b="0" i="0" u="none" strike="noStrike" dirty="0">
              <a:solidFill>
                <a:srgbClr val="000000"/>
              </a:solidFill>
              <a:effectLst/>
              <a:latin typeface="Aptos Narrow" panose="020B0004020202020204" pitchFamily="34" charset="0"/>
            </a:endParaRPr>
          </a:p>
          <a:p>
            <a:endParaRPr lang="es-CO" sz="1200" dirty="0"/>
          </a:p>
        </p:txBody>
      </p:sp>
      <p:sp>
        <p:nvSpPr>
          <p:cNvPr id="2" name="CuadroTexto 1">
            <a:extLst>
              <a:ext uri="{FF2B5EF4-FFF2-40B4-BE49-F238E27FC236}">
                <a16:creationId xmlns:a16="http://schemas.microsoft.com/office/drawing/2014/main" id="{FEA26E1E-4ACA-672A-001E-BC93500F1F11}"/>
              </a:ext>
            </a:extLst>
          </p:cNvPr>
          <p:cNvSpPr txBox="1"/>
          <p:nvPr/>
        </p:nvSpPr>
        <p:spPr>
          <a:xfrm>
            <a:off x="8045135" y="1729890"/>
            <a:ext cx="3805688" cy="4031873"/>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MX" sz="1600" b="1" dirty="0"/>
              <a:t>Uniforme</a:t>
            </a:r>
            <a:r>
              <a:rPr lang="es-MX" sz="1600" b="0" dirty="0"/>
              <a:t>: </a:t>
            </a:r>
            <a:r>
              <a:rPr lang="es-MX" sz="1600" b="0" dirty="0">
                <a:latin typeface="+mj-lt"/>
              </a:rPr>
              <a:t>Buso de mangas por debajo del uniforme.</a:t>
            </a:r>
          </a:p>
          <a:p>
            <a:endParaRPr lang="es-MX" sz="1600" dirty="0">
              <a:latin typeface="+mj-lt"/>
            </a:endParaRPr>
          </a:p>
          <a:p>
            <a:r>
              <a:rPr lang="es-MX" sz="1600" b="1" dirty="0">
                <a:latin typeface="+mj-lt"/>
              </a:rPr>
              <a:t>Manejo de objeciones: </a:t>
            </a:r>
            <a:r>
              <a:rPr lang="es-MX" sz="1600" b="0" dirty="0">
                <a:latin typeface="+mj-lt"/>
              </a:rPr>
              <a:t>No se evidencia proactividad y/o dinamismo del asesor en atención de las objeciones y falta profundización en </a:t>
            </a:r>
            <a:r>
              <a:rPr lang="es-MX" sz="1600" dirty="0">
                <a:latin typeface="+mj-lt"/>
              </a:rPr>
              <a:t>ofrecimiento de diversidad de productos</a:t>
            </a:r>
            <a:r>
              <a:rPr lang="es-MX" sz="1600" b="0" dirty="0">
                <a:latin typeface="+mj-lt"/>
              </a:rPr>
              <a:t>. </a:t>
            </a:r>
          </a:p>
          <a:p>
            <a:endParaRPr lang="es-MX" sz="1600" dirty="0">
              <a:latin typeface="+mj-lt"/>
            </a:endParaRPr>
          </a:p>
          <a:p>
            <a:r>
              <a:rPr lang="es-MX" sz="1600" b="1" dirty="0">
                <a:latin typeface="+mj-lt"/>
              </a:rPr>
              <a:t>Labor de venta: </a:t>
            </a:r>
            <a:r>
              <a:rPr lang="es-MX" sz="1600" dirty="0">
                <a:latin typeface="+mj-lt"/>
              </a:rPr>
              <a:t>Expresa que no conoce las edades optimas para el uso de un alimento u otro, además de las presentaciones en las cuales se presenta cada SKU</a:t>
            </a:r>
          </a:p>
          <a:p>
            <a:endParaRPr lang="es-MX" sz="1600" b="1" dirty="0"/>
          </a:p>
        </p:txBody>
      </p:sp>
      <p:pic>
        <p:nvPicPr>
          <p:cNvPr id="7" name="Imagen 6">
            <a:extLst>
              <a:ext uri="{FF2B5EF4-FFF2-40B4-BE49-F238E27FC236}">
                <a16:creationId xmlns:a16="http://schemas.microsoft.com/office/drawing/2014/main" id="{B4271A5A-2489-CD84-12BC-AE0E7BAA9A65}"/>
              </a:ext>
            </a:extLst>
          </p:cNvPr>
          <p:cNvPicPr>
            <a:picLocks noChangeAspect="1"/>
          </p:cNvPicPr>
          <p:nvPr/>
        </p:nvPicPr>
        <p:blipFill>
          <a:blip r:embed="rId4"/>
          <a:stretch>
            <a:fillRect/>
          </a:stretch>
        </p:blipFill>
        <p:spPr>
          <a:xfrm>
            <a:off x="3037335" y="1631572"/>
            <a:ext cx="4827188" cy="1667108"/>
          </a:xfrm>
          <a:prstGeom prst="rect">
            <a:avLst/>
          </a:prstGeom>
        </p:spPr>
      </p:pic>
    </p:spTree>
    <p:extLst>
      <p:ext uri="{BB962C8B-B14F-4D97-AF65-F5344CB8AC3E}">
        <p14:creationId xmlns:p14="http://schemas.microsoft.com/office/powerpoint/2010/main" val="2549534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A7210-679D-18CD-9F65-7B685F8C9037}"/>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DE9444E7-AA2B-F317-27A5-CF0F476A388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CDF9384-FF66-04D4-335C-9C8A7A2C7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2EBAA5C1-5B91-E3CD-9360-D9C3EF7EA78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9B9BEE2-E8E1-6BE1-3194-C453921D2054}"/>
              </a:ext>
            </a:extLst>
          </p:cNvPr>
          <p:cNvSpPr txBox="1"/>
          <p:nvPr/>
        </p:nvSpPr>
        <p:spPr>
          <a:xfrm>
            <a:off x="2860851" y="165181"/>
            <a:ext cx="7492517" cy="923330"/>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OLIMPICA 405 PLAZA DE LAS AMERICAS -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3E89FB37-53B5-8995-6520-98FD0E6E58DB}"/>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5F52B495-AB4B-2C78-3549-FF25FEEF8C6C}"/>
              </a:ext>
            </a:extLst>
          </p:cNvPr>
          <p:cNvSpPr txBox="1"/>
          <p:nvPr/>
        </p:nvSpPr>
        <p:spPr>
          <a:xfrm>
            <a:off x="2877350" y="3059668"/>
            <a:ext cx="5036564" cy="2031325"/>
          </a:xfrm>
          <a:prstGeom prst="rect">
            <a:avLst/>
          </a:prstGeom>
          <a:noFill/>
        </p:spPr>
        <p:txBody>
          <a:bodyPr wrap="square">
            <a:spAutoFit/>
          </a:bodyPr>
          <a:lstStyle/>
          <a:p>
            <a:r>
              <a:rPr lang="es-CO" sz="1400" b="0" i="0" u="none" strike="noStrike" dirty="0">
                <a:solidFill>
                  <a:srgbClr val="000000"/>
                </a:solidFill>
                <a:effectLst/>
                <a:latin typeface="Aptos Narrow" panose="020B0004020202020204" pitchFamily="34" charset="0"/>
                <a:hlinkClick r:id="rId3"/>
              </a:rPr>
              <a:t>https://drive.google.com/file/d/18qrcstMoOJuuStY_lJX9qtKpcZL3MaMG/view</a:t>
            </a:r>
            <a:endParaRPr lang="es-CO" sz="1400" b="0" i="0" u="none" strike="noStrike" dirty="0">
              <a:solidFill>
                <a:srgbClr val="000000"/>
              </a:solidFill>
              <a:effectLst/>
              <a:latin typeface="Aptos Narrow" panose="020B0004020202020204" pitchFamily="34" charset="0"/>
            </a:endParaRPr>
          </a:p>
          <a:p>
            <a:endParaRPr lang="es-CO" sz="1400" dirty="0">
              <a:solidFill>
                <a:srgbClr val="000000"/>
              </a:solidFill>
              <a:latin typeface="Aptos Narrow" panose="020B0004020202020204" pitchFamily="34" charset="0"/>
            </a:endParaRPr>
          </a:p>
          <a:p>
            <a:r>
              <a:rPr lang="es-CO" sz="1400" b="0" i="0" u="none" strike="noStrike" dirty="0">
                <a:solidFill>
                  <a:srgbClr val="000000"/>
                </a:solidFill>
                <a:effectLst/>
                <a:latin typeface="Aptos Narrow" panose="020B0004020202020204" pitchFamily="34" charset="0"/>
                <a:hlinkClick r:id="rId4"/>
              </a:rPr>
              <a:t>https://drive.google.com/file/d/1FbIeVVR4MCHJ_j6W-2pgTgo2-xnc23-i/view</a:t>
            </a:r>
            <a:endParaRPr lang="es-CO" sz="1400" b="0" i="0" u="none" strike="noStrike" dirty="0">
              <a:solidFill>
                <a:srgbClr val="000000"/>
              </a:solidFill>
              <a:effectLst/>
              <a:latin typeface="Aptos Narrow" panose="020B0004020202020204" pitchFamily="34" charset="0"/>
            </a:endParaRPr>
          </a:p>
          <a:p>
            <a:endParaRPr lang="es-CO" sz="1400" dirty="0">
              <a:solidFill>
                <a:srgbClr val="000000"/>
              </a:solidFill>
              <a:latin typeface="Aptos Narrow" panose="020B0004020202020204" pitchFamily="34" charset="0"/>
            </a:endParaRPr>
          </a:p>
          <a:p>
            <a:r>
              <a:rPr lang="es-CO" sz="1400" b="0" i="0" u="none" strike="noStrike" dirty="0">
                <a:solidFill>
                  <a:srgbClr val="000000"/>
                </a:solidFill>
                <a:effectLst/>
                <a:latin typeface="Aptos Narrow" panose="020B0004020202020204" pitchFamily="34" charset="0"/>
                <a:hlinkClick r:id="rId5"/>
              </a:rPr>
              <a:t>https://drive.google.com/file/d/1SgcgJKhUYsZBvDa22bgTfIXJNHN5F52s/view</a:t>
            </a:r>
            <a:endParaRPr lang="es-CO" sz="1400" b="0" i="0" u="none" strike="noStrike" dirty="0">
              <a:solidFill>
                <a:srgbClr val="000000"/>
              </a:solidFill>
              <a:effectLst/>
              <a:latin typeface="Aptos Narrow" panose="020B0004020202020204" pitchFamily="34" charset="0"/>
            </a:endParaRPr>
          </a:p>
          <a:p>
            <a:endParaRPr lang="es-CO" sz="1400" b="0" i="0" u="none" strike="noStrike" dirty="0">
              <a:solidFill>
                <a:srgbClr val="000000"/>
              </a:solidFill>
              <a:effectLst/>
              <a:latin typeface="Aptos Narrow" panose="020B0004020202020204" pitchFamily="34" charset="0"/>
            </a:endParaRPr>
          </a:p>
        </p:txBody>
      </p:sp>
      <p:pic>
        <p:nvPicPr>
          <p:cNvPr id="6" name="Imagen 5">
            <a:extLst>
              <a:ext uri="{FF2B5EF4-FFF2-40B4-BE49-F238E27FC236}">
                <a16:creationId xmlns:a16="http://schemas.microsoft.com/office/drawing/2014/main" id="{E1C9EE0F-44BD-82DB-0C21-95A3F80993F8}"/>
              </a:ext>
            </a:extLst>
          </p:cNvPr>
          <p:cNvPicPr>
            <a:picLocks noChangeAspect="1"/>
          </p:cNvPicPr>
          <p:nvPr/>
        </p:nvPicPr>
        <p:blipFill>
          <a:blip r:embed="rId6"/>
          <a:stretch>
            <a:fillRect/>
          </a:stretch>
        </p:blipFill>
        <p:spPr>
          <a:xfrm>
            <a:off x="2877349" y="1199868"/>
            <a:ext cx="5036565" cy="1667108"/>
          </a:xfrm>
          <a:prstGeom prst="rect">
            <a:avLst/>
          </a:prstGeom>
        </p:spPr>
      </p:pic>
      <p:sp>
        <p:nvSpPr>
          <p:cNvPr id="13" name="CuadroTexto 12">
            <a:extLst>
              <a:ext uri="{FF2B5EF4-FFF2-40B4-BE49-F238E27FC236}">
                <a16:creationId xmlns:a16="http://schemas.microsoft.com/office/drawing/2014/main" id="{338B5C7A-6624-3767-68CA-A28CDEAF1966}"/>
              </a:ext>
            </a:extLst>
          </p:cNvPr>
          <p:cNvSpPr txBox="1"/>
          <p:nvPr/>
        </p:nvSpPr>
        <p:spPr>
          <a:xfrm>
            <a:off x="8061634" y="1359289"/>
            <a:ext cx="3805688" cy="3046988"/>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MX" sz="1600" b="1" dirty="0"/>
              <a:t>Uniforme</a:t>
            </a:r>
            <a:r>
              <a:rPr lang="es-MX" sz="1600" b="0" dirty="0"/>
              <a:t>: </a:t>
            </a:r>
            <a:r>
              <a:rPr lang="es-MX" sz="1600" b="0" dirty="0">
                <a:latin typeface="+mj-lt"/>
              </a:rPr>
              <a:t>Se evidencia el uso de manillas, collares y un moño en el cabello que no va de acorde a las políticas de vestimenta. </a:t>
            </a:r>
          </a:p>
          <a:p>
            <a:endParaRPr lang="es-MX" sz="1600" dirty="0">
              <a:latin typeface="+mj-lt"/>
            </a:endParaRPr>
          </a:p>
          <a:p>
            <a:r>
              <a:rPr lang="es-MX" sz="1600" b="1" dirty="0">
                <a:latin typeface="+mj-lt"/>
              </a:rPr>
              <a:t>Labor de venta: </a:t>
            </a:r>
            <a:r>
              <a:rPr lang="es-MX" sz="1600" dirty="0">
                <a:latin typeface="+mj-lt"/>
              </a:rPr>
              <a:t>Conoce muy bien las cantidades y componentes de cada referencia, sin embargo en ningún momento se realiza la persuasión del cliente para lograr cerrar la venta.</a:t>
            </a:r>
          </a:p>
          <a:p>
            <a:endParaRPr lang="es-MX" sz="1600" b="1" dirty="0"/>
          </a:p>
        </p:txBody>
      </p:sp>
    </p:spTree>
    <p:extLst>
      <p:ext uri="{BB962C8B-B14F-4D97-AF65-F5344CB8AC3E}">
        <p14:creationId xmlns:p14="http://schemas.microsoft.com/office/powerpoint/2010/main" val="3037264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A120D-2F65-A930-508A-9D888B15193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B59730B-B303-B093-420E-3F2CD1C2A9B1}"/>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3E417172-169F-36D5-37AD-61C0DFDE0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2BCBD0CA-A0A5-8C6A-2D91-DDEF9A038F3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ED136A9A-EE4C-2EF2-19DC-55A397C497B9}"/>
              </a:ext>
            </a:extLst>
          </p:cNvPr>
          <p:cNvSpPr txBox="1"/>
          <p:nvPr/>
        </p:nvSpPr>
        <p:spPr>
          <a:xfrm>
            <a:off x="2860851" y="165181"/>
            <a:ext cx="7492517" cy="923330"/>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SUPERMASCOTAS CIUDAD JARDIN - CALI</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2C27DEFB-1932-BDA1-638A-CEFA6C48CE87}"/>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7D0CA726-6ABA-1A1C-BD83-BD1A5FDF33D0}"/>
              </a:ext>
            </a:extLst>
          </p:cNvPr>
          <p:cNvSpPr txBox="1"/>
          <p:nvPr/>
        </p:nvSpPr>
        <p:spPr>
          <a:xfrm>
            <a:off x="2827894" y="3093764"/>
            <a:ext cx="4868305" cy="738664"/>
          </a:xfrm>
          <a:prstGeom prst="rect">
            <a:avLst/>
          </a:prstGeom>
          <a:noFill/>
        </p:spPr>
        <p:txBody>
          <a:bodyPr wrap="square">
            <a:spAutoFit/>
          </a:bodyPr>
          <a:lstStyle/>
          <a:p>
            <a:r>
              <a:rPr lang="es-CO" sz="1400" dirty="0">
                <a:hlinkClick r:id="rId3"/>
              </a:rPr>
              <a:t>https://drive.google.com/file/d/15bwDoVE2n9Co9PLzqjjwtJZZ3QU4cz4C/view</a:t>
            </a:r>
            <a:endParaRPr lang="es-CO" sz="1400" dirty="0"/>
          </a:p>
          <a:p>
            <a:endParaRPr lang="es-CO" sz="1400" dirty="0"/>
          </a:p>
        </p:txBody>
      </p:sp>
      <p:sp>
        <p:nvSpPr>
          <p:cNvPr id="2" name="CuadroTexto 1">
            <a:extLst>
              <a:ext uri="{FF2B5EF4-FFF2-40B4-BE49-F238E27FC236}">
                <a16:creationId xmlns:a16="http://schemas.microsoft.com/office/drawing/2014/main" id="{8AF87222-8C72-7D03-1784-8E1EA0DAC51D}"/>
              </a:ext>
            </a:extLst>
          </p:cNvPr>
          <p:cNvSpPr txBox="1"/>
          <p:nvPr/>
        </p:nvSpPr>
        <p:spPr>
          <a:xfrm>
            <a:off x="7886594" y="1385036"/>
            <a:ext cx="4130246" cy="2800767"/>
          </a:xfrm>
          <a:prstGeom prst="rect">
            <a:avLst/>
          </a:prstGeom>
          <a:noFill/>
          <a:ln>
            <a:solidFill>
              <a:schemeClr val="tx1"/>
            </a:solidFill>
          </a:ln>
        </p:spPr>
        <p:txBody>
          <a:bodyPr wrap="square" rtlCol="0">
            <a:spAutoFit/>
          </a:bodyPr>
          <a:lstStyle/>
          <a:p>
            <a:r>
              <a:rPr lang="es-MX" sz="1600" b="1" dirty="0"/>
              <a:t>Detalle de novedades: </a:t>
            </a:r>
          </a:p>
          <a:p>
            <a:endParaRPr lang="es-MX" sz="1600" b="1" dirty="0"/>
          </a:p>
          <a:p>
            <a:r>
              <a:rPr lang="es-MX" sz="1600" b="1" dirty="0"/>
              <a:t>Uniforme</a:t>
            </a:r>
            <a:r>
              <a:rPr lang="es-MX" sz="1600" b="0" dirty="0"/>
              <a:t>: </a:t>
            </a:r>
            <a:r>
              <a:rPr lang="es-MX" sz="1600" b="0" dirty="0">
                <a:latin typeface="+mj-lt"/>
              </a:rPr>
              <a:t>Se evidencia el uso de un moño en el cabello que no va de acorde a las políticas de vestimenta. </a:t>
            </a:r>
            <a:endParaRPr lang="es-MX" sz="1600" b="0" dirty="0"/>
          </a:p>
          <a:p>
            <a:endParaRPr lang="es-MX" sz="1600" dirty="0">
              <a:highlight>
                <a:srgbClr val="C0C0C0"/>
              </a:highlight>
            </a:endParaRPr>
          </a:p>
          <a:p>
            <a:r>
              <a:rPr lang="es-MX" sz="1600" b="1" dirty="0"/>
              <a:t>Abordaje: </a:t>
            </a:r>
            <a:r>
              <a:rPr lang="es-MX" sz="1600" dirty="0">
                <a:latin typeface="+mj-lt"/>
              </a:rPr>
              <a:t>Observa que el cliente está en el pasillo y observando las referencias y no se acerca a él a ofrecer asesoría, </a:t>
            </a:r>
            <a:r>
              <a:rPr lang="es-MX" sz="1600" b="0" dirty="0">
                <a:latin typeface="+mj-lt"/>
              </a:rPr>
              <a:t>es el cliente quien realiza la iniciativa e interés en los productos.</a:t>
            </a:r>
            <a:endParaRPr lang="es-MX" sz="1600" b="0" dirty="0">
              <a:highlight>
                <a:srgbClr val="C0C0C0"/>
              </a:highlight>
            </a:endParaRPr>
          </a:p>
        </p:txBody>
      </p:sp>
      <p:pic>
        <p:nvPicPr>
          <p:cNvPr id="6" name="Imagen 5">
            <a:extLst>
              <a:ext uri="{FF2B5EF4-FFF2-40B4-BE49-F238E27FC236}">
                <a16:creationId xmlns:a16="http://schemas.microsoft.com/office/drawing/2014/main" id="{FDE25E57-1DD6-B0F5-1BC5-2CDE1BD595B3}"/>
              </a:ext>
            </a:extLst>
          </p:cNvPr>
          <p:cNvPicPr>
            <a:picLocks noChangeAspect="1"/>
          </p:cNvPicPr>
          <p:nvPr/>
        </p:nvPicPr>
        <p:blipFill>
          <a:blip r:embed="rId4"/>
          <a:stretch>
            <a:fillRect/>
          </a:stretch>
        </p:blipFill>
        <p:spPr>
          <a:xfrm>
            <a:off x="2860851" y="1243294"/>
            <a:ext cx="4835349" cy="1695687"/>
          </a:xfrm>
          <a:prstGeom prst="rect">
            <a:avLst/>
          </a:prstGeom>
        </p:spPr>
      </p:pic>
    </p:spTree>
    <p:extLst>
      <p:ext uri="{BB962C8B-B14F-4D97-AF65-F5344CB8AC3E}">
        <p14:creationId xmlns:p14="http://schemas.microsoft.com/office/powerpoint/2010/main" val="2948970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17D45-A8DF-DD13-0E1A-14F41C325D77}"/>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7A3AF1F-C4E5-D04A-438B-30051A2A75C8}"/>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71102CCA-0F30-2DDC-9172-27C04A329C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8FC234DF-E20C-67EA-5BE4-CBA41F77103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95C0B6F-AFEB-6ACA-B6BB-23EF4B7147BA}"/>
              </a:ext>
            </a:extLst>
          </p:cNvPr>
          <p:cNvSpPr txBox="1"/>
          <p:nvPr/>
        </p:nvSpPr>
        <p:spPr>
          <a:xfrm>
            <a:off x="2860851" y="165181"/>
            <a:ext cx="7492517" cy="923330"/>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12211-PROVEEDURIA EMPRESAS PUBLICAS EPM - MEDELLIN</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024323E4-315B-E765-C94D-E1928CA17F6B}"/>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2" name="CuadroTexto 11">
            <a:extLst>
              <a:ext uri="{FF2B5EF4-FFF2-40B4-BE49-F238E27FC236}">
                <a16:creationId xmlns:a16="http://schemas.microsoft.com/office/drawing/2014/main" id="{05F0FDAF-0AF0-44D0-AC49-5D14731C5AD8}"/>
              </a:ext>
            </a:extLst>
          </p:cNvPr>
          <p:cNvSpPr txBox="1"/>
          <p:nvPr/>
        </p:nvSpPr>
        <p:spPr>
          <a:xfrm>
            <a:off x="2877349" y="3056094"/>
            <a:ext cx="4862393" cy="738664"/>
          </a:xfrm>
          <a:prstGeom prst="rect">
            <a:avLst/>
          </a:prstGeom>
          <a:noFill/>
        </p:spPr>
        <p:txBody>
          <a:bodyPr wrap="square">
            <a:spAutoFit/>
          </a:bodyPr>
          <a:lstStyle/>
          <a:p>
            <a:r>
              <a:rPr lang="es-CO" sz="1400" dirty="0">
                <a:hlinkClick r:id="rId3"/>
              </a:rPr>
              <a:t>https://drive.google.com/file/d/1ijHdxbRylk8HHns04qAdPIIND_Sk4K6U/view</a:t>
            </a:r>
            <a:endParaRPr lang="es-CO" sz="1400" dirty="0">
              <a:solidFill>
                <a:srgbClr val="000000"/>
              </a:solidFill>
              <a:latin typeface="Aptos Narrow" panose="020B0004020202020204" pitchFamily="34" charset="0"/>
            </a:endParaRPr>
          </a:p>
          <a:p>
            <a:endParaRPr lang="es-CO" sz="1400" dirty="0"/>
          </a:p>
        </p:txBody>
      </p:sp>
      <p:pic>
        <p:nvPicPr>
          <p:cNvPr id="6" name="Imagen 5">
            <a:extLst>
              <a:ext uri="{FF2B5EF4-FFF2-40B4-BE49-F238E27FC236}">
                <a16:creationId xmlns:a16="http://schemas.microsoft.com/office/drawing/2014/main" id="{354BBD2C-4FE9-8F63-BDF8-95D4FDDC37B8}"/>
              </a:ext>
            </a:extLst>
          </p:cNvPr>
          <p:cNvPicPr>
            <a:picLocks noChangeAspect="1"/>
          </p:cNvPicPr>
          <p:nvPr/>
        </p:nvPicPr>
        <p:blipFill>
          <a:blip r:embed="rId4"/>
          <a:stretch>
            <a:fillRect/>
          </a:stretch>
        </p:blipFill>
        <p:spPr>
          <a:xfrm>
            <a:off x="2877350" y="1142677"/>
            <a:ext cx="4862392" cy="1686160"/>
          </a:xfrm>
          <a:prstGeom prst="rect">
            <a:avLst/>
          </a:prstGeom>
        </p:spPr>
      </p:pic>
      <p:sp>
        <p:nvSpPr>
          <p:cNvPr id="13" name="CuadroTexto 12">
            <a:extLst>
              <a:ext uri="{FF2B5EF4-FFF2-40B4-BE49-F238E27FC236}">
                <a16:creationId xmlns:a16="http://schemas.microsoft.com/office/drawing/2014/main" id="{6CF6F1A9-C69E-4695-DE4A-9CA2D8213E34}"/>
              </a:ext>
            </a:extLst>
          </p:cNvPr>
          <p:cNvSpPr txBox="1"/>
          <p:nvPr/>
        </p:nvSpPr>
        <p:spPr>
          <a:xfrm>
            <a:off x="7886594" y="1385036"/>
            <a:ext cx="4130246" cy="4278094"/>
          </a:xfrm>
          <a:prstGeom prst="rect">
            <a:avLst/>
          </a:prstGeom>
          <a:noFill/>
          <a:ln>
            <a:solidFill>
              <a:schemeClr val="tx1"/>
            </a:solidFill>
          </a:ln>
        </p:spPr>
        <p:txBody>
          <a:bodyPr wrap="square" rtlCol="0">
            <a:spAutoFit/>
          </a:bodyPr>
          <a:lstStyle/>
          <a:p>
            <a:r>
              <a:rPr lang="es-MX" sz="1600" b="1" dirty="0"/>
              <a:t>Detalle de novedades: </a:t>
            </a:r>
          </a:p>
          <a:p>
            <a:endParaRPr lang="es-MX" sz="1600" b="1" dirty="0"/>
          </a:p>
          <a:p>
            <a:r>
              <a:rPr lang="es-MX" sz="1600" b="1" dirty="0"/>
              <a:t>Labor de la venta</a:t>
            </a:r>
            <a:r>
              <a:rPr lang="es-MX" sz="1600" b="0" dirty="0"/>
              <a:t>: </a:t>
            </a:r>
            <a:r>
              <a:rPr lang="es-MX" sz="1600" b="0" dirty="0">
                <a:latin typeface="+mj-lt"/>
              </a:rPr>
              <a:t>Brinda información muy general de  los productos y no ofrece un SKU especifico de acuerdo al tamaño o edad del cachorro.</a:t>
            </a:r>
            <a:endParaRPr lang="es-MX" sz="1600" b="0" dirty="0"/>
          </a:p>
          <a:p>
            <a:endParaRPr lang="es-MX" sz="1600" dirty="0">
              <a:highlight>
                <a:srgbClr val="C0C0C0"/>
              </a:highlight>
            </a:endParaRPr>
          </a:p>
          <a:p>
            <a:r>
              <a:rPr lang="es-MX" sz="1600" b="1" dirty="0"/>
              <a:t>Abordaje: </a:t>
            </a:r>
            <a:r>
              <a:rPr lang="es-MX" sz="1600" dirty="0">
                <a:latin typeface="+mj-lt"/>
              </a:rPr>
              <a:t>Observa que el cliente está en el pasillo y observando las referencias y no se acerca a él a ofrecer asesoría, está más concentrado en la organización del lineal, </a:t>
            </a:r>
            <a:r>
              <a:rPr lang="es-MX" sz="1600" b="0" dirty="0">
                <a:latin typeface="+mj-lt"/>
              </a:rPr>
              <a:t>es el cliente quien realiza la iniciativa e interés en los productos.</a:t>
            </a:r>
          </a:p>
          <a:p>
            <a:endParaRPr lang="es-MX" sz="1600" dirty="0">
              <a:latin typeface="+mj-lt"/>
            </a:endParaRPr>
          </a:p>
          <a:p>
            <a:r>
              <a:rPr lang="es-MX" sz="1600" b="1" dirty="0"/>
              <a:t>Uniforme: </a:t>
            </a:r>
            <a:r>
              <a:rPr lang="es-MX" sz="1600" b="0" dirty="0">
                <a:latin typeface="+mj-lt"/>
              </a:rPr>
              <a:t>Se evidencia el uso de manillas, anillos, jean y un moño en el cabello que no va de acorde a las políticas de vestimenta. </a:t>
            </a:r>
            <a:endParaRPr lang="es-MX" sz="1600" dirty="0">
              <a:highlight>
                <a:srgbClr val="C0C0C0"/>
              </a:highlight>
              <a:latin typeface="+mj-lt"/>
            </a:endParaRPr>
          </a:p>
        </p:txBody>
      </p:sp>
    </p:spTree>
    <p:extLst>
      <p:ext uri="{BB962C8B-B14F-4D97-AF65-F5344CB8AC3E}">
        <p14:creationId xmlns:p14="http://schemas.microsoft.com/office/powerpoint/2010/main" val="3564541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D9887-EBDC-1BD3-3B21-C82AB720727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17EE0B9-0A4A-2C07-32B5-A94C198AC670}"/>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0BDB1BAB-0B23-3254-CC8C-5EACDB3C3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9E952ECC-1332-7614-E94E-486F2EE28D49}"/>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5C7A547-8EBD-2051-1FEA-1B86E508459D}"/>
              </a:ext>
            </a:extLst>
          </p:cNvPr>
          <p:cNvSpPr txBox="1"/>
          <p:nvPr/>
        </p:nvSpPr>
        <p:spPr>
          <a:xfrm>
            <a:off x="2860851" y="165181"/>
            <a:ext cx="7492517" cy="923330"/>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LA VAQUITA BELEN - MEDELLIN</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A1FCA8FD-BBB0-859C-E4BF-8CE0E059ACC2}"/>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6" name="CuadroTexto 15">
            <a:extLst>
              <a:ext uri="{FF2B5EF4-FFF2-40B4-BE49-F238E27FC236}">
                <a16:creationId xmlns:a16="http://schemas.microsoft.com/office/drawing/2014/main" id="{F9FF9F6F-3373-FC7D-52BD-56F5BCC91E6B}"/>
              </a:ext>
            </a:extLst>
          </p:cNvPr>
          <p:cNvSpPr txBox="1"/>
          <p:nvPr/>
        </p:nvSpPr>
        <p:spPr>
          <a:xfrm>
            <a:off x="2841009" y="3056094"/>
            <a:ext cx="5094678" cy="923330"/>
          </a:xfrm>
          <a:prstGeom prst="rect">
            <a:avLst/>
          </a:prstGeom>
          <a:noFill/>
        </p:spPr>
        <p:txBody>
          <a:bodyPr wrap="square">
            <a:spAutoFit/>
          </a:bodyPr>
          <a:lstStyle/>
          <a:p>
            <a:r>
              <a:rPr lang="es-CO" sz="1800" b="0" i="0" u="none" strike="noStrike" dirty="0">
                <a:solidFill>
                  <a:srgbClr val="000000"/>
                </a:solidFill>
                <a:effectLst/>
                <a:latin typeface="Aptos Narrow" panose="020B0004020202020204" pitchFamily="34" charset="0"/>
                <a:hlinkClick r:id="rId3"/>
              </a:rPr>
              <a:t>https://drive.google.com/file/d/1aDG7KEgKoCgotqakQs5bkPwQyywWRqfb/view</a:t>
            </a:r>
            <a:endParaRPr lang="es-CO" sz="1800" b="0" i="0" u="none" strike="noStrike" dirty="0">
              <a:solidFill>
                <a:srgbClr val="000000"/>
              </a:solidFill>
              <a:effectLst/>
              <a:latin typeface="Aptos Narrow" panose="020B0004020202020204" pitchFamily="34" charset="0"/>
            </a:endParaRPr>
          </a:p>
          <a:p>
            <a:endParaRPr lang="es-CO" dirty="0"/>
          </a:p>
        </p:txBody>
      </p:sp>
      <p:sp>
        <p:nvSpPr>
          <p:cNvPr id="2" name="CuadroTexto 1">
            <a:extLst>
              <a:ext uri="{FF2B5EF4-FFF2-40B4-BE49-F238E27FC236}">
                <a16:creationId xmlns:a16="http://schemas.microsoft.com/office/drawing/2014/main" id="{1CEBA107-A718-277C-D060-2AC766F67792}"/>
              </a:ext>
            </a:extLst>
          </p:cNvPr>
          <p:cNvSpPr txBox="1"/>
          <p:nvPr/>
        </p:nvSpPr>
        <p:spPr>
          <a:xfrm>
            <a:off x="8064668" y="1457844"/>
            <a:ext cx="3818475" cy="2554545"/>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MX" sz="1600" b="1" dirty="0"/>
              <a:t>Portafolio y Manejo de objeciones: </a:t>
            </a:r>
            <a:r>
              <a:rPr lang="es-MX" sz="1600" b="0" dirty="0"/>
              <a:t>No </a:t>
            </a:r>
            <a:r>
              <a:rPr lang="es-MX" sz="1600" dirty="0"/>
              <a:t>ofrece referencias de SKU en especifico de acuerdo al tamaño que indica el cliente</a:t>
            </a:r>
            <a:r>
              <a:rPr lang="es-MX" sz="1600" b="0" dirty="0"/>
              <a:t>.</a:t>
            </a:r>
          </a:p>
          <a:p>
            <a:endParaRPr lang="es-MX" sz="1600" dirty="0">
              <a:latin typeface="+mj-lt"/>
            </a:endParaRPr>
          </a:p>
          <a:p>
            <a:r>
              <a:rPr lang="es-MX" sz="1600" b="1" dirty="0"/>
              <a:t>Uniforme: </a:t>
            </a:r>
            <a:r>
              <a:rPr lang="es-MX" sz="1600" b="0" dirty="0">
                <a:latin typeface="+mj-lt"/>
              </a:rPr>
              <a:t>Se evidencia el uso de manillas, que no van de acorde a las políticas de vestimenta. </a:t>
            </a:r>
            <a:endParaRPr lang="es-MX" sz="1600" dirty="0">
              <a:highlight>
                <a:srgbClr val="C0C0C0"/>
              </a:highlight>
              <a:latin typeface="+mj-lt"/>
            </a:endParaRPr>
          </a:p>
        </p:txBody>
      </p:sp>
      <p:pic>
        <p:nvPicPr>
          <p:cNvPr id="11" name="Imagen 10">
            <a:extLst>
              <a:ext uri="{FF2B5EF4-FFF2-40B4-BE49-F238E27FC236}">
                <a16:creationId xmlns:a16="http://schemas.microsoft.com/office/drawing/2014/main" id="{B57C33CA-A5E9-477F-50DF-81C8265D4BC5}"/>
              </a:ext>
            </a:extLst>
          </p:cNvPr>
          <p:cNvPicPr>
            <a:picLocks noChangeAspect="1"/>
          </p:cNvPicPr>
          <p:nvPr/>
        </p:nvPicPr>
        <p:blipFill>
          <a:blip r:embed="rId4"/>
          <a:stretch>
            <a:fillRect/>
          </a:stretch>
        </p:blipFill>
        <p:spPr>
          <a:xfrm>
            <a:off x="2877351" y="1142054"/>
            <a:ext cx="5058336" cy="1695687"/>
          </a:xfrm>
          <a:prstGeom prst="rect">
            <a:avLst/>
          </a:prstGeom>
        </p:spPr>
      </p:pic>
    </p:spTree>
    <p:extLst>
      <p:ext uri="{BB962C8B-B14F-4D97-AF65-F5344CB8AC3E}">
        <p14:creationId xmlns:p14="http://schemas.microsoft.com/office/powerpoint/2010/main" val="2170750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03FF1-BF52-B389-F773-51EE1739EBB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69EEF85-7B11-8140-6B39-C0C19884D748}"/>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FEEE96F8-3CC1-F1E8-7EE6-B913545258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29ED4725-CF79-AAC3-E664-0AB59F7BF533}"/>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FD40E6DB-9F88-F1DB-2AB3-C1A53B7BF233}"/>
              </a:ext>
            </a:extLst>
          </p:cNvPr>
          <p:cNvSpPr txBox="1"/>
          <p:nvPr/>
        </p:nvSpPr>
        <p:spPr>
          <a:xfrm>
            <a:off x="2860851" y="165181"/>
            <a:ext cx="7492517" cy="923330"/>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SUPERMERCADO LA 80 ARANJUEZ PARQUE - MEDELLIN</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A5827CF1-954A-EAA6-8D3E-BAE25905D6A4}"/>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6" name="CuadroTexto 15">
            <a:extLst>
              <a:ext uri="{FF2B5EF4-FFF2-40B4-BE49-F238E27FC236}">
                <a16:creationId xmlns:a16="http://schemas.microsoft.com/office/drawing/2014/main" id="{8C5A3F39-CE0D-A559-BB9D-4F5EB5A6C4F0}"/>
              </a:ext>
            </a:extLst>
          </p:cNvPr>
          <p:cNvSpPr txBox="1"/>
          <p:nvPr/>
        </p:nvSpPr>
        <p:spPr>
          <a:xfrm>
            <a:off x="2841009" y="3056094"/>
            <a:ext cx="5094678" cy="923330"/>
          </a:xfrm>
          <a:prstGeom prst="rect">
            <a:avLst/>
          </a:prstGeom>
          <a:noFill/>
        </p:spPr>
        <p:txBody>
          <a:bodyPr wrap="square">
            <a:spAutoFit/>
          </a:bodyPr>
          <a:lstStyle/>
          <a:p>
            <a:r>
              <a:rPr lang="es-CO" sz="1800" b="0" i="0" u="none" strike="noStrike" dirty="0">
                <a:solidFill>
                  <a:srgbClr val="000000"/>
                </a:solidFill>
                <a:effectLst/>
                <a:latin typeface="Aptos Narrow" panose="020B0004020202020204" pitchFamily="34" charset="0"/>
                <a:hlinkClick r:id="rId3"/>
              </a:rPr>
              <a:t>https://drive.google.com/file/d/13zAY1SLr3EgfP_2Qgbsw57ASm8bUMcnR/view</a:t>
            </a:r>
            <a:endParaRPr lang="es-CO" sz="1800" b="0" i="0" u="none" strike="noStrike" dirty="0">
              <a:solidFill>
                <a:srgbClr val="000000"/>
              </a:solidFill>
              <a:effectLst/>
              <a:latin typeface="Aptos Narrow" panose="020B0004020202020204" pitchFamily="34" charset="0"/>
            </a:endParaRPr>
          </a:p>
          <a:p>
            <a:endParaRPr lang="es-CO" dirty="0"/>
          </a:p>
        </p:txBody>
      </p:sp>
      <p:sp>
        <p:nvSpPr>
          <p:cNvPr id="2" name="CuadroTexto 1">
            <a:extLst>
              <a:ext uri="{FF2B5EF4-FFF2-40B4-BE49-F238E27FC236}">
                <a16:creationId xmlns:a16="http://schemas.microsoft.com/office/drawing/2014/main" id="{DADA7989-4C8F-A609-DEC8-0D5D25A84B8F}"/>
              </a:ext>
            </a:extLst>
          </p:cNvPr>
          <p:cNvSpPr txBox="1"/>
          <p:nvPr/>
        </p:nvSpPr>
        <p:spPr>
          <a:xfrm>
            <a:off x="8064668" y="1457844"/>
            <a:ext cx="3818475" cy="2554545"/>
          </a:xfrm>
          <a:prstGeom prst="rect">
            <a:avLst/>
          </a:prstGeom>
          <a:noFill/>
          <a:ln>
            <a:solidFill>
              <a:schemeClr val="tx1"/>
            </a:solidFill>
          </a:ln>
        </p:spPr>
        <p:txBody>
          <a:bodyPr wrap="square" rtlCol="0">
            <a:spAutoFit/>
          </a:bodyPr>
          <a:lstStyle/>
          <a:p>
            <a:r>
              <a:rPr lang="es-MX" sz="1600" b="1" dirty="0"/>
              <a:t>Detalle de novedades: </a:t>
            </a:r>
          </a:p>
          <a:p>
            <a:endParaRPr lang="es-MX" sz="1600" dirty="0"/>
          </a:p>
          <a:p>
            <a:r>
              <a:rPr lang="es-MX" sz="1600" b="1" dirty="0"/>
              <a:t>Portafolio y Manejo de objeciones: </a:t>
            </a:r>
            <a:r>
              <a:rPr lang="es-MX" sz="1600" b="0" dirty="0"/>
              <a:t>No </a:t>
            </a:r>
            <a:r>
              <a:rPr lang="es-MX" sz="1600" dirty="0"/>
              <a:t>logra brindar una información clara y veraz al cliente del impacto del consumo de los productos al ser humano</a:t>
            </a:r>
            <a:r>
              <a:rPr lang="es-MX" sz="1600" b="0" dirty="0"/>
              <a:t>.</a:t>
            </a:r>
          </a:p>
          <a:p>
            <a:endParaRPr lang="es-MX" sz="1600" dirty="0">
              <a:latin typeface="+mj-lt"/>
            </a:endParaRPr>
          </a:p>
          <a:p>
            <a:r>
              <a:rPr lang="es-MX" sz="1600" b="1" dirty="0"/>
              <a:t>Uniforme: </a:t>
            </a:r>
            <a:r>
              <a:rPr lang="es-MX" sz="1600" b="0" dirty="0">
                <a:latin typeface="+mj-lt"/>
              </a:rPr>
              <a:t>Se evidencia el uso de </a:t>
            </a:r>
            <a:r>
              <a:rPr lang="es-MX" sz="1600" dirty="0">
                <a:latin typeface="+mj-lt"/>
              </a:rPr>
              <a:t>un moño</a:t>
            </a:r>
            <a:r>
              <a:rPr lang="es-MX" sz="1600" b="0" dirty="0">
                <a:latin typeface="+mj-lt"/>
              </a:rPr>
              <a:t>, que no van de acorde a las políticas de vestimenta. </a:t>
            </a:r>
            <a:endParaRPr lang="es-MX" sz="1600" dirty="0">
              <a:highlight>
                <a:srgbClr val="C0C0C0"/>
              </a:highlight>
              <a:latin typeface="+mj-lt"/>
            </a:endParaRPr>
          </a:p>
        </p:txBody>
      </p:sp>
      <p:pic>
        <p:nvPicPr>
          <p:cNvPr id="6" name="Imagen 5">
            <a:extLst>
              <a:ext uri="{FF2B5EF4-FFF2-40B4-BE49-F238E27FC236}">
                <a16:creationId xmlns:a16="http://schemas.microsoft.com/office/drawing/2014/main" id="{B495FBE1-5E6A-B8C9-B939-631E9CAD6D94}"/>
              </a:ext>
            </a:extLst>
          </p:cNvPr>
          <p:cNvPicPr>
            <a:picLocks noChangeAspect="1"/>
          </p:cNvPicPr>
          <p:nvPr/>
        </p:nvPicPr>
        <p:blipFill>
          <a:blip r:embed="rId4"/>
          <a:stretch>
            <a:fillRect/>
          </a:stretch>
        </p:blipFill>
        <p:spPr>
          <a:xfrm>
            <a:off x="2860851" y="1257051"/>
            <a:ext cx="5074836" cy="1638529"/>
          </a:xfrm>
          <a:prstGeom prst="rect">
            <a:avLst/>
          </a:prstGeom>
        </p:spPr>
      </p:pic>
    </p:spTree>
    <p:extLst>
      <p:ext uri="{BB962C8B-B14F-4D97-AF65-F5344CB8AC3E}">
        <p14:creationId xmlns:p14="http://schemas.microsoft.com/office/powerpoint/2010/main" val="32783266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50A94-F6ED-9590-49DC-656782BB5461}"/>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E1F42E8-A889-8B77-57F0-7324F98ED9E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B025B5BD-16E9-9BB3-1216-64543A69B9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9D2B8CE1-A987-2591-B3A1-B8AD112153BE}"/>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B0F05580-970C-3B47-2FA1-062F3CB6FABE}"/>
              </a:ext>
            </a:extLst>
          </p:cNvPr>
          <p:cNvSpPr txBox="1"/>
          <p:nvPr/>
        </p:nvSpPr>
        <p:spPr>
          <a:xfrm>
            <a:off x="2877350" y="114934"/>
            <a:ext cx="5476461"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CARULLA PANCE-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12" name="Rectángulo: esquinas redondeadas 11">
            <a:extLst>
              <a:ext uri="{FF2B5EF4-FFF2-40B4-BE49-F238E27FC236}">
                <a16:creationId xmlns:a16="http://schemas.microsoft.com/office/drawing/2014/main" id="{60105153-3FE0-45C7-6B0C-BF0AA57B6DEC}"/>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56A4DBAB-E9E5-9222-062F-37485377F7C4}"/>
              </a:ext>
            </a:extLst>
          </p:cNvPr>
          <p:cNvSpPr txBox="1"/>
          <p:nvPr/>
        </p:nvSpPr>
        <p:spPr>
          <a:xfrm>
            <a:off x="3049030" y="3105835"/>
            <a:ext cx="6098058" cy="923330"/>
          </a:xfrm>
          <a:prstGeom prst="rect">
            <a:avLst/>
          </a:prstGeom>
          <a:noFill/>
        </p:spPr>
        <p:txBody>
          <a:bodyPr wrap="square">
            <a:spAutoFit/>
          </a:bodyPr>
          <a:lstStyle/>
          <a:p>
            <a:r>
              <a:rPr lang="es-CO" sz="1800" b="0" i="0" u="none" strike="noStrike" dirty="0">
                <a:solidFill>
                  <a:srgbClr val="000000"/>
                </a:solidFill>
                <a:effectLst/>
                <a:latin typeface="Aptos Narrow" panose="020B0004020202020204" pitchFamily="34" charset="0"/>
                <a:hlinkClick r:id="rId3"/>
              </a:rPr>
              <a:t>https://drive.google.com/file/d/1PHLZq_ZpPsf4Wckaw5sJSrHhv2r2ZwzI/view</a:t>
            </a:r>
            <a:endParaRPr lang="es-CO" sz="1800" b="0" i="0" u="none" strike="noStrike" dirty="0">
              <a:solidFill>
                <a:srgbClr val="000000"/>
              </a:solidFill>
              <a:effectLst/>
              <a:latin typeface="Aptos Narrow" panose="020B0004020202020204" pitchFamily="34" charset="0"/>
            </a:endParaRPr>
          </a:p>
          <a:p>
            <a:r>
              <a:rPr lang="es-CO" dirty="0"/>
              <a:t> </a:t>
            </a:r>
          </a:p>
        </p:txBody>
      </p:sp>
      <p:sp>
        <p:nvSpPr>
          <p:cNvPr id="5" name="CuadroTexto 4">
            <a:extLst>
              <a:ext uri="{FF2B5EF4-FFF2-40B4-BE49-F238E27FC236}">
                <a16:creationId xmlns:a16="http://schemas.microsoft.com/office/drawing/2014/main" id="{F8FC5B52-84CC-1785-457F-D9DE24ADACD3}"/>
              </a:ext>
            </a:extLst>
          </p:cNvPr>
          <p:cNvSpPr txBox="1"/>
          <p:nvPr/>
        </p:nvSpPr>
        <p:spPr>
          <a:xfrm>
            <a:off x="3232223" y="1373898"/>
            <a:ext cx="3818475" cy="830997"/>
          </a:xfrm>
          <a:prstGeom prst="rect">
            <a:avLst/>
          </a:prstGeom>
          <a:noFill/>
          <a:ln>
            <a:solidFill>
              <a:schemeClr val="tx1"/>
            </a:solidFill>
          </a:ln>
        </p:spPr>
        <p:txBody>
          <a:bodyPr wrap="square" rtlCol="0">
            <a:spAutoFit/>
          </a:bodyPr>
          <a:lstStyle/>
          <a:p>
            <a:r>
              <a:rPr lang="es-MX" sz="1600" dirty="0"/>
              <a:t>La mercaderista no está en pdv se retraso en la ruta por que estaba realizando unos amarres en el éxito unicali</a:t>
            </a:r>
            <a:endParaRPr lang="es-MX" sz="1600" dirty="0">
              <a:highlight>
                <a:srgbClr val="C0C0C0"/>
              </a:highlight>
            </a:endParaRPr>
          </a:p>
        </p:txBody>
      </p:sp>
    </p:spTree>
    <p:extLst>
      <p:ext uri="{BB962C8B-B14F-4D97-AF65-F5344CB8AC3E}">
        <p14:creationId xmlns:p14="http://schemas.microsoft.com/office/powerpoint/2010/main" val="1507660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DB331-0988-53D7-D436-FC4445BB5B9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0D58BFF-4E6D-09EB-3E45-D790E25AA560}"/>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55A7217D-CCF9-9835-21D3-5398D308C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1AF6114C-B82B-44CF-3C54-62A4D83986C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3D94FAE-AEA1-1731-5215-19776F178837}"/>
              </a:ext>
            </a:extLst>
          </p:cNvPr>
          <p:cNvSpPr txBox="1"/>
          <p:nvPr/>
        </p:nvSpPr>
        <p:spPr>
          <a:xfrm>
            <a:off x="2877350" y="114934"/>
            <a:ext cx="5476461"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MI CORRAL PRADO - BARRANQUILLA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496A1C6A-92DF-4F1D-CACE-80AFEFFF9076}"/>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969267A3-8BF0-7618-B70E-16A97774A8DF}"/>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EE30380B-F149-7DA4-84E8-DDCE0823AFE4}"/>
              </a:ext>
            </a:extLst>
          </p:cNvPr>
          <p:cNvSpPr txBox="1"/>
          <p:nvPr/>
        </p:nvSpPr>
        <p:spPr>
          <a:xfrm>
            <a:off x="3049030" y="3105835"/>
            <a:ext cx="6098058" cy="923330"/>
          </a:xfrm>
          <a:prstGeom prst="rect">
            <a:avLst/>
          </a:prstGeom>
          <a:noFill/>
        </p:spPr>
        <p:txBody>
          <a:bodyPr wrap="square">
            <a:spAutoFit/>
          </a:bodyPr>
          <a:lstStyle/>
          <a:p>
            <a:r>
              <a:rPr lang="es-CO" sz="1800" b="0" i="0" u="none" strike="noStrike" dirty="0">
                <a:solidFill>
                  <a:srgbClr val="000000"/>
                </a:solidFill>
                <a:effectLst/>
                <a:latin typeface="Aptos Narrow" panose="020B0004020202020204" pitchFamily="34" charset="0"/>
                <a:hlinkClick r:id="rId3"/>
              </a:rPr>
              <a:t>https://drive.google.com/file/d/1jxzcezHyHlF1K87Hnek3vNkWc3mNiYts/view</a:t>
            </a:r>
            <a:endParaRPr lang="es-CO" sz="1800" b="0" i="0" u="none" strike="noStrike" dirty="0">
              <a:solidFill>
                <a:srgbClr val="000000"/>
              </a:solidFill>
              <a:effectLst/>
              <a:latin typeface="Aptos Narrow" panose="020B0004020202020204" pitchFamily="34" charset="0"/>
            </a:endParaRPr>
          </a:p>
          <a:p>
            <a:endParaRPr lang="es-CO" dirty="0"/>
          </a:p>
        </p:txBody>
      </p:sp>
      <p:sp>
        <p:nvSpPr>
          <p:cNvPr id="5" name="CuadroTexto 4">
            <a:extLst>
              <a:ext uri="{FF2B5EF4-FFF2-40B4-BE49-F238E27FC236}">
                <a16:creationId xmlns:a16="http://schemas.microsoft.com/office/drawing/2014/main" id="{2D0A263B-4640-0029-DA3D-171F45062B50}"/>
              </a:ext>
            </a:extLst>
          </p:cNvPr>
          <p:cNvSpPr txBox="1"/>
          <p:nvPr/>
        </p:nvSpPr>
        <p:spPr>
          <a:xfrm>
            <a:off x="3232223" y="1373898"/>
            <a:ext cx="3818475" cy="830997"/>
          </a:xfrm>
          <a:prstGeom prst="rect">
            <a:avLst/>
          </a:prstGeom>
          <a:noFill/>
          <a:ln>
            <a:solidFill>
              <a:schemeClr val="tx1"/>
            </a:solidFill>
          </a:ln>
        </p:spPr>
        <p:txBody>
          <a:bodyPr wrap="square" rtlCol="0">
            <a:spAutoFit/>
          </a:bodyPr>
          <a:lstStyle/>
          <a:p>
            <a:r>
              <a:rPr lang="es-MX" sz="1600" dirty="0"/>
              <a:t>No se encuentra el asesor en el pdv por lo cual no es posible realizar el Mystery efectivamente</a:t>
            </a:r>
            <a:endParaRPr lang="es-MX" sz="1600" dirty="0">
              <a:highlight>
                <a:srgbClr val="C0C0C0"/>
              </a:highlight>
            </a:endParaRPr>
          </a:p>
        </p:txBody>
      </p:sp>
    </p:spTree>
    <p:extLst>
      <p:ext uri="{BB962C8B-B14F-4D97-AF65-F5344CB8AC3E}">
        <p14:creationId xmlns:p14="http://schemas.microsoft.com/office/powerpoint/2010/main" val="361658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4B022-0C6B-9E5C-7C02-6BDB39B9279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F6BC903-66CB-7EBC-69EA-13D125AFACC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8448D77-BFD1-0C2F-EE9E-8D48A5267D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4B50BBE5-1ED8-D4CB-9FBE-41B465003EEC}"/>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DB60C1A7-48CA-425D-D147-2B5C0B7B3837}"/>
              </a:ext>
            </a:extLst>
          </p:cNvPr>
          <p:cNvSpPr txBox="1"/>
          <p:nvPr/>
        </p:nvSpPr>
        <p:spPr>
          <a:xfrm>
            <a:off x="2877350" y="114934"/>
            <a:ext cx="5476461"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CLINICA VETERINARIA SHARPEY- BARRANQUILLA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B0993FBC-FFA7-2602-994B-5232C4628D7E}"/>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C49156FB-4680-5700-B3CC-5D9FE70453BF}"/>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6FF0D839-8F1C-2627-32E1-0B3F200A8BEC}"/>
              </a:ext>
            </a:extLst>
          </p:cNvPr>
          <p:cNvSpPr txBox="1"/>
          <p:nvPr/>
        </p:nvSpPr>
        <p:spPr>
          <a:xfrm>
            <a:off x="3049030" y="3105835"/>
            <a:ext cx="6098058" cy="923330"/>
          </a:xfrm>
          <a:prstGeom prst="rect">
            <a:avLst/>
          </a:prstGeom>
          <a:noFill/>
        </p:spPr>
        <p:txBody>
          <a:bodyPr wrap="square">
            <a:spAutoFit/>
          </a:bodyPr>
          <a:lstStyle/>
          <a:p>
            <a:r>
              <a:rPr lang="es-CO" sz="1800" b="0" i="0" u="none" strike="noStrike" dirty="0">
                <a:solidFill>
                  <a:srgbClr val="000000"/>
                </a:solidFill>
                <a:effectLst/>
                <a:latin typeface="Aptos Narrow" panose="020B0004020202020204" pitchFamily="34" charset="0"/>
                <a:hlinkClick r:id="rId3"/>
              </a:rPr>
              <a:t>https://drive.google.com/file/d/1L1ow8wTzxYGBK4erRvDuOxkQH5abTvFo/view</a:t>
            </a:r>
            <a:endParaRPr lang="es-CO" sz="1800" b="0" i="0" u="none" strike="noStrike" dirty="0">
              <a:solidFill>
                <a:srgbClr val="000000"/>
              </a:solidFill>
              <a:effectLst/>
              <a:latin typeface="Aptos Narrow" panose="020B0004020202020204" pitchFamily="34" charset="0"/>
            </a:endParaRPr>
          </a:p>
          <a:p>
            <a:endParaRPr lang="es-CO" dirty="0"/>
          </a:p>
        </p:txBody>
      </p:sp>
      <p:sp>
        <p:nvSpPr>
          <p:cNvPr id="5" name="CuadroTexto 4">
            <a:extLst>
              <a:ext uri="{FF2B5EF4-FFF2-40B4-BE49-F238E27FC236}">
                <a16:creationId xmlns:a16="http://schemas.microsoft.com/office/drawing/2014/main" id="{335364E7-A70F-31B9-6C12-D47EDBDAF3BB}"/>
              </a:ext>
            </a:extLst>
          </p:cNvPr>
          <p:cNvSpPr txBox="1"/>
          <p:nvPr/>
        </p:nvSpPr>
        <p:spPr>
          <a:xfrm>
            <a:off x="3232223" y="1373898"/>
            <a:ext cx="3818475" cy="830997"/>
          </a:xfrm>
          <a:prstGeom prst="rect">
            <a:avLst/>
          </a:prstGeom>
          <a:noFill/>
          <a:ln>
            <a:solidFill>
              <a:schemeClr val="tx1"/>
            </a:solidFill>
          </a:ln>
        </p:spPr>
        <p:txBody>
          <a:bodyPr wrap="square" rtlCol="0">
            <a:spAutoFit/>
          </a:bodyPr>
          <a:lstStyle/>
          <a:p>
            <a:r>
              <a:rPr lang="es-MX" sz="1600" dirty="0"/>
              <a:t>No se encuentra el asesor en el pdv por lo cual no es posible realizar el Mystery efectivamente</a:t>
            </a:r>
            <a:endParaRPr lang="es-MX" sz="1600" dirty="0">
              <a:highlight>
                <a:srgbClr val="C0C0C0"/>
              </a:highlight>
            </a:endParaRPr>
          </a:p>
        </p:txBody>
      </p:sp>
    </p:spTree>
    <p:extLst>
      <p:ext uri="{BB962C8B-B14F-4D97-AF65-F5344CB8AC3E}">
        <p14:creationId xmlns:p14="http://schemas.microsoft.com/office/powerpoint/2010/main" val="465631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BB9AE-0A09-958D-B4B7-0873510D8DC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A53E1349-C5AF-321A-65AE-5739B985C676}"/>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71FB5B5C-8FEA-BBBF-EE47-1FEAD6EC3F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7E313A9C-30F0-A730-F99E-72001E72DEE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C760F997-5580-F0D3-8B25-578051164AE6}"/>
              </a:ext>
            </a:extLst>
          </p:cNvPr>
          <p:cNvSpPr txBox="1"/>
          <p:nvPr/>
        </p:nvSpPr>
        <p:spPr>
          <a:xfrm>
            <a:off x="2877350" y="114934"/>
            <a:ext cx="5842107"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CLINICA VETERINARIA MASTER VET S.A.S - BARRANQUILLA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3DB6DD3C-8F3B-338A-D04D-CAB2EC63156C}"/>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E66B62F5-BB4B-C722-7382-C2942CA2C469}"/>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72F61A92-F6E0-709A-7142-394760F2F8A2}"/>
              </a:ext>
            </a:extLst>
          </p:cNvPr>
          <p:cNvSpPr txBox="1"/>
          <p:nvPr/>
        </p:nvSpPr>
        <p:spPr>
          <a:xfrm>
            <a:off x="3049030" y="3105835"/>
            <a:ext cx="6098058" cy="923330"/>
          </a:xfrm>
          <a:prstGeom prst="rect">
            <a:avLst/>
          </a:prstGeom>
          <a:noFill/>
        </p:spPr>
        <p:txBody>
          <a:bodyPr wrap="square">
            <a:spAutoFit/>
          </a:bodyPr>
          <a:lstStyle/>
          <a:p>
            <a:r>
              <a:rPr lang="es-CO" sz="1800" b="0" i="0" u="none" strike="noStrike" dirty="0">
                <a:solidFill>
                  <a:srgbClr val="000000"/>
                </a:solidFill>
                <a:effectLst/>
                <a:latin typeface="Aptos Narrow" panose="020B0004020202020204" pitchFamily="34" charset="0"/>
                <a:hlinkClick r:id="rId3"/>
              </a:rPr>
              <a:t>https://drive.google.com/file/d/1KhFAtdeJdbLwLNcQ7-PMo-NTdNzP23xf/view</a:t>
            </a:r>
            <a:endParaRPr lang="es-CO" sz="1800" b="0" i="0" u="none" strike="noStrike" dirty="0">
              <a:solidFill>
                <a:srgbClr val="000000"/>
              </a:solidFill>
              <a:effectLst/>
              <a:latin typeface="Aptos Narrow" panose="020B0004020202020204" pitchFamily="34" charset="0"/>
            </a:endParaRPr>
          </a:p>
          <a:p>
            <a:endParaRPr lang="es-CO" dirty="0"/>
          </a:p>
        </p:txBody>
      </p:sp>
      <p:sp>
        <p:nvSpPr>
          <p:cNvPr id="5" name="CuadroTexto 4">
            <a:extLst>
              <a:ext uri="{FF2B5EF4-FFF2-40B4-BE49-F238E27FC236}">
                <a16:creationId xmlns:a16="http://schemas.microsoft.com/office/drawing/2014/main" id="{144E3837-0B32-E5B0-4250-22D36C9EC28F}"/>
              </a:ext>
            </a:extLst>
          </p:cNvPr>
          <p:cNvSpPr txBox="1"/>
          <p:nvPr/>
        </p:nvSpPr>
        <p:spPr>
          <a:xfrm>
            <a:off x="3232223" y="1373898"/>
            <a:ext cx="3818475" cy="830997"/>
          </a:xfrm>
          <a:prstGeom prst="rect">
            <a:avLst/>
          </a:prstGeom>
          <a:noFill/>
          <a:ln>
            <a:solidFill>
              <a:schemeClr val="tx1"/>
            </a:solidFill>
          </a:ln>
        </p:spPr>
        <p:txBody>
          <a:bodyPr wrap="square" rtlCol="0">
            <a:spAutoFit/>
          </a:bodyPr>
          <a:lstStyle/>
          <a:p>
            <a:r>
              <a:rPr lang="es-MX" sz="1600" dirty="0"/>
              <a:t>No se encuentra el asesor en el pdv por lo cual no es posible realizar el Mystery efectivamente</a:t>
            </a:r>
            <a:endParaRPr lang="es-MX" sz="1600" dirty="0">
              <a:highlight>
                <a:srgbClr val="C0C0C0"/>
              </a:highlight>
            </a:endParaRPr>
          </a:p>
        </p:txBody>
      </p:sp>
    </p:spTree>
    <p:extLst>
      <p:ext uri="{BB962C8B-B14F-4D97-AF65-F5344CB8AC3E}">
        <p14:creationId xmlns:p14="http://schemas.microsoft.com/office/powerpoint/2010/main" val="2354460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EF0ED-2881-9C42-2292-92FFD6F9AD6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02CAD49-71B0-6960-B7E9-CCA1A2FF9A05}"/>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EB312836-2645-3D08-B45D-615305B595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69119ADF-8470-D451-2D33-1C9922DDF85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5B71B624-8335-4512-DA4C-EF7EE64FF616}"/>
              </a:ext>
            </a:extLst>
          </p:cNvPr>
          <p:cNvSpPr txBox="1"/>
          <p:nvPr/>
        </p:nvSpPr>
        <p:spPr>
          <a:xfrm>
            <a:off x="2877350" y="114934"/>
            <a:ext cx="5842107"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KUMPET 94 - BOGOTA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95AD48C2-AD22-F75F-A0D1-D3FA508FF326}"/>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518CA6F3-BE07-4244-7D5E-6E7D573F23B6}"/>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20EE4ACA-59EE-FFEC-19FE-E9C36071562E}"/>
              </a:ext>
            </a:extLst>
          </p:cNvPr>
          <p:cNvSpPr txBox="1"/>
          <p:nvPr/>
        </p:nvSpPr>
        <p:spPr>
          <a:xfrm>
            <a:off x="3049030" y="3105835"/>
            <a:ext cx="6098058" cy="1754326"/>
          </a:xfrm>
          <a:prstGeom prst="rect">
            <a:avLst/>
          </a:prstGeom>
          <a:noFill/>
        </p:spPr>
        <p:txBody>
          <a:bodyPr wrap="square">
            <a:spAutoFit/>
          </a:bodyPr>
          <a:lstStyle/>
          <a:p>
            <a:r>
              <a:rPr lang="es-CO" sz="1800" b="0" i="0" u="none" strike="noStrike" dirty="0">
                <a:solidFill>
                  <a:srgbClr val="000000"/>
                </a:solidFill>
                <a:effectLst/>
                <a:latin typeface="Aptos Narrow" panose="020B0004020202020204" pitchFamily="34" charset="0"/>
                <a:hlinkClick r:id="rId3"/>
              </a:rPr>
              <a:t>https://drive.google.com/file/d/1R-80twhtUnaBpW5qEl3ZEUmCmhRq9o4B/view</a:t>
            </a:r>
            <a:endParaRPr lang="es-CO" sz="1800" b="0" i="0" u="none" strike="noStrike" dirty="0">
              <a:solidFill>
                <a:srgbClr val="000000"/>
              </a:solidFill>
              <a:effectLst/>
              <a:latin typeface="Aptos Narrow" panose="020B0004020202020204" pitchFamily="34" charset="0"/>
            </a:endParaRPr>
          </a:p>
          <a:p>
            <a:endParaRPr lang="es-CO" dirty="0">
              <a:solidFill>
                <a:srgbClr val="000000"/>
              </a:solidFill>
              <a:latin typeface="Aptos Narrow" panose="020B0004020202020204" pitchFamily="34" charset="0"/>
            </a:endParaRPr>
          </a:p>
          <a:p>
            <a:r>
              <a:rPr lang="es-CO" dirty="0">
                <a:hlinkClick r:id="rId4"/>
              </a:rPr>
              <a:t>https://drive.google.com/file/d/1rj1y-MNtbx8RBRc8MZUgAB4LJN7hxX2x/view</a:t>
            </a:r>
            <a:endParaRPr lang="es-CO" dirty="0">
              <a:solidFill>
                <a:srgbClr val="000000"/>
              </a:solidFill>
              <a:latin typeface="Aptos Narrow" panose="020B0004020202020204" pitchFamily="34" charset="0"/>
            </a:endParaRPr>
          </a:p>
          <a:p>
            <a:endParaRPr lang="es-CO" dirty="0"/>
          </a:p>
        </p:txBody>
      </p:sp>
      <p:sp>
        <p:nvSpPr>
          <p:cNvPr id="5" name="CuadroTexto 4">
            <a:extLst>
              <a:ext uri="{FF2B5EF4-FFF2-40B4-BE49-F238E27FC236}">
                <a16:creationId xmlns:a16="http://schemas.microsoft.com/office/drawing/2014/main" id="{0DFFE4B8-13FB-ABB0-BFBC-74FFCE8618FA}"/>
              </a:ext>
            </a:extLst>
          </p:cNvPr>
          <p:cNvSpPr txBox="1"/>
          <p:nvPr/>
        </p:nvSpPr>
        <p:spPr>
          <a:xfrm>
            <a:off x="3232223" y="1373898"/>
            <a:ext cx="3818475" cy="830997"/>
          </a:xfrm>
          <a:prstGeom prst="rect">
            <a:avLst/>
          </a:prstGeom>
          <a:noFill/>
          <a:ln>
            <a:solidFill>
              <a:schemeClr val="tx1"/>
            </a:solidFill>
          </a:ln>
        </p:spPr>
        <p:txBody>
          <a:bodyPr wrap="square" rtlCol="0">
            <a:spAutoFit/>
          </a:bodyPr>
          <a:lstStyle/>
          <a:p>
            <a:r>
              <a:rPr lang="es-MX" sz="1600" dirty="0"/>
              <a:t>No se encontró al asesor de purina en el punto de venta, se regresa y tampoco está</a:t>
            </a:r>
            <a:endParaRPr lang="es-MX" sz="1600" dirty="0">
              <a:highlight>
                <a:srgbClr val="C0C0C0"/>
              </a:highlight>
            </a:endParaRPr>
          </a:p>
        </p:txBody>
      </p:sp>
    </p:spTree>
    <p:extLst>
      <p:ext uri="{BB962C8B-B14F-4D97-AF65-F5344CB8AC3E}">
        <p14:creationId xmlns:p14="http://schemas.microsoft.com/office/powerpoint/2010/main" val="111384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1AB07-D397-5908-9DB7-DC04F287F89C}"/>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C37D0A1-C326-DCBC-F9AD-2B710DAEFFF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2C716A7-B9B1-9567-E7D2-36F7ECDBC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1D0B268A-9F32-019F-5EB8-31261C985B1C}"/>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E4DA7855-DB2E-6805-E119-9D8D468A4E0A}"/>
              </a:ext>
            </a:extLst>
          </p:cNvPr>
          <p:cNvSpPr txBox="1"/>
          <p:nvPr/>
        </p:nvSpPr>
        <p:spPr>
          <a:xfrm>
            <a:off x="2877350" y="114934"/>
            <a:ext cx="5842107"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PET GOLD S.A.S-MASCOTAS FELICES CP 160 - BOGOTA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FFB02BAD-AA0A-5033-4BD8-98391DA9827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545E94EA-340B-3A7B-0074-8B95FB64B2F1}"/>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EEC7901C-85B8-D9E6-99B3-75C1761B8FF8}"/>
              </a:ext>
            </a:extLst>
          </p:cNvPr>
          <p:cNvSpPr txBox="1"/>
          <p:nvPr/>
        </p:nvSpPr>
        <p:spPr>
          <a:xfrm>
            <a:off x="3049030" y="3105835"/>
            <a:ext cx="6098058" cy="1754326"/>
          </a:xfrm>
          <a:prstGeom prst="rect">
            <a:avLst/>
          </a:prstGeom>
          <a:noFill/>
        </p:spPr>
        <p:txBody>
          <a:bodyPr wrap="square">
            <a:spAutoFit/>
          </a:bodyPr>
          <a:lstStyle/>
          <a:p>
            <a:r>
              <a:rPr lang="es-CO" sz="1800" b="0" i="0" u="none" strike="noStrike" dirty="0">
                <a:solidFill>
                  <a:srgbClr val="000000"/>
                </a:solidFill>
                <a:effectLst/>
                <a:latin typeface="Aptos Narrow" panose="020B0004020202020204" pitchFamily="34" charset="0"/>
                <a:hlinkClick r:id="rId3"/>
              </a:rPr>
              <a:t>https://drive.google.com/file/d/1a0iipdo3XsAfVKiY1_HrvUQEAYB2eGYM/view</a:t>
            </a:r>
            <a:endParaRPr lang="es-CO" sz="1800" b="0" i="0" u="none" strike="noStrike" dirty="0">
              <a:solidFill>
                <a:srgbClr val="000000"/>
              </a:solidFill>
              <a:effectLst/>
              <a:latin typeface="Aptos Narrow" panose="020B0004020202020204" pitchFamily="34" charset="0"/>
            </a:endParaRPr>
          </a:p>
          <a:p>
            <a:endParaRPr lang="es-CO" dirty="0">
              <a:solidFill>
                <a:srgbClr val="000000"/>
              </a:solidFill>
              <a:latin typeface="Aptos Narrow" panose="020B0004020202020204" pitchFamily="34" charset="0"/>
            </a:endParaRPr>
          </a:p>
          <a:p>
            <a:r>
              <a:rPr lang="es-CO" dirty="0">
                <a:hlinkClick r:id="rId4"/>
              </a:rPr>
              <a:t>https://drive.google.com/file/d/1bys_spmqNTpyymu4rQLh1-nBOop8q3J6/view</a:t>
            </a:r>
            <a:endParaRPr lang="es-CO" dirty="0"/>
          </a:p>
          <a:p>
            <a:endParaRPr lang="es-CO" dirty="0"/>
          </a:p>
        </p:txBody>
      </p:sp>
      <p:sp>
        <p:nvSpPr>
          <p:cNvPr id="5" name="CuadroTexto 4">
            <a:extLst>
              <a:ext uri="{FF2B5EF4-FFF2-40B4-BE49-F238E27FC236}">
                <a16:creationId xmlns:a16="http://schemas.microsoft.com/office/drawing/2014/main" id="{11191E30-7AB1-E4DA-A653-C95DEFAEA159}"/>
              </a:ext>
            </a:extLst>
          </p:cNvPr>
          <p:cNvSpPr txBox="1"/>
          <p:nvPr/>
        </p:nvSpPr>
        <p:spPr>
          <a:xfrm>
            <a:off x="3232223" y="1373898"/>
            <a:ext cx="3818475" cy="584775"/>
          </a:xfrm>
          <a:prstGeom prst="rect">
            <a:avLst/>
          </a:prstGeom>
          <a:noFill/>
          <a:ln>
            <a:solidFill>
              <a:schemeClr val="tx1"/>
            </a:solidFill>
          </a:ln>
        </p:spPr>
        <p:txBody>
          <a:bodyPr wrap="square" rtlCol="0">
            <a:spAutoFit/>
          </a:bodyPr>
          <a:lstStyle/>
          <a:p>
            <a:r>
              <a:rPr lang="es-MX" sz="1600" dirty="0"/>
              <a:t>No se encuentra asesor en punto de venta , se espera más de 45 minutos</a:t>
            </a:r>
            <a:endParaRPr lang="es-MX" sz="1600" dirty="0">
              <a:highlight>
                <a:srgbClr val="C0C0C0"/>
              </a:highlight>
            </a:endParaRPr>
          </a:p>
        </p:txBody>
      </p:sp>
    </p:spTree>
    <p:extLst>
      <p:ext uri="{BB962C8B-B14F-4D97-AF65-F5344CB8AC3E}">
        <p14:creationId xmlns:p14="http://schemas.microsoft.com/office/powerpoint/2010/main" val="3171661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42F4C-57A4-18F7-9787-5110C03EBCB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DF4A6805-0C60-D1F7-9330-796EEE576315}"/>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420A968A-A1CB-9416-F00A-FD26D43C2B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369" y="2813509"/>
            <a:ext cx="2560659" cy="485171"/>
          </a:xfrm>
          <a:prstGeom prst="rect">
            <a:avLst/>
          </a:prstGeom>
        </p:spPr>
      </p:pic>
      <p:cxnSp>
        <p:nvCxnSpPr>
          <p:cNvPr id="9" name="Conector recto 8">
            <a:extLst>
              <a:ext uri="{FF2B5EF4-FFF2-40B4-BE49-F238E27FC236}">
                <a16:creationId xmlns:a16="http://schemas.microsoft.com/office/drawing/2014/main" id="{37F85741-2512-4AFB-D1FE-4AC34666C52E}"/>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B82470A0-1DF0-9E64-D2E2-5C59A36BF1B1}"/>
              </a:ext>
            </a:extLst>
          </p:cNvPr>
          <p:cNvSpPr txBox="1"/>
          <p:nvPr/>
        </p:nvSpPr>
        <p:spPr>
          <a:xfrm>
            <a:off x="2877350" y="114934"/>
            <a:ext cx="5842107" cy="646331"/>
          </a:xfrm>
          <a:prstGeom prst="rect">
            <a:avLst/>
          </a:prstGeom>
          <a:noFill/>
        </p:spPr>
        <p:txBody>
          <a:bodyPr wrap="square" rtlCol="0">
            <a:spAutoFit/>
          </a:bodyPr>
          <a:lstStyle/>
          <a:p>
            <a:r>
              <a:rPr lang="es-MX" sz="1800" b="1" i="0" u="none" strike="noStrike" dirty="0">
                <a:solidFill>
                  <a:srgbClr val="000000"/>
                </a:solidFill>
                <a:effectLst/>
                <a:latin typeface="Aptos Narrow" panose="020B0004020202020204" pitchFamily="34" charset="0"/>
              </a:rPr>
              <a:t>MUNDO MASCOTAS TABORA - BOGOTA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5C88B5D9-78C7-1B81-81CA-47D2F2245D75}"/>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BFC6F8F9-0A16-FB95-C896-362ADD6F2757}"/>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435CF2F5-885C-934A-66CB-B278CF946821}"/>
              </a:ext>
            </a:extLst>
          </p:cNvPr>
          <p:cNvSpPr txBox="1"/>
          <p:nvPr/>
        </p:nvSpPr>
        <p:spPr>
          <a:xfrm>
            <a:off x="3049030" y="3105835"/>
            <a:ext cx="6098058" cy="1754326"/>
          </a:xfrm>
          <a:prstGeom prst="rect">
            <a:avLst/>
          </a:prstGeom>
          <a:noFill/>
        </p:spPr>
        <p:txBody>
          <a:bodyPr wrap="square">
            <a:spAutoFit/>
          </a:bodyPr>
          <a:lstStyle/>
          <a:p>
            <a:r>
              <a:rPr lang="es-CO" sz="1800" b="0" i="0" u="none" strike="noStrike" dirty="0">
                <a:solidFill>
                  <a:srgbClr val="000000"/>
                </a:solidFill>
                <a:effectLst/>
                <a:latin typeface="Aptos Narrow" panose="020B0004020202020204" pitchFamily="34" charset="0"/>
                <a:hlinkClick r:id="rId3"/>
              </a:rPr>
              <a:t>https://drive.google.com/file/d/1kkCMFAKQapNzAk3bsvyqtGB3aaLWXhfK/view</a:t>
            </a:r>
            <a:endParaRPr lang="es-CO" sz="1800" b="0" i="0" u="none" strike="noStrike" dirty="0">
              <a:solidFill>
                <a:srgbClr val="000000"/>
              </a:solidFill>
              <a:effectLst/>
              <a:latin typeface="Aptos Narrow" panose="020B0004020202020204" pitchFamily="34" charset="0"/>
            </a:endParaRPr>
          </a:p>
          <a:p>
            <a:endParaRPr lang="es-CO" dirty="0">
              <a:solidFill>
                <a:srgbClr val="000000"/>
              </a:solidFill>
              <a:latin typeface="Aptos Narrow" panose="020B0004020202020204" pitchFamily="34" charset="0"/>
            </a:endParaRPr>
          </a:p>
          <a:p>
            <a:r>
              <a:rPr lang="es-CO" dirty="0">
                <a:hlinkClick r:id="rId4"/>
              </a:rPr>
              <a:t>https://drive.google.com/file/d/1JP2L1dgobI9xUHAGcjmX8nqe0RaawXGp/view</a:t>
            </a:r>
            <a:endParaRPr lang="es-CO" dirty="0"/>
          </a:p>
          <a:p>
            <a:endParaRPr lang="es-CO" dirty="0"/>
          </a:p>
        </p:txBody>
      </p:sp>
      <p:sp>
        <p:nvSpPr>
          <p:cNvPr id="5" name="CuadroTexto 4">
            <a:extLst>
              <a:ext uri="{FF2B5EF4-FFF2-40B4-BE49-F238E27FC236}">
                <a16:creationId xmlns:a16="http://schemas.microsoft.com/office/drawing/2014/main" id="{A112327A-46FF-554F-BE2B-6B87CD7F218E}"/>
              </a:ext>
            </a:extLst>
          </p:cNvPr>
          <p:cNvSpPr txBox="1"/>
          <p:nvPr/>
        </p:nvSpPr>
        <p:spPr>
          <a:xfrm>
            <a:off x="3232223" y="1373898"/>
            <a:ext cx="3818475" cy="584775"/>
          </a:xfrm>
          <a:prstGeom prst="rect">
            <a:avLst/>
          </a:prstGeom>
          <a:noFill/>
          <a:ln>
            <a:solidFill>
              <a:schemeClr val="tx1"/>
            </a:solidFill>
          </a:ln>
        </p:spPr>
        <p:txBody>
          <a:bodyPr wrap="square" rtlCol="0">
            <a:spAutoFit/>
          </a:bodyPr>
          <a:lstStyle/>
          <a:p>
            <a:r>
              <a:rPr lang="es-MX" sz="1600" dirty="0"/>
              <a:t>No se encuentra asesor en punto de venta , se espera más de 45 minutos </a:t>
            </a:r>
            <a:endParaRPr lang="es-MX" sz="1600" dirty="0">
              <a:highlight>
                <a:srgbClr val="C0C0C0"/>
              </a:highlight>
            </a:endParaRPr>
          </a:p>
        </p:txBody>
      </p:sp>
    </p:spTree>
    <p:extLst>
      <p:ext uri="{BB962C8B-B14F-4D97-AF65-F5344CB8AC3E}">
        <p14:creationId xmlns:p14="http://schemas.microsoft.com/office/powerpoint/2010/main" val="42857175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0D363-22FB-0167-1AEC-4210366119E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CEC202C-0003-BB2D-42EE-0B4435FB8D1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F0C89C80-70FE-8B39-665F-B2F6D19B06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68" y="3096973"/>
            <a:ext cx="2560659" cy="485171"/>
          </a:xfrm>
          <a:prstGeom prst="rect">
            <a:avLst/>
          </a:prstGeom>
        </p:spPr>
      </p:pic>
      <p:cxnSp>
        <p:nvCxnSpPr>
          <p:cNvPr id="9" name="Conector recto 8">
            <a:extLst>
              <a:ext uri="{FF2B5EF4-FFF2-40B4-BE49-F238E27FC236}">
                <a16:creationId xmlns:a16="http://schemas.microsoft.com/office/drawing/2014/main" id="{05D53E87-9F23-A22C-2547-0DF1F4F52E98}"/>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7EAEC1A9-BC3E-83F3-7E36-EA16B624E7FE}"/>
              </a:ext>
            </a:extLst>
          </p:cNvPr>
          <p:cNvSpPr txBox="1"/>
          <p:nvPr/>
        </p:nvSpPr>
        <p:spPr>
          <a:xfrm>
            <a:off x="2877350" y="272904"/>
            <a:ext cx="6143624" cy="369332"/>
          </a:xfrm>
          <a:prstGeom prst="rect">
            <a:avLst/>
          </a:prstGeom>
          <a:noFill/>
        </p:spPr>
        <p:txBody>
          <a:bodyPr wrap="square" lIns="91440" tIns="45720" rIns="91440" bIns="45720" rtlCol="0" anchor="t">
            <a:spAutoFit/>
          </a:bodyPr>
          <a:lstStyle/>
          <a:p>
            <a:r>
              <a:rPr lang="es-MX" dirty="0">
                <a:latin typeface="Franklin Gothic Demi"/>
              </a:rPr>
              <a:t>PLANES DE ACCIÓN</a:t>
            </a:r>
            <a:endParaRPr lang="es-MX" dirty="0">
              <a:latin typeface="Franklin Gothic Demi" panose="020B0703020102020204" pitchFamily="34" charset="0"/>
            </a:endParaRPr>
          </a:p>
        </p:txBody>
      </p:sp>
      <p:sp>
        <p:nvSpPr>
          <p:cNvPr id="7" name="Rectangle 3">
            <a:extLst>
              <a:ext uri="{FF2B5EF4-FFF2-40B4-BE49-F238E27FC236}">
                <a16:creationId xmlns:a16="http://schemas.microsoft.com/office/drawing/2014/main" id="{3C6363B1-09DA-100B-8CBE-639B6623CA69}"/>
              </a:ext>
            </a:extLst>
          </p:cNvPr>
          <p:cNvSpPr>
            <a:spLocks noChangeArrowheads="1"/>
          </p:cNvSpPr>
          <p:nvPr/>
        </p:nvSpPr>
        <p:spPr bwMode="auto">
          <a:xfrm>
            <a:off x="3052916" y="1239571"/>
            <a:ext cx="8067368" cy="1815882"/>
          </a:xfrm>
          <a:prstGeom prst="rect">
            <a:avLst/>
          </a:prstGeom>
          <a:noFill/>
        </p:spPr>
        <p:txBody>
          <a:bodyPr wrap="square">
            <a:spAutoFit/>
          </a:bodyPr>
          <a:lstStyle/>
          <a:p>
            <a:r>
              <a:rPr lang="es-MX" sz="1600" b="1" dirty="0"/>
              <a:t>Portafolio y Manejo de Objeciones: </a:t>
            </a:r>
            <a:endParaRPr lang="es-CO" altLang="es-CO" sz="1600" dirty="0"/>
          </a:p>
          <a:p>
            <a:pPr marL="285750" indent="-285750">
              <a:buFont typeface="Arial" panose="020B0604020202020204" pitchFamily="34" charset="0"/>
              <a:buChar char="•"/>
            </a:pPr>
            <a:r>
              <a:rPr lang="es-CO" altLang="es-CO" sz="1600" dirty="0"/>
              <a:t>Capacitación en argumentación de ventas: Realizar talleres prácticos sobre los beneficios del portafolio y cómo responder objeciones comunes.</a:t>
            </a:r>
          </a:p>
          <a:p>
            <a:pPr marL="285750" indent="-285750">
              <a:buFont typeface="Arial" panose="020B0604020202020204" pitchFamily="34" charset="0"/>
              <a:buChar char="•"/>
            </a:pPr>
            <a:r>
              <a:rPr lang="es-CO" altLang="es-CO" sz="1600" dirty="0"/>
              <a:t>Guías rápidas de objeciones: Crear material de consulta rápida con respuestas efectivas a dudas frecuentes.</a:t>
            </a:r>
          </a:p>
          <a:p>
            <a:pPr marL="285750" indent="-285750">
              <a:buFont typeface="Arial" panose="020B0604020202020204" pitchFamily="34" charset="0"/>
              <a:buChar char="•"/>
            </a:pPr>
            <a:r>
              <a:rPr lang="es-CO" altLang="es-CO" sz="1600" dirty="0"/>
              <a:t>Role </a:t>
            </a:r>
            <a:r>
              <a:rPr lang="es-CO" altLang="es-CO" sz="1600" dirty="0" err="1"/>
              <a:t>playing</a:t>
            </a:r>
            <a:r>
              <a:rPr lang="es-CO" altLang="es-CO" sz="1600" dirty="0"/>
              <a:t> semanal: Simulaciones de ventas para mejorar la confianza en la argumentación</a:t>
            </a:r>
          </a:p>
        </p:txBody>
      </p:sp>
      <p:sp>
        <p:nvSpPr>
          <p:cNvPr id="10" name="Rectangle 4">
            <a:extLst>
              <a:ext uri="{FF2B5EF4-FFF2-40B4-BE49-F238E27FC236}">
                <a16:creationId xmlns:a16="http://schemas.microsoft.com/office/drawing/2014/main" id="{0475E81E-B101-3FA3-7BB6-F22BECA01727}"/>
              </a:ext>
            </a:extLst>
          </p:cNvPr>
          <p:cNvSpPr>
            <a:spLocks noChangeArrowheads="1"/>
          </p:cNvSpPr>
          <p:nvPr/>
        </p:nvSpPr>
        <p:spPr bwMode="auto">
          <a:xfrm>
            <a:off x="3052916" y="3140828"/>
            <a:ext cx="8421329" cy="1323439"/>
          </a:xfrm>
          <a:prstGeom prst="rect">
            <a:avLst/>
          </a:prstGeom>
          <a:noFill/>
        </p:spPr>
        <p:txBody>
          <a:bodyPr wrap="square">
            <a:spAutoFit/>
          </a:bodyPr>
          <a:lstStyle/>
          <a:p>
            <a:r>
              <a:rPr lang="es-CO" sz="1600" b="1" dirty="0"/>
              <a:t>Labor de Venta</a:t>
            </a:r>
            <a:r>
              <a:rPr lang="es-CO" sz="1600" dirty="0"/>
              <a:t> </a:t>
            </a:r>
            <a:r>
              <a:rPr lang="es-MX" sz="1600" b="1" dirty="0"/>
              <a:t>: </a:t>
            </a:r>
            <a:endParaRPr lang="es-CO" altLang="es-CO" sz="1600" dirty="0"/>
          </a:p>
          <a:p>
            <a:pPr marL="285750" indent="-285750">
              <a:buFont typeface="Arial" panose="020B0604020202020204" pitchFamily="34" charset="0"/>
              <a:buChar char="•"/>
            </a:pPr>
            <a:r>
              <a:rPr lang="es-CO" altLang="es-CO" sz="1600" dirty="0"/>
              <a:t>Entrenamiento en técnicas de cierre de ventas: Reforzar la venta consultiva con enfoque en necesidades del cliente.</a:t>
            </a:r>
          </a:p>
          <a:p>
            <a:pPr marL="285750" indent="-285750">
              <a:buFont typeface="Arial" panose="020B0604020202020204" pitchFamily="34" charset="0"/>
              <a:buChar char="•"/>
            </a:pPr>
            <a:r>
              <a:rPr lang="es-CO" altLang="es-CO" sz="1600" dirty="0"/>
              <a:t>Seguimiento con evaluaciones internas: </a:t>
            </a:r>
            <a:r>
              <a:rPr lang="es-CO" altLang="es-CO" sz="1600" dirty="0" err="1"/>
              <a:t>Mistery</a:t>
            </a:r>
            <a:r>
              <a:rPr lang="es-CO" altLang="es-CO" sz="1600" dirty="0"/>
              <a:t> </a:t>
            </a:r>
            <a:r>
              <a:rPr lang="es-CO" altLang="es-CO" sz="1600" dirty="0" err="1"/>
              <a:t>shoppers</a:t>
            </a:r>
            <a:r>
              <a:rPr lang="es-CO" altLang="es-CO" sz="1600" dirty="0"/>
              <a:t> internos para validar mejoras.</a:t>
            </a:r>
          </a:p>
          <a:p>
            <a:pPr marL="285750" indent="-285750">
              <a:buFont typeface="Arial" panose="020B0604020202020204" pitchFamily="34" charset="0"/>
              <a:buChar char="•"/>
            </a:pPr>
            <a:r>
              <a:rPr lang="es-CO" altLang="es-CO" sz="1600" dirty="0"/>
              <a:t>Incentivos por conversión: Recompensar a asesores con mayores tasas de cierre.</a:t>
            </a:r>
          </a:p>
        </p:txBody>
      </p:sp>
      <p:sp>
        <p:nvSpPr>
          <p:cNvPr id="12" name="CuadroTexto 11">
            <a:extLst>
              <a:ext uri="{FF2B5EF4-FFF2-40B4-BE49-F238E27FC236}">
                <a16:creationId xmlns:a16="http://schemas.microsoft.com/office/drawing/2014/main" id="{AB5F9E34-F9D1-C801-8326-DC19EDAF8D21}"/>
              </a:ext>
            </a:extLst>
          </p:cNvPr>
          <p:cNvSpPr txBox="1"/>
          <p:nvPr/>
        </p:nvSpPr>
        <p:spPr>
          <a:xfrm>
            <a:off x="3204087" y="5061602"/>
            <a:ext cx="7765026" cy="1569660"/>
          </a:xfrm>
          <a:prstGeom prst="rect">
            <a:avLst/>
          </a:prstGeom>
          <a:noFill/>
        </p:spPr>
        <p:txBody>
          <a:bodyPr wrap="square">
            <a:spAutoFit/>
          </a:bodyPr>
          <a:lstStyle/>
          <a:p>
            <a:pPr algn="ctr"/>
            <a:r>
              <a:rPr lang="es-MX" sz="1600" b="1" dirty="0"/>
              <a:t>Principal Alerta por ciudad: </a:t>
            </a:r>
          </a:p>
          <a:p>
            <a:pPr algn="ctr"/>
            <a:r>
              <a:rPr lang="es-MX" sz="1600" dirty="0"/>
              <a:t>En Medellín, reforzar capacitaciones en portafolio de manera urgente ya que es alarmante estar en un 33%, en Bogotá la alarma se centra en las habilidades comerciales 33% y en general el tema del uso correcto del uniforme de acuerdo a las políticas en todas las ciudades estamos por debajo del 50% lo cual es critico ya que es un tema en el cual no se deberían tener estas cifras.</a:t>
            </a:r>
            <a:endParaRPr lang="es-CO" sz="1600" dirty="0"/>
          </a:p>
        </p:txBody>
      </p:sp>
    </p:spTree>
    <p:extLst>
      <p:ext uri="{BB962C8B-B14F-4D97-AF65-F5344CB8AC3E}">
        <p14:creationId xmlns:p14="http://schemas.microsoft.com/office/powerpoint/2010/main" val="18239402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239B8D18AB98464181D1E85108248829" ma:contentTypeVersion="17" ma:contentTypeDescription="Crear nuevo documento." ma:contentTypeScope="" ma:versionID="b9cea1c05ae2262eed0cd5c2b2009515">
  <xsd:schema xmlns:xsd="http://www.w3.org/2001/XMLSchema" xmlns:xs="http://www.w3.org/2001/XMLSchema" xmlns:p="http://schemas.microsoft.com/office/2006/metadata/properties" xmlns:ns2="932c55c3-b5e0-4673-a25e-773070737706" xmlns:ns3="1828f71f-f3a5-414e-8b06-277e7a91b4d5" targetNamespace="http://schemas.microsoft.com/office/2006/metadata/properties" ma:root="true" ma:fieldsID="e080551d790acb6b42469279dd31adeb" ns2:_="" ns3:_="">
    <xsd:import namespace="932c55c3-b5e0-4673-a25e-773070737706"/>
    <xsd:import namespace="1828f71f-f3a5-414e-8b06-277e7a91b4d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2c55c3-b5e0-4673-a25e-7730707377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afb041b7-8286-4f54-8f47-108c36162468" ma:termSetId="09814cd3-568e-fe90-9814-8d621ff8fb84" ma:anchorId="fba54fb3-c3e1-fe81-a776-ca4b69148c4d" ma:open="true" ma:isKeyword="false">
      <xsd:complexType>
        <xsd:sequence>
          <xsd:element ref="pc:Terms" minOccurs="0" maxOccurs="1"/>
        </xsd:sequence>
      </xsd:complex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828f71f-f3a5-414e-8b06-277e7a91b4d5"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6f7eabd3-d49c-4116-8f8a-f44327f7309c}" ma:internalName="TaxCatchAll" ma:showField="CatchAllData" ma:web="1828f71f-f3a5-414e-8b06-277e7a91b4d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32c55c3-b5e0-4673-a25e-773070737706">
      <Terms xmlns="http://schemas.microsoft.com/office/infopath/2007/PartnerControls"/>
    </lcf76f155ced4ddcb4097134ff3c332f>
    <TaxCatchAll xmlns="1828f71f-f3a5-414e-8b06-277e7a91b4d5" xsi:nil="true"/>
  </documentManagement>
</p:properties>
</file>

<file path=customXml/itemProps1.xml><?xml version="1.0" encoding="utf-8"?>
<ds:datastoreItem xmlns:ds="http://schemas.openxmlformats.org/officeDocument/2006/customXml" ds:itemID="{C04E4501-7E14-43A4-96E9-4CECCAB4F3BE}">
  <ds:schemaRefs>
    <ds:schemaRef ds:uri="http://schemas.microsoft.com/sharepoint/v3/contenttype/forms"/>
  </ds:schemaRefs>
</ds:datastoreItem>
</file>

<file path=customXml/itemProps2.xml><?xml version="1.0" encoding="utf-8"?>
<ds:datastoreItem xmlns:ds="http://schemas.openxmlformats.org/officeDocument/2006/customXml" ds:itemID="{8C6C69F0-DF26-4462-ABE7-ADBA2B7B3CB3}"/>
</file>

<file path=customXml/itemProps3.xml><?xml version="1.0" encoding="utf-8"?>
<ds:datastoreItem xmlns:ds="http://schemas.openxmlformats.org/officeDocument/2006/customXml" ds:itemID="{48446356-CFDD-47F4-A1AC-D66587E12E15}">
  <ds:schemaRefs>
    <ds:schemaRef ds:uri="http://schemas.openxmlformats.org/package/2006/metadata/core-properties"/>
    <ds:schemaRef ds:uri="http://schemas.microsoft.com/office/2006/metadata/properties"/>
    <ds:schemaRef ds:uri="http://schemas.microsoft.com/office/infopath/2007/PartnerControls"/>
    <ds:schemaRef ds:uri="http://schemas.microsoft.com/office/2006/documentManagement/types"/>
    <ds:schemaRef ds:uri="http://purl.org/dc/terms/"/>
    <ds:schemaRef ds:uri="e523bf45-09fb-4f9b-aa49-e403c0417b10"/>
    <ds:schemaRef ds:uri="http://purl.org/dc/elements/1.1/"/>
    <ds:schemaRef ds:uri="http://purl.org/dc/dcmitype/"/>
    <ds:schemaRef ds:uri="726c8eaf-14c1-4e89-a6e9-59524033e4a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2725</TotalTime>
  <Words>2770</Words>
  <Application>Microsoft Office PowerPoint</Application>
  <PresentationFormat>Panorámica</PresentationFormat>
  <Paragraphs>294</Paragraphs>
  <Slides>29</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29</vt:i4>
      </vt:variant>
    </vt:vector>
  </HeadingPairs>
  <TitlesOfParts>
    <vt:vector size="36" baseType="lpstr">
      <vt:lpstr>Aptos</vt:lpstr>
      <vt:lpstr>Aptos Display</vt:lpstr>
      <vt:lpstr>Aptos Narrow</vt:lpstr>
      <vt:lpstr>Arial</vt:lpstr>
      <vt:lpstr>Franklin Gothic Demi</vt:lpstr>
      <vt:lpstr>ui-sans-serif</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Angie Lorena Gomez Romero</dc:creator>
  <cp:lastModifiedBy>Diego Raul Guerrero Anaya</cp:lastModifiedBy>
  <cp:revision>35</cp:revision>
  <dcterms:created xsi:type="dcterms:W3CDTF">2024-07-23T15:31:20Z</dcterms:created>
  <dcterms:modified xsi:type="dcterms:W3CDTF">2025-05-29T14:17:34Z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4e5b13-2d98-4ce3-adad-008bcee42cb2_Enabled">
    <vt:lpwstr>true</vt:lpwstr>
  </property>
  <property fmtid="{D5CDD505-2E9C-101B-9397-08002B2CF9AE}" pid="3" name="MSIP_Label_b64e5b13-2d98-4ce3-adad-008bcee42cb2_SetDate">
    <vt:lpwstr>2025-02-18T12:54:11Z</vt:lpwstr>
  </property>
  <property fmtid="{D5CDD505-2E9C-101B-9397-08002B2CF9AE}" pid="4" name="MSIP_Label_b64e5b13-2d98-4ce3-adad-008bcee42cb2_Method">
    <vt:lpwstr>Standard</vt:lpwstr>
  </property>
  <property fmtid="{D5CDD505-2E9C-101B-9397-08002B2CF9AE}" pid="5" name="MSIP_Label_b64e5b13-2d98-4ce3-adad-008bcee42cb2_Name">
    <vt:lpwstr>Información Confidencial</vt:lpwstr>
  </property>
  <property fmtid="{D5CDD505-2E9C-101B-9397-08002B2CF9AE}" pid="6" name="MSIP_Label_b64e5b13-2d98-4ce3-adad-008bcee42cb2_SiteId">
    <vt:lpwstr>d2bc208e-4fff-4078-b5ac-f69a6a266ff3</vt:lpwstr>
  </property>
  <property fmtid="{D5CDD505-2E9C-101B-9397-08002B2CF9AE}" pid="7" name="MSIP_Label_b64e5b13-2d98-4ce3-adad-008bcee42cb2_ActionId">
    <vt:lpwstr>cc883d48-43a9-431b-b437-4e3ce90acde8</vt:lpwstr>
  </property>
  <property fmtid="{D5CDD505-2E9C-101B-9397-08002B2CF9AE}" pid="8" name="MSIP_Label_b64e5b13-2d98-4ce3-adad-008bcee42cb2_ContentBits">
    <vt:lpwstr>0</vt:lpwstr>
  </property>
  <property fmtid="{D5CDD505-2E9C-101B-9397-08002B2CF9AE}" pid="9" name="MSIP_Label_b64e5b13-2d98-4ce3-adad-008bcee42cb2_Tag">
    <vt:lpwstr>10, 3, 0, 2</vt:lpwstr>
  </property>
  <property fmtid="{D5CDD505-2E9C-101B-9397-08002B2CF9AE}" pid="10" name="ContentTypeId">
    <vt:lpwstr>0x010100239B8D18AB98464181D1E85108248829</vt:lpwstr>
  </property>
</Properties>
</file>