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sldIdLst>
    <p:sldId id="332" r:id="rId5"/>
    <p:sldId id="333" r:id="rId6"/>
    <p:sldId id="334" r:id="rId7"/>
    <p:sldId id="354" r:id="rId8"/>
    <p:sldId id="379" r:id="rId9"/>
    <p:sldId id="393" r:id="rId10"/>
    <p:sldId id="427" r:id="rId11"/>
    <p:sldId id="428" r:id="rId12"/>
    <p:sldId id="429" r:id="rId13"/>
    <p:sldId id="415" r:id="rId14"/>
    <p:sldId id="430" r:id="rId15"/>
    <p:sldId id="431" r:id="rId16"/>
    <p:sldId id="417" r:id="rId17"/>
    <p:sldId id="389" r:id="rId18"/>
    <p:sldId id="391" r:id="rId19"/>
    <p:sldId id="331" r:id="rId20"/>
    <p:sldId id="276" r:id="rId21"/>
    <p:sldId id="257" r:id="rId22"/>
    <p:sldId id="378" r:id="rId23"/>
    <p:sldId id="344" r:id="rId24"/>
    <p:sldId id="398" r:id="rId25"/>
    <p:sldId id="399" r:id="rId26"/>
    <p:sldId id="419" r:id="rId27"/>
    <p:sldId id="432" r:id="rId28"/>
    <p:sldId id="421" r:id="rId29"/>
    <p:sldId id="425" r:id="rId30"/>
    <p:sldId id="361" r:id="rId31"/>
    <p:sldId id="433" r:id="rId32"/>
    <p:sldId id="434" r:id="rId33"/>
    <p:sldId id="426" r:id="rId34"/>
    <p:sldId id="435" r:id="rId35"/>
    <p:sldId id="436" r:id="rId36"/>
    <p:sldId id="330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e Auditoria" id="{A25F183A-8BA2-49AA-B54A-A2BC4D92F211}">
          <p14:sldIdLst>
            <p14:sldId id="332"/>
            <p14:sldId id="333"/>
            <p14:sldId id="334"/>
            <p14:sldId id="354"/>
            <p14:sldId id="379"/>
            <p14:sldId id="393"/>
            <p14:sldId id="427"/>
            <p14:sldId id="428"/>
            <p14:sldId id="429"/>
            <p14:sldId id="415"/>
            <p14:sldId id="430"/>
            <p14:sldId id="431"/>
            <p14:sldId id="417"/>
            <p14:sldId id="389"/>
            <p14:sldId id="391"/>
          </p14:sldIdLst>
        </p14:section>
        <p14:section name="Informe Impulso" id="{E8B82DF3-41FF-4FB9-AD16-3D52B042A577}">
          <p14:sldIdLst>
            <p14:sldId id="331"/>
            <p14:sldId id="276"/>
            <p14:sldId id="257"/>
            <p14:sldId id="378"/>
            <p14:sldId id="344"/>
            <p14:sldId id="398"/>
            <p14:sldId id="399"/>
            <p14:sldId id="419"/>
            <p14:sldId id="432"/>
            <p14:sldId id="421"/>
            <p14:sldId id="425"/>
            <p14:sldId id="361"/>
            <p14:sldId id="433"/>
            <p14:sldId id="434"/>
            <p14:sldId id="426"/>
            <p14:sldId id="435"/>
            <p14:sldId id="436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C24"/>
    <a:srgbClr val="AA050B"/>
    <a:srgbClr val="F7A720"/>
    <a:srgbClr val="6717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B98C8-469C-4019-85B2-2BB527AE2269}" v="156" dt="2026-01-05T18:20:20.2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Raul Guerrero Anaya" userId="0ce4d9aa-8e9a-49aa-b0f2-d17a32a3775a" providerId="ADAL" clId="{DE868590-9F2C-4B03-9C62-B181C19ADC6C}"/>
    <pc:docChg chg="undo custSel addSld delSld modSld sldOrd modSection">
      <pc:chgData name="Diego Raul Guerrero Anaya" userId="0ce4d9aa-8e9a-49aa-b0f2-d17a32a3775a" providerId="ADAL" clId="{DE868590-9F2C-4B03-9C62-B181C19ADC6C}" dt="2026-01-09T18:26:22.076" v="2110" actId="2696"/>
      <pc:docMkLst>
        <pc:docMk/>
      </pc:docMkLst>
      <pc:sldChg chg="addSp delSp modSp mod">
        <pc:chgData name="Diego Raul Guerrero Anaya" userId="0ce4d9aa-8e9a-49aa-b0f2-d17a32a3775a" providerId="ADAL" clId="{DE868590-9F2C-4B03-9C62-B181C19ADC6C}" dt="2026-01-05T18:08:22.718" v="1490" actId="20577"/>
        <pc:sldMkLst>
          <pc:docMk/>
          <pc:sldMk cId="342973568" sldId="257"/>
        </pc:sldMkLst>
        <pc:spChg chg="mod">
          <ac:chgData name="Diego Raul Guerrero Anaya" userId="0ce4d9aa-8e9a-49aa-b0f2-d17a32a3775a" providerId="ADAL" clId="{DE868590-9F2C-4B03-9C62-B181C19ADC6C}" dt="2026-01-05T17:17:36.136" v="831" actId="20577"/>
          <ac:spMkLst>
            <pc:docMk/>
            <pc:sldMk cId="342973568" sldId="257"/>
            <ac:spMk id="3" creationId="{5517A915-85AE-5FA2-8B73-8C6D4927CC78}"/>
          </ac:spMkLst>
        </pc:spChg>
        <pc:spChg chg="add mod">
          <ac:chgData name="Diego Raul Guerrero Anaya" userId="0ce4d9aa-8e9a-49aa-b0f2-d17a32a3775a" providerId="ADAL" clId="{DE868590-9F2C-4B03-9C62-B181C19ADC6C}" dt="2026-01-05T17:17:59.699" v="833"/>
          <ac:spMkLst>
            <pc:docMk/>
            <pc:sldMk cId="342973568" sldId="257"/>
            <ac:spMk id="11" creationId="{5B648DE9-F517-680A-77FE-9C5269FDD49B}"/>
          </ac:spMkLst>
        </pc:spChg>
        <pc:spChg chg="add mod">
          <ac:chgData name="Diego Raul Guerrero Anaya" userId="0ce4d9aa-8e9a-49aa-b0f2-d17a32a3775a" providerId="ADAL" clId="{DE868590-9F2C-4B03-9C62-B181C19ADC6C}" dt="2026-01-05T17:18:12.896" v="837" actId="20577"/>
          <ac:spMkLst>
            <pc:docMk/>
            <pc:sldMk cId="342973568" sldId="257"/>
            <ac:spMk id="23" creationId="{39D84B79-BD32-B0A3-F704-E9AC6F04B23E}"/>
          </ac:spMkLst>
        </pc:spChg>
        <pc:spChg chg="add mod">
          <ac:chgData name="Diego Raul Guerrero Anaya" userId="0ce4d9aa-8e9a-49aa-b0f2-d17a32a3775a" providerId="ADAL" clId="{DE868590-9F2C-4B03-9C62-B181C19ADC6C}" dt="2026-01-05T17:18:20.991" v="841" actId="20577"/>
          <ac:spMkLst>
            <pc:docMk/>
            <pc:sldMk cId="342973568" sldId="257"/>
            <ac:spMk id="26" creationId="{2C05AD0F-8941-0934-B4C5-97CB5F4C92FB}"/>
          </ac:spMkLst>
        </pc:spChg>
        <pc:spChg chg="add mod">
          <ac:chgData name="Diego Raul Guerrero Anaya" userId="0ce4d9aa-8e9a-49aa-b0f2-d17a32a3775a" providerId="ADAL" clId="{DE868590-9F2C-4B03-9C62-B181C19ADC6C}" dt="2026-01-05T17:17:59.699" v="833"/>
          <ac:spMkLst>
            <pc:docMk/>
            <pc:sldMk cId="342973568" sldId="257"/>
            <ac:spMk id="28" creationId="{945545D6-39D7-0046-6B30-DA65767E2831}"/>
          </ac:spMkLst>
        </pc:spChg>
        <pc:spChg chg="mod">
          <ac:chgData name="Diego Raul Guerrero Anaya" userId="0ce4d9aa-8e9a-49aa-b0f2-d17a32a3775a" providerId="ADAL" clId="{DE868590-9F2C-4B03-9C62-B181C19ADC6C}" dt="2026-01-05T18:08:22.718" v="1490" actId="20577"/>
          <ac:spMkLst>
            <pc:docMk/>
            <pc:sldMk cId="342973568" sldId="257"/>
            <ac:spMk id="29" creationId="{C54A186A-8BB1-885B-9A38-62E4927CA8C1}"/>
          </ac:spMkLst>
        </pc:spChg>
        <pc:spChg chg="add mod">
          <ac:chgData name="Diego Raul Guerrero Anaya" userId="0ce4d9aa-8e9a-49aa-b0f2-d17a32a3775a" providerId="ADAL" clId="{DE868590-9F2C-4B03-9C62-B181C19ADC6C}" dt="2026-01-05T17:18:10.430" v="835" actId="20577"/>
          <ac:spMkLst>
            <pc:docMk/>
            <pc:sldMk cId="342973568" sldId="257"/>
            <ac:spMk id="31" creationId="{FD567A4B-64DE-FEF3-ED74-D27071673060}"/>
          </ac:spMkLst>
        </pc:spChg>
        <pc:spChg chg="mod">
          <ac:chgData name="Diego Raul Guerrero Anaya" userId="0ce4d9aa-8e9a-49aa-b0f2-d17a32a3775a" providerId="ADAL" clId="{DE868590-9F2C-4B03-9C62-B181C19ADC6C}" dt="2026-01-05T17:20:15.704" v="856" actId="1076"/>
          <ac:spMkLst>
            <pc:docMk/>
            <pc:sldMk cId="342973568" sldId="257"/>
            <ac:spMk id="44" creationId="{CBFD5C63-9190-FCFB-F015-5ECE2AE5FF00}"/>
          </ac:spMkLst>
        </pc:spChg>
        <pc:picChg chg="add mod">
          <ac:chgData name="Diego Raul Guerrero Anaya" userId="0ce4d9aa-8e9a-49aa-b0f2-d17a32a3775a" providerId="ADAL" clId="{DE868590-9F2C-4B03-9C62-B181C19ADC6C}" dt="2026-01-05T17:17:59.699" v="833"/>
          <ac:picMkLst>
            <pc:docMk/>
            <pc:sldMk cId="342973568" sldId="257"/>
            <ac:picMk id="7" creationId="{3EDFF5AD-3D68-F213-2817-B58704EEBF35}"/>
          </ac:picMkLst>
        </pc:picChg>
        <pc:picChg chg="add mod">
          <ac:chgData name="Diego Raul Guerrero Anaya" userId="0ce4d9aa-8e9a-49aa-b0f2-d17a32a3775a" providerId="ADAL" clId="{DE868590-9F2C-4B03-9C62-B181C19ADC6C}" dt="2026-01-05T17:17:59.699" v="833"/>
          <ac:picMkLst>
            <pc:docMk/>
            <pc:sldMk cId="342973568" sldId="257"/>
            <ac:picMk id="12" creationId="{788F10FF-85E8-EA23-D220-06D674F15A04}"/>
          </ac:picMkLst>
        </pc:picChg>
        <pc:picChg chg="add mod">
          <ac:chgData name="Diego Raul Guerrero Anaya" userId="0ce4d9aa-8e9a-49aa-b0f2-d17a32a3775a" providerId="ADAL" clId="{DE868590-9F2C-4B03-9C62-B181C19ADC6C}" dt="2026-01-05T17:17:59.699" v="833"/>
          <ac:picMkLst>
            <pc:docMk/>
            <pc:sldMk cId="342973568" sldId="257"/>
            <ac:picMk id="25" creationId="{2F9325AF-FF5D-54AC-BE81-B5FFD9D6B1DE}"/>
          </ac:picMkLst>
        </pc:picChg>
        <pc:picChg chg="add mod">
          <ac:chgData name="Diego Raul Guerrero Anaya" userId="0ce4d9aa-8e9a-49aa-b0f2-d17a32a3775a" providerId="ADAL" clId="{DE868590-9F2C-4B03-9C62-B181C19ADC6C}" dt="2026-01-05T17:17:59.699" v="833"/>
          <ac:picMkLst>
            <pc:docMk/>
            <pc:sldMk cId="342973568" sldId="257"/>
            <ac:picMk id="27" creationId="{FF84655F-7F53-6E36-EBB0-3514BA8586DA}"/>
          </ac:picMkLst>
        </pc:picChg>
        <pc:picChg chg="add mod">
          <ac:chgData name="Diego Raul Guerrero Anaya" userId="0ce4d9aa-8e9a-49aa-b0f2-d17a32a3775a" providerId="ADAL" clId="{DE868590-9F2C-4B03-9C62-B181C19ADC6C}" dt="2026-01-05T17:17:59.699" v="833"/>
          <ac:picMkLst>
            <pc:docMk/>
            <pc:sldMk cId="342973568" sldId="257"/>
            <ac:picMk id="30" creationId="{A405599A-9EB7-D3C7-1270-1D559E7D60D9}"/>
          </ac:picMkLst>
        </pc:picChg>
        <pc:picChg chg="add mod">
          <ac:chgData name="Diego Raul Guerrero Anaya" userId="0ce4d9aa-8e9a-49aa-b0f2-d17a32a3775a" providerId="ADAL" clId="{DE868590-9F2C-4B03-9C62-B181C19ADC6C}" dt="2026-01-05T17:20:11.623" v="855" actId="1076"/>
          <ac:picMkLst>
            <pc:docMk/>
            <pc:sldMk cId="342973568" sldId="257"/>
            <ac:picMk id="32" creationId="{02665C66-14E2-84C4-57EA-459BC48DB7A2}"/>
          </ac:picMkLst>
        </pc:picChg>
        <pc:picChg chg="add mod">
          <ac:chgData name="Diego Raul Guerrero Anaya" userId="0ce4d9aa-8e9a-49aa-b0f2-d17a32a3775a" providerId="ADAL" clId="{DE868590-9F2C-4B03-9C62-B181C19ADC6C}" dt="2026-01-05T17:20:23.288" v="857" actId="1076"/>
          <ac:picMkLst>
            <pc:docMk/>
            <pc:sldMk cId="342973568" sldId="257"/>
            <ac:picMk id="33" creationId="{2A5A0229-4DAE-55A4-735C-EC8DFE53A028}"/>
          </ac:picMkLst>
        </pc:picChg>
      </pc:sldChg>
      <pc:sldChg chg="delSp modSp mod">
        <pc:chgData name="Diego Raul Guerrero Anaya" userId="0ce4d9aa-8e9a-49aa-b0f2-d17a32a3775a" providerId="ADAL" clId="{DE868590-9F2C-4B03-9C62-B181C19ADC6C}" dt="2026-01-05T17:17:13.659" v="828" actId="1076"/>
        <pc:sldMkLst>
          <pc:docMk/>
          <pc:sldMk cId="1408814012" sldId="276"/>
        </pc:sldMkLst>
        <pc:spChg chg="mod">
          <ac:chgData name="Diego Raul Guerrero Anaya" userId="0ce4d9aa-8e9a-49aa-b0f2-d17a32a3775a" providerId="ADAL" clId="{DE868590-9F2C-4B03-9C62-B181C19ADC6C}" dt="2026-01-05T17:17:13.659" v="828" actId="1076"/>
          <ac:spMkLst>
            <pc:docMk/>
            <pc:sldMk cId="1408814012" sldId="276"/>
            <ac:spMk id="7" creationId="{A8E8D94E-67B6-2800-E974-124FAA6FECCE}"/>
          </ac:spMkLst>
        </pc:spChg>
        <pc:spChg chg="mod">
          <ac:chgData name="Diego Raul Guerrero Anaya" userId="0ce4d9aa-8e9a-49aa-b0f2-d17a32a3775a" providerId="ADAL" clId="{DE868590-9F2C-4B03-9C62-B181C19ADC6C}" dt="2026-01-05T17:17:07.973" v="827" actId="1076"/>
          <ac:spMkLst>
            <pc:docMk/>
            <pc:sldMk cId="1408814012" sldId="276"/>
            <ac:spMk id="8" creationId="{F155CB5D-BA0C-CAF7-2F0F-4394F9AD5844}"/>
          </ac:spMkLst>
        </pc:spChg>
        <pc:spChg chg="mod">
          <ac:chgData name="Diego Raul Guerrero Anaya" userId="0ce4d9aa-8e9a-49aa-b0f2-d17a32a3775a" providerId="ADAL" clId="{DE868590-9F2C-4B03-9C62-B181C19ADC6C}" dt="2026-01-05T17:17:13.659" v="828" actId="1076"/>
          <ac:spMkLst>
            <pc:docMk/>
            <pc:sldMk cId="1408814012" sldId="276"/>
            <ac:spMk id="13" creationId="{D08E1614-E063-C291-4499-257A5217CF1F}"/>
          </ac:spMkLst>
        </pc:spChg>
        <pc:spChg chg="mod">
          <ac:chgData name="Diego Raul Guerrero Anaya" userId="0ce4d9aa-8e9a-49aa-b0f2-d17a32a3775a" providerId="ADAL" clId="{DE868590-9F2C-4B03-9C62-B181C19ADC6C}" dt="2026-01-05T17:17:13.659" v="828" actId="1076"/>
          <ac:spMkLst>
            <pc:docMk/>
            <pc:sldMk cId="1408814012" sldId="276"/>
            <ac:spMk id="16" creationId="{FD7F764D-0C61-A082-556F-4797A7D0CBAC}"/>
          </ac:spMkLst>
        </pc:spChg>
        <pc:spChg chg="mod">
          <ac:chgData name="Diego Raul Guerrero Anaya" userId="0ce4d9aa-8e9a-49aa-b0f2-d17a32a3775a" providerId="ADAL" clId="{DE868590-9F2C-4B03-9C62-B181C19ADC6C}" dt="2026-01-05T17:17:13.659" v="828" actId="1076"/>
          <ac:spMkLst>
            <pc:docMk/>
            <pc:sldMk cId="1408814012" sldId="276"/>
            <ac:spMk id="22" creationId="{DD5425D1-C490-9297-960B-1D462BE0020D}"/>
          </ac:spMkLst>
        </pc:spChg>
        <pc:spChg chg="mod">
          <ac:chgData name="Diego Raul Guerrero Anaya" userId="0ce4d9aa-8e9a-49aa-b0f2-d17a32a3775a" providerId="ADAL" clId="{DE868590-9F2C-4B03-9C62-B181C19ADC6C}" dt="2026-01-05T17:15:45.754" v="795" actId="20577"/>
          <ac:spMkLst>
            <pc:docMk/>
            <pc:sldMk cId="1408814012" sldId="276"/>
            <ac:spMk id="26" creationId="{1D4B4EC2-2B82-9176-5626-2B64202C2BEA}"/>
          </ac:spMkLst>
        </pc:spChg>
        <pc:spChg chg="mod">
          <ac:chgData name="Diego Raul Guerrero Anaya" userId="0ce4d9aa-8e9a-49aa-b0f2-d17a32a3775a" providerId="ADAL" clId="{DE868590-9F2C-4B03-9C62-B181C19ADC6C}" dt="2026-01-05T17:17:13.659" v="828" actId="1076"/>
          <ac:spMkLst>
            <pc:docMk/>
            <pc:sldMk cId="1408814012" sldId="276"/>
            <ac:spMk id="27" creationId="{3F3CF15E-A807-2F9F-D121-CF54F1A99F15}"/>
          </ac:spMkLst>
        </pc:spChg>
        <pc:picChg chg="mod">
          <ac:chgData name="Diego Raul Guerrero Anaya" userId="0ce4d9aa-8e9a-49aa-b0f2-d17a32a3775a" providerId="ADAL" clId="{DE868590-9F2C-4B03-9C62-B181C19ADC6C}" dt="2026-01-05T17:17:13.659" v="828" actId="1076"/>
          <ac:picMkLst>
            <pc:docMk/>
            <pc:sldMk cId="1408814012" sldId="276"/>
            <ac:picMk id="6" creationId="{F59CB3C0-71CF-EAD2-1D1A-E332759B6D07}"/>
          </ac:picMkLst>
        </pc:picChg>
        <pc:picChg chg="mod">
          <ac:chgData name="Diego Raul Guerrero Anaya" userId="0ce4d9aa-8e9a-49aa-b0f2-d17a32a3775a" providerId="ADAL" clId="{DE868590-9F2C-4B03-9C62-B181C19ADC6C}" dt="2026-01-05T17:17:13.659" v="828" actId="1076"/>
          <ac:picMkLst>
            <pc:docMk/>
            <pc:sldMk cId="1408814012" sldId="276"/>
            <ac:picMk id="10" creationId="{7F04634F-D07D-404F-563A-6E812AD6E1F7}"/>
          </ac:picMkLst>
        </pc:picChg>
        <pc:picChg chg="mod">
          <ac:chgData name="Diego Raul Guerrero Anaya" userId="0ce4d9aa-8e9a-49aa-b0f2-d17a32a3775a" providerId="ADAL" clId="{DE868590-9F2C-4B03-9C62-B181C19ADC6C}" dt="2026-01-05T17:17:13.659" v="828" actId="1076"/>
          <ac:picMkLst>
            <pc:docMk/>
            <pc:sldMk cId="1408814012" sldId="276"/>
            <ac:picMk id="14" creationId="{CF3C032D-7876-1AD4-006C-DA38B0CAE128}"/>
          </ac:picMkLst>
        </pc:picChg>
        <pc:picChg chg="mod">
          <ac:chgData name="Diego Raul Guerrero Anaya" userId="0ce4d9aa-8e9a-49aa-b0f2-d17a32a3775a" providerId="ADAL" clId="{DE868590-9F2C-4B03-9C62-B181C19ADC6C}" dt="2026-01-05T17:17:13.659" v="828" actId="1076"/>
          <ac:picMkLst>
            <pc:docMk/>
            <pc:sldMk cId="1408814012" sldId="276"/>
            <ac:picMk id="18" creationId="{2A82CF94-B61A-04AB-525B-E4A0CD47A31D}"/>
          </ac:picMkLst>
        </pc:picChg>
        <pc:picChg chg="mod">
          <ac:chgData name="Diego Raul Guerrero Anaya" userId="0ce4d9aa-8e9a-49aa-b0f2-d17a32a3775a" providerId="ADAL" clId="{DE868590-9F2C-4B03-9C62-B181C19ADC6C}" dt="2026-01-05T17:17:13.659" v="828" actId="1076"/>
          <ac:picMkLst>
            <pc:docMk/>
            <pc:sldMk cId="1408814012" sldId="276"/>
            <ac:picMk id="25" creationId="{CE752634-014B-5321-AE0B-0C6B9EB474CD}"/>
          </ac:picMkLst>
        </pc:picChg>
      </pc:sldChg>
      <pc:sldChg chg="modSp mod">
        <pc:chgData name="Diego Raul Guerrero Anaya" userId="0ce4d9aa-8e9a-49aa-b0f2-d17a32a3775a" providerId="ADAL" clId="{DE868590-9F2C-4B03-9C62-B181C19ADC6C}" dt="2026-01-05T16:35:04.187" v="789" actId="20577"/>
        <pc:sldMkLst>
          <pc:docMk/>
          <pc:sldMk cId="1254772405" sldId="331"/>
        </pc:sldMkLst>
        <pc:spChg chg="mod">
          <ac:chgData name="Diego Raul Guerrero Anaya" userId="0ce4d9aa-8e9a-49aa-b0f2-d17a32a3775a" providerId="ADAL" clId="{DE868590-9F2C-4B03-9C62-B181C19ADC6C}" dt="2026-01-05T16:35:04.187" v="789" actId="20577"/>
          <ac:spMkLst>
            <pc:docMk/>
            <pc:sldMk cId="1254772405" sldId="331"/>
            <ac:spMk id="16" creationId="{CAD1F5A1-A45B-7474-6EF8-7CEEC5771C78}"/>
          </ac:spMkLst>
        </pc:spChg>
      </pc:sldChg>
      <pc:sldChg chg="modSp mod">
        <pc:chgData name="Diego Raul Guerrero Anaya" userId="0ce4d9aa-8e9a-49aa-b0f2-d17a32a3775a" providerId="ADAL" clId="{DE868590-9F2C-4B03-9C62-B181C19ADC6C}" dt="2026-01-05T15:41:34.353" v="5" actId="20577"/>
        <pc:sldMkLst>
          <pc:docMk/>
          <pc:sldMk cId="3626027867" sldId="332"/>
        </pc:sldMkLst>
        <pc:spChg chg="mod">
          <ac:chgData name="Diego Raul Guerrero Anaya" userId="0ce4d9aa-8e9a-49aa-b0f2-d17a32a3775a" providerId="ADAL" clId="{DE868590-9F2C-4B03-9C62-B181C19ADC6C}" dt="2026-01-05T15:41:34.353" v="5" actId="20577"/>
          <ac:spMkLst>
            <pc:docMk/>
            <pc:sldMk cId="3626027867" sldId="332"/>
            <ac:spMk id="16" creationId="{7B31CB7F-F65F-251B-F642-C7D40861EB8B}"/>
          </ac:spMkLst>
        </pc:spChg>
      </pc:sldChg>
      <pc:sldChg chg="addSp modSp mod">
        <pc:chgData name="Diego Raul Guerrero Anaya" userId="0ce4d9aa-8e9a-49aa-b0f2-d17a32a3775a" providerId="ADAL" clId="{DE868590-9F2C-4B03-9C62-B181C19ADC6C}" dt="2026-01-05T15:44:13.546" v="36" actId="20577"/>
        <pc:sldMkLst>
          <pc:docMk/>
          <pc:sldMk cId="1081019199" sldId="333"/>
        </pc:sldMkLst>
        <pc:spChg chg="add mod">
          <ac:chgData name="Diego Raul Guerrero Anaya" userId="0ce4d9aa-8e9a-49aa-b0f2-d17a32a3775a" providerId="ADAL" clId="{DE868590-9F2C-4B03-9C62-B181C19ADC6C}" dt="2026-01-05T15:43:16.034" v="30" actId="20577"/>
          <ac:spMkLst>
            <pc:docMk/>
            <pc:sldMk cId="1081019199" sldId="333"/>
            <ac:spMk id="4" creationId="{BC577C90-1717-762A-F1F0-824C7CA9415D}"/>
          </ac:spMkLst>
        </pc:spChg>
        <pc:spChg chg="mod">
          <ac:chgData name="Diego Raul Guerrero Anaya" userId="0ce4d9aa-8e9a-49aa-b0f2-d17a32a3775a" providerId="ADAL" clId="{DE868590-9F2C-4B03-9C62-B181C19ADC6C}" dt="2026-01-05T15:42:57.449" v="11" actId="1076"/>
          <ac:spMkLst>
            <pc:docMk/>
            <pc:sldMk cId="1081019199" sldId="333"/>
            <ac:spMk id="8" creationId="{3E7339F9-75FA-3788-907E-F9E8AD0C0471}"/>
          </ac:spMkLst>
        </pc:spChg>
        <pc:spChg chg="mod">
          <ac:chgData name="Diego Raul Guerrero Anaya" userId="0ce4d9aa-8e9a-49aa-b0f2-d17a32a3775a" providerId="ADAL" clId="{DE868590-9F2C-4B03-9C62-B181C19ADC6C}" dt="2026-01-05T15:42:57.449" v="11" actId="1076"/>
          <ac:spMkLst>
            <pc:docMk/>
            <pc:sldMk cId="1081019199" sldId="333"/>
            <ac:spMk id="14" creationId="{0161FFC1-5FE4-F6A2-A1DD-73553B6B5305}"/>
          </ac:spMkLst>
        </pc:spChg>
        <pc:spChg chg="mod">
          <ac:chgData name="Diego Raul Guerrero Anaya" userId="0ce4d9aa-8e9a-49aa-b0f2-d17a32a3775a" providerId="ADAL" clId="{DE868590-9F2C-4B03-9C62-B181C19ADC6C}" dt="2026-01-05T15:42:57.449" v="11" actId="1076"/>
          <ac:spMkLst>
            <pc:docMk/>
            <pc:sldMk cId="1081019199" sldId="333"/>
            <ac:spMk id="16" creationId="{BCBAF28B-4381-CD77-9109-915F46BB08BF}"/>
          </ac:spMkLst>
        </pc:spChg>
        <pc:spChg chg="mod">
          <ac:chgData name="Diego Raul Guerrero Anaya" userId="0ce4d9aa-8e9a-49aa-b0f2-d17a32a3775a" providerId="ADAL" clId="{DE868590-9F2C-4B03-9C62-B181C19ADC6C}" dt="2026-01-05T15:42:57.449" v="11" actId="1076"/>
          <ac:spMkLst>
            <pc:docMk/>
            <pc:sldMk cId="1081019199" sldId="333"/>
            <ac:spMk id="22" creationId="{F459C4A6-F1B5-D74C-27BA-0F3C306ADC6F}"/>
          </ac:spMkLst>
        </pc:spChg>
        <pc:spChg chg="mod">
          <ac:chgData name="Diego Raul Guerrero Anaya" userId="0ce4d9aa-8e9a-49aa-b0f2-d17a32a3775a" providerId="ADAL" clId="{DE868590-9F2C-4B03-9C62-B181C19ADC6C}" dt="2026-01-05T15:42:57.449" v="11" actId="1076"/>
          <ac:spMkLst>
            <pc:docMk/>
            <pc:sldMk cId="1081019199" sldId="333"/>
            <ac:spMk id="25" creationId="{897E9EAB-B351-D02D-23DD-CF9BBD6E16A7}"/>
          </ac:spMkLst>
        </pc:spChg>
        <pc:spChg chg="mod">
          <ac:chgData name="Diego Raul Guerrero Anaya" userId="0ce4d9aa-8e9a-49aa-b0f2-d17a32a3775a" providerId="ADAL" clId="{DE868590-9F2C-4B03-9C62-B181C19ADC6C}" dt="2026-01-05T15:44:13.546" v="36" actId="20577"/>
          <ac:spMkLst>
            <pc:docMk/>
            <pc:sldMk cId="1081019199" sldId="333"/>
            <ac:spMk id="26" creationId="{1D4B4EC2-2B82-9176-5626-2B64202C2BEA}"/>
          </ac:spMkLst>
        </pc:spChg>
        <pc:picChg chg="add mod">
          <ac:chgData name="Diego Raul Guerrero Anaya" userId="0ce4d9aa-8e9a-49aa-b0f2-d17a32a3775a" providerId="ADAL" clId="{DE868590-9F2C-4B03-9C62-B181C19ADC6C}" dt="2026-01-05T15:43:07.748" v="13" actId="1076"/>
          <ac:picMkLst>
            <pc:docMk/>
            <pc:sldMk cId="1081019199" sldId="333"/>
            <ac:picMk id="2" creationId="{33DDE63A-19B7-416C-85DE-82DEE67E9E3A}"/>
          </ac:picMkLst>
        </pc:picChg>
        <pc:picChg chg="mod">
          <ac:chgData name="Diego Raul Guerrero Anaya" userId="0ce4d9aa-8e9a-49aa-b0f2-d17a32a3775a" providerId="ADAL" clId="{DE868590-9F2C-4B03-9C62-B181C19ADC6C}" dt="2026-01-05T15:42:57.449" v="11" actId="1076"/>
          <ac:picMkLst>
            <pc:docMk/>
            <pc:sldMk cId="1081019199" sldId="333"/>
            <ac:picMk id="6" creationId="{024F262B-A3D1-E975-4AE9-A13AE1529318}"/>
          </ac:picMkLst>
        </pc:picChg>
        <pc:picChg chg="mod">
          <ac:chgData name="Diego Raul Guerrero Anaya" userId="0ce4d9aa-8e9a-49aa-b0f2-d17a32a3775a" providerId="ADAL" clId="{DE868590-9F2C-4B03-9C62-B181C19ADC6C}" dt="2026-01-05T15:42:57.449" v="11" actId="1076"/>
          <ac:picMkLst>
            <pc:docMk/>
            <pc:sldMk cId="1081019199" sldId="333"/>
            <ac:picMk id="13" creationId="{C551E049-BCAD-7FCE-6A91-9A48B03B9EA3}"/>
          </ac:picMkLst>
        </pc:picChg>
        <pc:picChg chg="mod">
          <ac:chgData name="Diego Raul Guerrero Anaya" userId="0ce4d9aa-8e9a-49aa-b0f2-d17a32a3775a" providerId="ADAL" clId="{DE868590-9F2C-4B03-9C62-B181C19ADC6C}" dt="2026-01-05T15:42:57.449" v="11" actId="1076"/>
          <ac:picMkLst>
            <pc:docMk/>
            <pc:sldMk cId="1081019199" sldId="333"/>
            <ac:picMk id="18" creationId="{87FE0B76-7830-BB16-89A4-2E7C21EFA578}"/>
          </ac:picMkLst>
        </pc:picChg>
        <pc:picChg chg="mod">
          <ac:chgData name="Diego Raul Guerrero Anaya" userId="0ce4d9aa-8e9a-49aa-b0f2-d17a32a3775a" providerId="ADAL" clId="{DE868590-9F2C-4B03-9C62-B181C19ADC6C}" dt="2026-01-05T15:42:57.449" v="11" actId="1076"/>
          <ac:picMkLst>
            <pc:docMk/>
            <pc:sldMk cId="1081019199" sldId="333"/>
            <ac:picMk id="23" creationId="{C9590B75-8FED-7638-270F-3456E8608E5E}"/>
          </ac:picMkLst>
        </pc:picChg>
        <pc:picChg chg="mod">
          <ac:chgData name="Diego Raul Guerrero Anaya" userId="0ce4d9aa-8e9a-49aa-b0f2-d17a32a3775a" providerId="ADAL" clId="{DE868590-9F2C-4B03-9C62-B181C19ADC6C}" dt="2026-01-05T15:42:57.449" v="11" actId="1076"/>
          <ac:picMkLst>
            <pc:docMk/>
            <pc:sldMk cId="1081019199" sldId="333"/>
            <ac:picMk id="24" creationId="{8F4BE0E8-4C86-8B69-84A8-6CA58B6C966A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5:49:37.281" v="96" actId="20577"/>
        <pc:sldMkLst>
          <pc:docMk/>
          <pc:sldMk cId="3879780745" sldId="334"/>
        </pc:sldMkLst>
        <pc:spChg chg="mod">
          <ac:chgData name="Diego Raul Guerrero Anaya" userId="0ce4d9aa-8e9a-49aa-b0f2-d17a32a3775a" providerId="ADAL" clId="{DE868590-9F2C-4B03-9C62-B181C19ADC6C}" dt="2026-01-05T15:45:50.996" v="56" actId="20577"/>
          <ac:spMkLst>
            <pc:docMk/>
            <pc:sldMk cId="3879780745" sldId="334"/>
            <ac:spMk id="3" creationId="{5517A915-85AE-5FA2-8B73-8C6D4927CC78}"/>
          </ac:spMkLst>
        </pc:spChg>
        <pc:spChg chg="add mod">
          <ac:chgData name="Diego Raul Guerrero Anaya" userId="0ce4d9aa-8e9a-49aa-b0f2-d17a32a3775a" providerId="ADAL" clId="{DE868590-9F2C-4B03-9C62-B181C19ADC6C}" dt="2026-01-05T15:44:28.107" v="38"/>
          <ac:spMkLst>
            <pc:docMk/>
            <pc:sldMk cId="3879780745" sldId="334"/>
            <ac:spMk id="12" creationId="{6E3D6886-9CBE-A003-E20D-A219C43DA291}"/>
          </ac:spMkLst>
        </pc:spChg>
        <pc:spChg chg="add mod">
          <ac:chgData name="Diego Raul Guerrero Anaya" userId="0ce4d9aa-8e9a-49aa-b0f2-d17a32a3775a" providerId="ADAL" clId="{DE868590-9F2C-4B03-9C62-B181C19ADC6C}" dt="2026-01-05T15:49:22.999" v="86" actId="20577"/>
          <ac:spMkLst>
            <pc:docMk/>
            <pc:sldMk cId="3879780745" sldId="334"/>
            <ac:spMk id="14" creationId="{D9940AF7-0E06-D095-5F9E-DA3AB36A3343}"/>
          </ac:spMkLst>
        </pc:spChg>
        <pc:spChg chg="add mod">
          <ac:chgData name="Diego Raul Guerrero Anaya" userId="0ce4d9aa-8e9a-49aa-b0f2-d17a32a3775a" providerId="ADAL" clId="{DE868590-9F2C-4B03-9C62-B181C19ADC6C}" dt="2026-01-05T15:49:25.745" v="88" actId="20577"/>
          <ac:spMkLst>
            <pc:docMk/>
            <pc:sldMk cId="3879780745" sldId="334"/>
            <ac:spMk id="15" creationId="{EB58A3C2-AB0E-068B-FAFE-CADC047FE15E}"/>
          </ac:spMkLst>
        </pc:spChg>
        <pc:spChg chg="add mod">
          <ac:chgData name="Diego Raul Guerrero Anaya" userId="0ce4d9aa-8e9a-49aa-b0f2-d17a32a3775a" providerId="ADAL" clId="{DE868590-9F2C-4B03-9C62-B181C19ADC6C}" dt="2026-01-05T15:44:28.107" v="38"/>
          <ac:spMkLst>
            <pc:docMk/>
            <pc:sldMk cId="3879780745" sldId="334"/>
            <ac:spMk id="17" creationId="{06066C96-5CA0-85C6-FBEB-FCEACADC0A61}"/>
          </ac:spMkLst>
        </pc:spChg>
        <pc:spChg chg="add mod">
          <ac:chgData name="Diego Raul Guerrero Anaya" userId="0ce4d9aa-8e9a-49aa-b0f2-d17a32a3775a" providerId="ADAL" clId="{DE868590-9F2C-4B03-9C62-B181C19ADC6C}" dt="2026-01-05T15:44:28.107" v="38"/>
          <ac:spMkLst>
            <pc:docMk/>
            <pc:sldMk cId="3879780745" sldId="334"/>
            <ac:spMk id="22" creationId="{6BCC785C-BD43-5E21-ADC6-9241455C3E6E}"/>
          </ac:spMkLst>
        </pc:spChg>
        <pc:spChg chg="add mod">
          <ac:chgData name="Diego Raul Guerrero Anaya" userId="0ce4d9aa-8e9a-49aa-b0f2-d17a32a3775a" providerId="ADAL" clId="{DE868590-9F2C-4B03-9C62-B181C19ADC6C}" dt="2026-01-05T15:44:28.107" v="38"/>
          <ac:spMkLst>
            <pc:docMk/>
            <pc:sldMk cId="3879780745" sldId="334"/>
            <ac:spMk id="24" creationId="{C74F2979-843E-67E1-4DD2-7F147AC8E416}"/>
          </ac:spMkLst>
        </pc:spChg>
        <pc:spChg chg="mod">
          <ac:chgData name="Diego Raul Guerrero Anaya" userId="0ce4d9aa-8e9a-49aa-b0f2-d17a32a3775a" providerId="ADAL" clId="{DE868590-9F2C-4B03-9C62-B181C19ADC6C}" dt="2026-01-05T15:49:37.281" v="96" actId="20577"/>
          <ac:spMkLst>
            <pc:docMk/>
            <pc:sldMk cId="3879780745" sldId="334"/>
            <ac:spMk id="29" creationId="{C54A186A-8BB1-885B-9A38-62E4927CA8C1}"/>
          </ac:spMkLst>
        </pc:spChg>
        <pc:picChg chg="add mod">
          <ac:chgData name="Diego Raul Guerrero Anaya" userId="0ce4d9aa-8e9a-49aa-b0f2-d17a32a3775a" providerId="ADAL" clId="{DE868590-9F2C-4B03-9C62-B181C19ADC6C}" dt="2026-01-05T15:44:28.107" v="38"/>
          <ac:picMkLst>
            <pc:docMk/>
            <pc:sldMk cId="3879780745" sldId="334"/>
            <ac:picMk id="11" creationId="{29748E04-FF03-8560-4F7A-01CA07CC8C16}"/>
          </ac:picMkLst>
        </pc:picChg>
        <pc:picChg chg="add mod">
          <ac:chgData name="Diego Raul Guerrero Anaya" userId="0ce4d9aa-8e9a-49aa-b0f2-d17a32a3775a" providerId="ADAL" clId="{DE868590-9F2C-4B03-9C62-B181C19ADC6C}" dt="2026-01-05T15:44:28.107" v="38"/>
          <ac:picMkLst>
            <pc:docMk/>
            <pc:sldMk cId="3879780745" sldId="334"/>
            <ac:picMk id="13" creationId="{7F09AA4C-F42A-1520-F4D9-42953F844750}"/>
          </ac:picMkLst>
        </pc:picChg>
        <pc:picChg chg="add mod">
          <ac:chgData name="Diego Raul Guerrero Anaya" userId="0ce4d9aa-8e9a-49aa-b0f2-d17a32a3775a" providerId="ADAL" clId="{DE868590-9F2C-4B03-9C62-B181C19ADC6C}" dt="2026-01-05T15:44:28.107" v="38"/>
          <ac:picMkLst>
            <pc:docMk/>
            <pc:sldMk cId="3879780745" sldId="334"/>
            <ac:picMk id="18" creationId="{B05A5E2D-AE83-0E16-3306-74F5FF2214BE}"/>
          </ac:picMkLst>
        </pc:picChg>
        <pc:picChg chg="add mod">
          <ac:chgData name="Diego Raul Guerrero Anaya" userId="0ce4d9aa-8e9a-49aa-b0f2-d17a32a3775a" providerId="ADAL" clId="{DE868590-9F2C-4B03-9C62-B181C19ADC6C}" dt="2026-01-05T15:44:28.107" v="38"/>
          <ac:picMkLst>
            <pc:docMk/>
            <pc:sldMk cId="3879780745" sldId="334"/>
            <ac:picMk id="23" creationId="{5A27C792-C250-F85F-E7E6-A8218ACAD4D1}"/>
          </ac:picMkLst>
        </pc:picChg>
        <pc:picChg chg="add mod">
          <ac:chgData name="Diego Raul Guerrero Anaya" userId="0ce4d9aa-8e9a-49aa-b0f2-d17a32a3775a" providerId="ADAL" clId="{DE868590-9F2C-4B03-9C62-B181C19ADC6C}" dt="2026-01-05T15:46:46.248" v="64" actId="1076"/>
          <ac:picMkLst>
            <pc:docMk/>
            <pc:sldMk cId="3879780745" sldId="334"/>
            <ac:picMk id="25" creationId="{D45189C8-40A0-4E1A-5220-8EFF2085EAD2}"/>
          </ac:picMkLst>
        </pc:picChg>
        <pc:picChg chg="add mod">
          <ac:chgData name="Diego Raul Guerrero Anaya" userId="0ce4d9aa-8e9a-49aa-b0f2-d17a32a3775a" providerId="ADAL" clId="{DE868590-9F2C-4B03-9C62-B181C19ADC6C}" dt="2026-01-05T15:49:08.311" v="84" actId="14100"/>
          <ac:picMkLst>
            <pc:docMk/>
            <pc:sldMk cId="3879780745" sldId="334"/>
            <ac:picMk id="34" creationId="{8DC2D118-FB7D-E534-6EFD-DB8BCCA883ED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7:32:49.127" v="1215" actId="1076"/>
        <pc:sldMkLst>
          <pc:docMk/>
          <pc:sldMk cId="2549534976" sldId="344"/>
        </pc:sldMkLst>
        <pc:spChg chg="mod">
          <ac:chgData name="Diego Raul Guerrero Anaya" userId="0ce4d9aa-8e9a-49aa-b0f2-d17a32a3775a" providerId="ADAL" clId="{DE868590-9F2C-4B03-9C62-B181C19ADC6C}" dt="2026-01-05T17:31:14.514" v="1197" actId="20577"/>
          <ac:spMkLst>
            <pc:docMk/>
            <pc:sldMk cId="2549534976" sldId="344"/>
            <ac:spMk id="2" creationId="{FEA26E1E-4ACA-672A-001E-BC93500F1F11}"/>
          </ac:spMkLst>
        </pc:spChg>
        <pc:spChg chg="mod">
          <ac:chgData name="Diego Raul Guerrero Anaya" userId="0ce4d9aa-8e9a-49aa-b0f2-d17a32a3775a" providerId="ADAL" clId="{DE868590-9F2C-4B03-9C62-B181C19ADC6C}" dt="2026-01-05T17:26:09.202" v="936" actId="20577"/>
          <ac:spMkLst>
            <pc:docMk/>
            <pc:sldMk cId="2549534976" sldId="344"/>
            <ac:spMk id="3" creationId="{644BDCA9-2876-7713-D4AD-8FFE2E0B8B0B}"/>
          </ac:spMkLst>
        </pc:spChg>
        <pc:spChg chg="mod">
          <ac:chgData name="Diego Raul Guerrero Anaya" userId="0ce4d9aa-8e9a-49aa-b0f2-d17a32a3775a" providerId="ADAL" clId="{DE868590-9F2C-4B03-9C62-B181C19ADC6C}" dt="2026-01-05T17:32:39.358" v="1208" actId="1076"/>
          <ac:spMkLst>
            <pc:docMk/>
            <pc:sldMk cId="2549534976" sldId="344"/>
            <ac:spMk id="8" creationId="{A3AA2379-C49A-40FA-9945-2F2C1B3462AC}"/>
          </ac:spMkLst>
        </pc:spChg>
        <pc:spChg chg="add mod">
          <ac:chgData name="Diego Raul Guerrero Anaya" userId="0ce4d9aa-8e9a-49aa-b0f2-d17a32a3775a" providerId="ADAL" clId="{DE868590-9F2C-4B03-9C62-B181C19ADC6C}" dt="2026-01-05T17:32:42.007" v="1212" actId="20577"/>
          <ac:spMkLst>
            <pc:docMk/>
            <pc:sldMk cId="2549534976" sldId="344"/>
            <ac:spMk id="12" creationId="{C7FB0B25-E123-C368-5E26-FDA9768C6A50}"/>
          </ac:spMkLst>
        </pc:spChg>
        <pc:spChg chg="add mod">
          <ac:chgData name="Diego Raul Guerrero Anaya" userId="0ce4d9aa-8e9a-49aa-b0f2-d17a32a3775a" providerId="ADAL" clId="{DE868590-9F2C-4B03-9C62-B181C19ADC6C}" dt="2026-01-05T17:32:19.593" v="1201" actId="1076"/>
          <ac:spMkLst>
            <pc:docMk/>
            <pc:sldMk cId="2549534976" sldId="344"/>
            <ac:spMk id="13" creationId="{25284EB8-8E7C-2A7C-7570-19176BCAC098}"/>
          </ac:spMkLst>
        </pc:spChg>
        <pc:spChg chg="mod">
          <ac:chgData name="Diego Raul Guerrero Anaya" userId="0ce4d9aa-8e9a-49aa-b0f2-d17a32a3775a" providerId="ADAL" clId="{DE868590-9F2C-4B03-9C62-B181C19ADC6C}" dt="2026-01-05T17:26:28.593" v="939" actId="20577"/>
          <ac:spMkLst>
            <pc:docMk/>
            <pc:sldMk cId="2549534976" sldId="344"/>
            <ac:spMk id="14" creationId="{DD770501-E6E1-9A62-19AC-5020EA09D1EF}"/>
          </ac:spMkLst>
        </pc:spChg>
        <pc:graphicFrameChg chg="add mod">
          <ac:chgData name="Diego Raul Guerrero Anaya" userId="0ce4d9aa-8e9a-49aa-b0f2-d17a32a3775a" providerId="ADAL" clId="{DE868590-9F2C-4B03-9C62-B181C19ADC6C}" dt="2026-01-05T17:32:49.127" v="1215" actId="1076"/>
          <ac:graphicFrameMkLst>
            <pc:docMk/>
            <pc:sldMk cId="2549534976" sldId="344"/>
            <ac:graphicFrameMk id="15" creationId="{51A6924F-738F-6944-60D2-C556DEF63EF0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7:25:34.772" v="891" actId="1076"/>
          <ac:picMkLst>
            <pc:docMk/>
            <pc:sldMk cId="2549534976" sldId="344"/>
            <ac:picMk id="4" creationId="{A0AFD7D1-0409-B996-CE89-DC306CC8F65B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5:57:11.029" v="246" actId="1076"/>
        <pc:sldMkLst>
          <pc:docMk/>
          <pc:sldMk cId="3244617191" sldId="354"/>
        </pc:sldMkLst>
        <pc:spChg chg="mod">
          <ac:chgData name="Diego Raul Guerrero Anaya" userId="0ce4d9aa-8e9a-49aa-b0f2-d17a32a3775a" providerId="ADAL" clId="{DE868590-9F2C-4B03-9C62-B181C19ADC6C}" dt="2026-01-05T15:52:09.055" v="134" actId="1076"/>
          <ac:spMkLst>
            <pc:docMk/>
            <pc:sldMk cId="3244617191" sldId="354"/>
            <ac:spMk id="3" creationId="{4D52E933-E587-BB93-378E-A37F6DAD9FAF}"/>
          </ac:spMkLst>
        </pc:spChg>
        <pc:spChg chg="add mod">
          <ac:chgData name="Diego Raul Guerrero Anaya" userId="0ce4d9aa-8e9a-49aa-b0f2-d17a32a3775a" providerId="ADAL" clId="{DE868590-9F2C-4B03-9C62-B181C19ADC6C}" dt="2026-01-05T15:52:14.034" v="135" actId="1076"/>
          <ac:spMkLst>
            <pc:docMk/>
            <pc:sldMk cId="3244617191" sldId="354"/>
            <ac:spMk id="6" creationId="{08226A34-E022-60DC-4836-2F7BE7BB0F4C}"/>
          </ac:spMkLst>
        </pc:spChg>
        <pc:spChg chg="mod">
          <ac:chgData name="Diego Raul Guerrero Anaya" userId="0ce4d9aa-8e9a-49aa-b0f2-d17a32a3775a" providerId="ADAL" clId="{DE868590-9F2C-4B03-9C62-B181C19ADC6C}" dt="2026-01-05T15:52:25.277" v="138" actId="1076"/>
          <ac:spMkLst>
            <pc:docMk/>
            <pc:sldMk cId="3244617191" sldId="354"/>
            <ac:spMk id="8" creationId="{8BDE0322-30DB-9007-ED46-C39CBD8D1A59}"/>
          </ac:spMkLst>
        </pc:spChg>
        <pc:spChg chg="mod">
          <ac:chgData name="Diego Raul Guerrero Anaya" userId="0ce4d9aa-8e9a-49aa-b0f2-d17a32a3775a" providerId="ADAL" clId="{DE868590-9F2C-4B03-9C62-B181C19ADC6C}" dt="2026-01-05T15:49:53.992" v="102" actId="20577"/>
          <ac:spMkLst>
            <pc:docMk/>
            <pc:sldMk cId="3244617191" sldId="354"/>
            <ac:spMk id="12" creationId="{A56C0D7C-16C6-2D3B-B087-A36CC226F911}"/>
          </ac:spMkLst>
        </pc:spChg>
        <pc:spChg chg="add mod">
          <ac:chgData name="Diego Raul Guerrero Anaya" userId="0ce4d9aa-8e9a-49aa-b0f2-d17a32a3775a" providerId="ADAL" clId="{DE868590-9F2C-4B03-9C62-B181C19ADC6C}" dt="2026-01-05T15:52:41.391" v="156" actId="20577"/>
          <ac:spMkLst>
            <pc:docMk/>
            <pc:sldMk cId="3244617191" sldId="354"/>
            <ac:spMk id="13" creationId="{1C284EC5-9255-A549-EE3E-13C3CB25B54F}"/>
          </ac:spMkLst>
        </pc:spChg>
        <pc:spChg chg="mod">
          <ac:chgData name="Diego Raul Guerrero Anaya" userId="0ce4d9aa-8e9a-49aa-b0f2-d17a32a3775a" providerId="ADAL" clId="{DE868590-9F2C-4B03-9C62-B181C19ADC6C}" dt="2026-01-05T15:52:19.728" v="136" actId="1076"/>
          <ac:spMkLst>
            <pc:docMk/>
            <pc:sldMk cId="3244617191" sldId="354"/>
            <ac:spMk id="14" creationId="{C5BA9471-864D-6BA4-1B13-D6A3D6DD3EC5}"/>
          </ac:spMkLst>
        </pc:spChg>
        <pc:spChg chg="mod">
          <ac:chgData name="Diego Raul Guerrero Anaya" userId="0ce4d9aa-8e9a-49aa-b0f2-d17a32a3775a" providerId="ADAL" clId="{DE868590-9F2C-4B03-9C62-B181C19ADC6C}" dt="2026-01-05T15:51:44.325" v="130" actId="1076"/>
          <ac:spMkLst>
            <pc:docMk/>
            <pc:sldMk cId="3244617191" sldId="354"/>
            <ac:spMk id="15" creationId="{AB1137E0-406C-0D0C-B985-518E5459DB43}"/>
          </ac:spMkLst>
        </pc:spChg>
        <pc:spChg chg="mod">
          <ac:chgData name="Diego Raul Guerrero Anaya" userId="0ce4d9aa-8e9a-49aa-b0f2-d17a32a3775a" providerId="ADAL" clId="{DE868590-9F2C-4B03-9C62-B181C19ADC6C}" dt="2026-01-05T15:51:35.884" v="129" actId="1076"/>
          <ac:spMkLst>
            <pc:docMk/>
            <pc:sldMk cId="3244617191" sldId="354"/>
            <ac:spMk id="17" creationId="{C06A2CAD-D869-1D64-F111-0F078FC33A42}"/>
          </ac:spMkLst>
        </pc:spChg>
        <pc:spChg chg="mod">
          <ac:chgData name="Diego Raul Guerrero Anaya" userId="0ce4d9aa-8e9a-49aa-b0f2-d17a32a3775a" providerId="ADAL" clId="{DE868590-9F2C-4B03-9C62-B181C19ADC6C}" dt="2026-01-05T15:53:06.355" v="158" actId="20577"/>
          <ac:spMkLst>
            <pc:docMk/>
            <pc:sldMk cId="3244617191" sldId="354"/>
            <ac:spMk id="19" creationId="{DC45A2B3-CBE7-6AF2-715B-B91866D1BE66}"/>
          </ac:spMkLst>
        </pc:spChg>
        <pc:spChg chg="mod">
          <ac:chgData name="Diego Raul Guerrero Anaya" userId="0ce4d9aa-8e9a-49aa-b0f2-d17a32a3775a" providerId="ADAL" clId="{DE868590-9F2C-4B03-9C62-B181C19ADC6C}" dt="2026-01-05T15:56:09.362" v="234" actId="20577"/>
          <ac:spMkLst>
            <pc:docMk/>
            <pc:sldMk cId="3244617191" sldId="354"/>
            <ac:spMk id="29" creationId="{7CF8D2E1-1556-C801-9A4E-C3B7E8B3951B}"/>
          </ac:spMkLst>
        </pc:spChg>
        <pc:spChg chg="mod">
          <ac:chgData name="Diego Raul Guerrero Anaya" userId="0ce4d9aa-8e9a-49aa-b0f2-d17a32a3775a" providerId="ADAL" clId="{DE868590-9F2C-4B03-9C62-B181C19ADC6C}" dt="2026-01-05T15:57:04.810" v="245" actId="20577"/>
          <ac:spMkLst>
            <pc:docMk/>
            <pc:sldMk cId="3244617191" sldId="354"/>
            <ac:spMk id="31" creationId="{A9D9D877-17BF-C4B1-DBE2-2D740DCE891B}"/>
          </ac:spMkLst>
        </pc:spChg>
        <pc:spChg chg="mod">
          <ac:chgData name="Diego Raul Guerrero Anaya" userId="0ce4d9aa-8e9a-49aa-b0f2-d17a32a3775a" providerId="ADAL" clId="{DE868590-9F2C-4B03-9C62-B181C19ADC6C}" dt="2026-01-05T15:52:29.960" v="140" actId="1076"/>
          <ac:spMkLst>
            <pc:docMk/>
            <pc:sldMk cId="3244617191" sldId="354"/>
            <ac:spMk id="34" creationId="{F7E81395-129E-34AB-56A2-C2BF691746BB}"/>
          </ac:spMkLst>
        </pc:spChg>
        <pc:graphicFrameChg chg="mod">
          <ac:chgData name="Diego Raul Guerrero Anaya" userId="0ce4d9aa-8e9a-49aa-b0f2-d17a32a3775a" providerId="ADAL" clId="{DE868590-9F2C-4B03-9C62-B181C19ADC6C}" dt="2026-01-05T15:57:11.029" v="246" actId="1076"/>
          <ac:graphicFrameMkLst>
            <pc:docMk/>
            <pc:sldMk cId="3244617191" sldId="354"/>
            <ac:graphicFrameMk id="21" creationId="{D999FE1A-6116-4188-4598-09A426373573}"/>
          </ac:graphicFrameMkLst>
        </pc:graphicFrameChg>
        <pc:picChg chg="mod">
          <ac:chgData name="Diego Raul Guerrero Anaya" userId="0ce4d9aa-8e9a-49aa-b0f2-d17a32a3775a" providerId="ADAL" clId="{DE868590-9F2C-4B03-9C62-B181C19ADC6C}" dt="2026-01-05T15:52:09.055" v="134" actId="1076"/>
          <ac:picMkLst>
            <pc:docMk/>
            <pc:sldMk cId="3244617191" sldId="354"/>
            <ac:picMk id="2" creationId="{4554E983-80DF-BC15-F88F-1C68FADF75F9}"/>
          </ac:picMkLst>
        </pc:picChg>
        <pc:picChg chg="add mod">
          <ac:chgData name="Diego Raul Guerrero Anaya" userId="0ce4d9aa-8e9a-49aa-b0f2-d17a32a3775a" providerId="ADAL" clId="{DE868590-9F2C-4B03-9C62-B181C19ADC6C}" dt="2026-01-05T15:52:14.034" v="135" actId="1076"/>
          <ac:picMkLst>
            <pc:docMk/>
            <pc:sldMk cId="3244617191" sldId="354"/>
            <ac:picMk id="5" creationId="{7AB3AB3E-9021-ACD0-1589-FB23755E78AB}"/>
          </ac:picMkLst>
        </pc:picChg>
        <pc:picChg chg="add mod">
          <ac:chgData name="Diego Raul Guerrero Anaya" userId="0ce4d9aa-8e9a-49aa-b0f2-d17a32a3775a" providerId="ADAL" clId="{DE868590-9F2C-4B03-9C62-B181C19ADC6C}" dt="2026-01-05T15:52:35.851" v="141" actId="1076"/>
          <ac:picMkLst>
            <pc:docMk/>
            <pc:sldMk cId="3244617191" sldId="354"/>
            <ac:picMk id="7" creationId="{CA8C009C-E86B-F384-660F-914BB33809F1}"/>
          </ac:picMkLst>
        </pc:picChg>
        <pc:picChg chg="mod">
          <ac:chgData name="Diego Raul Guerrero Anaya" userId="0ce4d9aa-8e9a-49aa-b0f2-d17a32a3775a" providerId="ADAL" clId="{DE868590-9F2C-4B03-9C62-B181C19ADC6C}" dt="2026-01-05T15:52:19.728" v="136" actId="1076"/>
          <ac:picMkLst>
            <pc:docMk/>
            <pc:sldMk cId="3244617191" sldId="354"/>
            <ac:picMk id="11" creationId="{30FF753C-EF77-0939-8C6D-C3F84D767C8D}"/>
          </ac:picMkLst>
        </pc:picChg>
        <pc:picChg chg="mod">
          <ac:chgData name="Diego Raul Guerrero Anaya" userId="0ce4d9aa-8e9a-49aa-b0f2-d17a32a3775a" providerId="ADAL" clId="{DE868590-9F2C-4B03-9C62-B181C19ADC6C}" dt="2026-01-05T15:51:44.325" v="130" actId="1076"/>
          <ac:picMkLst>
            <pc:docMk/>
            <pc:sldMk cId="3244617191" sldId="354"/>
            <ac:picMk id="16" creationId="{13C233BE-69CD-8DC1-EC2B-975ADD5A03A0}"/>
          </ac:picMkLst>
        </pc:picChg>
        <pc:picChg chg="mod">
          <ac:chgData name="Diego Raul Guerrero Anaya" userId="0ce4d9aa-8e9a-49aa-b0f2-d17a32a3775a" providerId="ADAL" clId="{DE868590-9F2C-4B03-9C62-B181C19ADC6C}" dt="2026-01-05T15:51:35.884" v="129" actId="1076"/>
          <ac:picMkLst>
            <pc:docMk/>
            <pc:sldMk cId="3244617191" sldId="354"/>
            <ac:picMk id="18" creationId="{32A08C1C-5C73-C5AD-DA7D-80E2F7FB655D}"/>
          </ac:picMkLst>
        </pc:picChg>
        <pc:picChg chg="add mod">
          <ac:chgData name="Diego Raul Guerrero Anaya" userId="0ce4d9aa-8e9a-49aa-b0f2-d17a32a3775a" providerId="ADAL" clId="{DE868590-9F2C-4B03-9C62-B181C19ADC6C}" dt="2026-01-05T15:55:17.094" v="175" actId="14100"/>
          <ac:picMkLst>
            <pc:docMk/>
            <pc:sldMk cId="3244617191" sldId="354"/>
            <ac:picMk id="22" creationId="{9432D7B7-94E8-FEFA-FFC4-68E825020600}"/>
          </ac:picMkLst>
        </pc:picChg>
        <pc:picChg chg="add mod">
          <ac:chgData name="Diego Raul Guerrero Anaya" userId="0ce4d9aa-8e9a-49aa-b0f2-d17a32a3775a" providerId="ADAL" clId="{DE868590-9F2C-4B03-9C62-B181C19ADC6C}" dt="2026-01-05T15:55:24.444" v="176" actId="1076"/>
          <ac:picMkLst>
            <pc:docMk/>
            <pc:sldMk cId="3244617191" sldId="354"/>
            <ac:picMk id="24" creationId="{471607A9-05FE-C6D4-FF35-68237A7F4494}"/>
          </ac:picMkLst>
        </pc:picChg>
      </pc:sldChg>
      <pc:sldChg chg="modSp mod">
        <pc:chgData name="Diego Raul Guerrero Anaya" userId="0ce4d9aa-8e9a-49aa-b0f2-d17a32a3775a" providerId="ADAL" clId="{DE868590-9F2C-4B03-9C62-B181C19ADC6C}" dt="2026-01-05T18:14:23.568" v="1564" actId="20577"/>
        <pc:sldMkLst>
          <pc:docMk/>
          <pc:sldMk cId="111384307" sldId="361"/>
        </pc:sldMkLst>
        <pc:spChg chg="mod">
          <ac:chgData name="Diego Raul Guerrero Anaya" userId="0ce4d9aa-8e9a-49aa-b0f2-d17a32a3775a" providerId="ADAL" clId="{DE868590-9F2C-4B03-9C62-B181C19ADC6C}" dt="2026-01-05T18:13:37.991" v="1556" actId="20577"/>
          <ac:spMkLst>
            <pc:docMk/>
            <pc:sldMk cId="111384307" sldId="361"/>
            <ac:spMk id="3" creationId="{5B71B624-8335-4512-DA4C-EF7EE64FF616}"/>
          </ac:spMkLst>
        </pc:spChg>
        <pc:spChg chg="mod">
          <ac:chgData name="Diego Raul Guerrero Anaya" userId="0ce4d9aa-8e9a-49aa-b0f2-d17a32a3775a" providerId="ADAL" clId="{DE868590-9F2C-4B03-9C62-B181C19ADC6C}" dt="2026-01-05T18:13:55.849" v="1557"/>
          <ac:spMkLst>
            <pc:docMk/>
            <pc:sldMk cId="111384307" sldId="361"/>
            <ac:spMk id="5" creationId="{0DFFE4B8-13FB-ABB0-BFBC-74FFCE8618FA}"/>
          </ac:spMkLst>
        </pc:spChg>
        <pc:spChg chg="mod">
          <ac:chgData name="Diego Raul Guerrero Anaya" userId="0ce4d9aa-8e9a-49aa-b0f2-d17a32a3775a" providerId="ADAL" clId="{DE868590-9F2C-4B03-9C62-B181C19ADC6C}" dt="2026-01-05T18:14:23.568" v="1564" actId="20577"/>
          <ac:spMkLst>
            <pc:docMk/>
            <pc:sldMk cId="111384307" sldId="361"/>
            <ac:spMk id="7" creationId="{20EE4ACA-59EE-FFEC-19FE-E9C36071562E}"/>
          </ac:spMkLst>
        </pc:spChg>
      </pc:sldChg>
      <pc:sldChg chg="addSp delSp modSp mod">
        <pc:chgData name="Diego Raul Guerrero Anaya" userId="0ce4d9aa-8e9a-49aa-b0f2-d17a32a3775a" providerId="ADAL" clId="{DE868590-9F2C-4B03-9C62-B181C19ADC6C}" dt="2026-01-05T18:08:15.934" v="1484" actId="20577"/>
        <pc:sldMkLst>
          <pc:docMk/>
          <pc:sldMk cId="3135349836" sldId="378"/>
        </pc:sldMkLst>
        <pc:spChg chg="add mod">
          <ac:chgData name="Diego Raul Guerrero Anaya" userId="0ce4d9aa-8e9a-49aa-b0f2-d17a32a3775a" providerId="ADAL" clId="{DE868590-9F2C-4B03-9C62-B181C19ADC6C}" dt="2026-01-05T17:23:23.157" v="881" actId="1076"/>
          <ac:spMkLst>
            <pc:docMk/>
            <pc:sldMk cId="3135349836" sldId="378"/>
            <ac:spMk id="5" creationId="{5B68A462-BE41-31A8-69FF-D6173D3A9E61}"/>
          </ac:spMkLst>
        </pc:spChg>
        <pc:spChg chg="mod">
          <ac:chgData name="Diego Raul Guerrero Anaya" userId="0ce4d9aa-8e9a-49aa-b0f2-d17a32a3775a" providerId="ADAL" clId="{DE868590-9F2C-4B03-9C62-B181C19ADC6C}" dt="2026-01-05T18:08:15.934" v="1484" actId="20577"/>
          <ac:spMkLst>
            <pc:docMk/>
            <pc:sldMk cId="3135349836" sldId="378"/>
            <ac:spMk id="12" creationId="{CA99E943-61C2-001F-2E86-6BB504A8BCA5}"/>
          </ac:spMkLst>
        </pc:spChg>
        <pc:spChg chg="add mod">
          <ac:chgData name="Diego Raul Guerrero Anaya" userId="0ce4d9aa-8e9a-49aa-b0f2-d17a32a3775a" providerId="ADAL" clId="{DE868590-9F2C-4B03-9C62-B181C19ADC6C}" dt="2026-01-05T17:23:23.157" v="881" actId="1076"/>
          <ac:spMkLst>
            <pc:docMk/>
            <pc:sldMk cId="3135349836" sldId="378"/>
            <ac:spMk id="13" creationId="{54795BA1-49BB-0171-9D95-F942997D9C2A}"/>
          </ac:spMkLst>
        </pc:spChg>
        <pc:spChg chg="add mod">
          <ac:chgData name="Diego Raul Guerrero Anaya" userId="0ce4d9aa-8e9a-49aa-b0f2-d17a32a3775a" providerId="ADAL" clId="{DE868590-9F2C-4B03-9C62-B181C19ADC6C}" dt="2026-01-05T17:23:23.157" v="881" actId="1076"/>
          <ac:spMkLst>
            <pc:docMk/>
            <pc:sldMk cId="3135349836" sldId="378"/>
            <ac:spMk id="15" creationId="{909DFE53-A330-5FD4-90DF-4AD23706C566}"/>
          </ac:spMkLst>
        </pc:spChg>
        <pc:spChg chg="mod">
          <ac:chgData name="Diego Raul Guerrero Anaya" userId="0ce4d9aa-8e9a-49aa-b0f2-d17a32a3775a" providerId="ADAL" clId="{DE868590-9F2C-4B03-9C62-B181C19ADC6C}" dt="2026-01-05T17:22:18.438" v="866" actId="20577"/>
          <ac:spMkLst>
            <pc:docMk/>
            <pc:sldMk cId="3135349836" sldId="378"/>
            <ac:spMk id="19" creationId="{AAF4DEE6-769C-B912-0714-4AF45BCDF5A3}"/>
          </ac:spMkLst>
        </pc:spChg>
        <pc:spChg chg="add mod">
          <ac:chgData name="Diego Raul Guerrero Anaya" userId="0ce4d9aa-8e9a-49aa-b0f2-d17a32a3775a" providerId="ADAL" clId="{DE868590-9F2C-4B03-9C62-B181C19ADC6C}" dt="2026-01-05T17:23:23.157" v="881" actId="1076"/>
          <ac:spMkLst>
            <pc:docMk/>
            <pc:sldMk cId="3135349836" sldId="378"/>
            <ac:spMk id="30" creationId="{4EA3768D-C34F-7753-3AC1-CC0E4DB63584}"/>
          </ac:spMkLst>
        </pc:spChg>
        <pc:spChg chg="mod">
          <ac:chgData name="Diego Raul Guerrero Anaya" userId="0ce4d9aa-8e9a-49aa-b0f2-d17a32a3775a" providerId="ADAL" clId="{DE868590-9F2C-4B03-9C62-B181C19ADC6C}" dt="2026-01-05T17:23:30.749" v="882" actId="1076"/>
          <ac:spMkLst>
            <pc:docMk/>
            <pc:sldMk cId="3135349836" sldId="378"/>
            <ac:spMk id="31" creationId="{29C5ECE4-EA9C-AB55-6217-E09024B4BBC3}"/>
          </ac:spMkLst>
        </pc:spChg>
        <pc:spChg chg="add mod">
          <ac:chgData name="Diego Raul Guerrero Anaya" userId="0ce4d9aa-8e9a-49aa-b0f2-d17a32a3775a" providerId="ADAL" clId="{DE868590-9F2C-4B03-9C62-B181C19ADC6C}" dt="2026-01-05T17:23:23.157" v="881" actId="1076"/>
          <ac:spMkLst>
            <pc:docMk/>
            <pc:sldMk cId="3135349836" sldId="378"/>
            <ac:spMk id="33" creationId="{AFECAEE7-967D-5965-21F7-A23A2BE42051}"/>
          </ac:spMkLst>
        </pc:spChg>
        <pc:spChg chg="mod">
          <ac:chgData name="Diego Raul Guerrero Anaya" userId="0ce4d9aa-8e9a-49aa-b0f2-d17a32a3775a" providerId="ADAL" clId="{DE868590-9F2C-4B03-9C62-B181C19ADC6C}" dt="2026-01-05T17:23:30.749" v="882" actId="1076"/>
          <ac:spMkLst>
            <pc:docMk/>
            <pc:sldMk cId="3135349836" sldId="378"/>
            <ac:spMk id="34" creationId="{E05B9B16-CC31-890A-EB18-C198391ACA87}"/>
          </ac:spMkLst>
        </pc:spChg>
        <pc:graphicFrameChg chg="mod">
          <ac:chgData name="Diego Raul Guerrero Anaya" userId="0ce4d9aa-8e9a-49aa-b0f2-d17a32a3775a" providerId="ADAL" clId="{DE868590-9F2C-4B03-9C62-B181C19ADC6C}" dt="2026-01-05T17:23:30.749" v="882" actId="1076"/>
          <ac:graphicFrameMkLst>
            <pc:docMk/>
            <pc:sldMk cId="3135349836" sldId="378"/>
            <ac:graphicFrameMk id="21" creationId="{9953217C-18DA-CBB4-48A3-E9B18F19458C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7:22:15.802" v="864" actId="1076"/>
          <ac:picMkLst>
            <pc:docMk/>
            <pc:sldMk cId="3135349836" sldId="378"/>
            <ac:picMk id="2" creationId="{8DB508A3-CDE3-A29D-191F-317F7790430B}"/>
          </ac:picMkLst>
        </pc:picChg>
        <pc:picChg chg="add mod">
          <ac:chgData name="Diego Raul Guerrero Anaya" userId="0ce4d9aa-8e9a-49aa-b0f2-d17a32a3775a" providerId="ADAL" clId="{DE868590-9F2C-4B03-9C62-B181C19ADC6C}" dt="2026-01-05T17:23:23.157" v="881" actId="1076"/>
          <ac:picMkLst>
            <pc:docMk/>
            <pc:sldMk cId="3135349836" sldId="378"/>
            <ac:picMk id="3" creationId="{98F474C2-0FBE-B9EF-7020-4B6E4CB10BE4}"/>
          </ac:picMkLst>
        </pc:picChg>
        <pc:picChg chg="add mod">
          <ac:chgData name="Diego Raul Guerrero Anaya" userId="0ce4d9aa-8e9a-49aa-b0f2-d17a32a3775a" providerId="ADAL" clId="{DE868590-9F2C-4B03-9C62-B181C19ADC6C}" dt="2026-01-05T17:23:23.157" v="881" actId="1076"/>
          <ac:picMkLst>
            <pc:docMk/>
            <pc:sldMk cId="3135349836" sldId="378"/>
            <ac:picMk id="6" creationId="{A64803BB-9162-77DC-4670-75352309EE32}"/>
          </ac:picMkLst>
        </pc:picChg>
        <pc:picChg chg="add mod">
          <ac:chgData name="Diego Raul Guerrero Anaya" userId="0ce4d9aa-8e9a-49aa-b0f2-d17a32a3775a" providerId="ADAL" clId="{DE868590-9F2C-4B03-9C62-B181C19ADC6C}" dt="2026-01-05T17:23:23.157" v="881" actId="1076"/>
          <ac:picMkLst>
            <pc:docMk/>
            <pc:sldMk cId="3135349836" sldId="378"/>
            <ac:picMk id="14" creationId="{BF613827-8FDC-2F7C-E0CC-952EB2120BFC}"/>
          </ac:picMkLst>
        </pc:picChg>
        <pc:picChg chg="add mod">
          <ac:chgData name="Diego Raul Guerrero Anaya" userId="0ce4d9aa-8e9a-49aa-b0f2-d17a32a3775a" providerId="ADAL" clId="{DE868590-9F2C-4B03-9C62-B181C19ADC6C}" dt="2026-01-05T17:23:23.157" v="881" actId="1076"/>
          <ac:picMkLst>
            <pc:docMk/>
            <pc:sldMk cId="3135349836" sldId="378"/>
            <ac:picMk id="16" creationId="{16C962D5-089F-7DE9-C065-D43C5D4B9881}"/>
          </ac:picMkLst>
        </pc:picChg>
        <pc:picChg chg="add mod">
          <ac:chgData name="Diego Raul Guerrero Anaya" userId="0ce4d9aa-8e9a-49aa-b0f2-d17a32a3775a" providerId="ADAL" clId="{DE868590-9F2C-4B03-9C62-B181C19ADC6C}" dt="2026-01-05T17:23:23.157" v="881" actId="1076"/>
          <ac:picMkLst>
            <pc:docMk/>
            <pc:sldMk cId="3135349836" sldId="378"/>
            <ac:picMk id="32" creationId="{4F1C8090-BA06-D129-15E3-8F80784136DA}"/>
          </ac:picMkLst>
        </pc:picChg>
        <pc:picChg chg="add mod">
          <ac:chgData name="Diego Raul Guerrero Anaya" userId="0ce4d9aa-8e9a-49aa-b0f2-d17a32a3775a" providerId="ADAL" clId="{DE868590-9F2C-4B03-9C62-B181C19ADC6C}" dt="2026-01-05T17:24:27.867" v="886" actId="1076"/>
          <ac:picMkLst>
            <pc:docMk/>
            <pc:sldMk cId="3135349836" sldId="378"/>
            <ac:picMk id="37" creationId="{7D2A547A-9DF9-B042-D501-4B1575F326D8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6:10:05.810" v="390" actId="1076"/>
        <pc:sldMkLst>
          <pc:docMk/>
          <pc:sldMk cId="3231623758" sldId="379"/>
        </pc:sldMkLst>
        <pc:spChg chg="mod">
          <ac:chgData name="Diego Raul Guerrero Anaya" userId="0ce4d9aa-8e9a-49aa-b0f2-d17a32a3775a" providerId="ADAL" clId="{DE868590-9F2C-4B03-9C62-B181C19ADC6C}" dt="2026-01-05T16:10:05.810" v="390" actId="1076"/>
          <ac:spMkLst>
            <pc:docMk/>
            <pc:sldMk cId="3231623758" sldId="379"/>
            <ac:spMk id="3" creationId="{EC78A946-812D-AACC-F9D6-6E0EB8E2D2AA}"/>
          </ac:spMkLst>
        </pc:spChg>
        <pc:spChg chg="mod">
          <ac:chgData name="Diego Raul Guerrero Anaya" userId="0ce4d9aa-8e9a-49aa-b0f2-d17a32a3775a" providerId="ADAL" clId="{DE868590-9F2C-4B03-9C62-B181C19ADC6C}" dt="2026-01-05T16:10:05.810" v="390" actId="1076"/>
          <ac:spMkLst>
            <pc:docMk/>
            <pc:sldMk cId="3231623758" sldId="379"/>
            <ac:spMk id="18" creationId="{FB1B2FE3-5A21-7072-5A93-D55ED8223954}"/>
          </ac:spMkLst>
        </pc:spChg>
        <pc:spChg chg="mod">
          <ac:chgData name="Diego Raul Guerrero Anaya" userId="0ce4d9aa-8e9a-49aa-b0f2-d17a32a3775a" providerId="ADAL" clId="{DE868590-9F2C-4B03-9C62-B181C19ADC6C}" dt="2026-01-05T16:00:57.537" v="286" actId="20577"/>
          <ac:spMkLst>
            <pc:docMk/>
            <pc:sldMk cId="3231623758" sldId="379"/>
            <ac:spMk id="30" creationId="{66A5E136-7154-3260-1737-F7AE658A220B}"/>
          </ac:spMkLst>
        </pc:spChg>
        <pc:picChg chg="add mod">
          <ac:chgData name="Diego Raul Guerrero Anaya" userId="0ce4d9aa-8e9a-49aa-b0f2-d17a32a3775a" providerId="ADAL" clId="{DE868590-9F2C-4B03-9C62-B181C19ADC6C}" dt="2026-01-05T16:09:58.010" v="389" actId="14100"/>
          <ac:picMkLst>
            <pc:docMk/>
            <pc:sldMk cId="3231623758" sldId="379"/>
            <ac:picMk id="2" creationId="{117F936B-0C79-FCAC-D4A6-F613178A755A}"/>
          </ac:picMkLst>
        </pc:picChg>
      </pc:sldChg>
      <pc:sldChg chg="modSp mod">
        <pc:chgData name="Diego Raul Guerrero Anaya" userId="0ce4d9aa-8e9a-49aa-b0f2-d17a32a3775a" providerId="ADAL" clId="{DE868590-9F2C-4B03-9C62-B181C19ADC6C}" dt="2026-01-05T16:32:30.786" v="748" actId="20577"/>
        <pc:sldMkLst>
          <pc:docMk/>
          <pc:sldMk cId="4030159341" sldId="389"/>
        </pc:sldMkLst>
        <pc:spChg chg="mod">
          <ac:chgData name="Diego Raul Guerrero Anaya" userId="0ce4d9aa-8e9a-49aa-b0f2-d17a32a3775a" providerId="ADAL" clId="{DE868590-9F2C-4B03-9C62-B181C19ADC6C}" dt="2026-01-05T16:31:58.264" v="724" actId="20577"/>
          <ac:spMkLst>
            <pc:docMk/>
            <pc:sldMk cId="4030159341" sldId="389"/>
            <ac:spMk id="3" creationId="{90CC7BA8-462E-3CE8-E3A4-EA533E1CD942}"/>
          </ac:spMkLst>
        </pc:spChg>
        <pc:spChg chg="mod">
          <ac:chgData name="Diego Raul Guerrero Anaya" userId="0ce4d9aa-8e9a-49aa-b0f2-d17a32a3775a" providerId="ADAL" clId="{DE868590-9F2C-4B03-9C62-B181C19ADC6C}" dt="2026-01-05T16:32:17.092" v="746" actId="20577"/>
          <ac:spMkLst>
            <pc:docMk/>
            <pc:sldMk cId="4030159341" sldId="389"/>
            <ac:spMk id="5" creationId="{F222933C-BA12-E063-5BCF-E0BE2956583D}"/>
          </ac:spMkLst>
        </pc:spChg>
        <pc:spChg chg="mod">
          <ac:chgData name="Diego Raul Guerrero Anaya" userId="0ce4d9aa-8e9a-49aa-b0f2-d17a32a3775a" providerId="ADAL" clId="{DE868590-9F2C-4B03-9C62-B181C19ADC6C}" dt="2026-01-05T16:32:30.786" v="748" actId="20577"/>
          <ac:spMkLst>
            <pc:docMk/>
            <pc:sldMk cId="4030159341" sldId="389"/>
            <ac:spMk id="7" creationId="{7C36C4AD-C372-41E2-ECDF-7124B0517EF8}"/>
          </ac:spMkLst>
        </pc:spChg>
      </pc:sldChg>
      <pc:sldChg chg="modSp mod">
        <pc:chgData name="Diego Raul Guerrero Anaya" userId="0ce4d9aa-8e9a-49aa-b0f2-d17a32a3775a" providerId="ADAL" clId="{DE868590-9F2C-4B03-9C62-B181C19ADC6C}" dt="2026-01-05T16:33:38.821" v="775" actId="20577"/>
        <pc:sldMkLst>
          <pc:docMk/>
          <pc:sldMk cId="1788796161" sldId="391"/>
        </pc:sldMkLst>
        <pc:spChg chg="mod">
          <ac:chgData name="Diego Raul Guerrero Anaya" userId="0ce4d9aa-8e9a-49aa-b0f2-d17a32a3775a" providerId="ADAL" clId="{DE868590-9F2C-4B03-9C62-B181C19ADC6C}" dt="2026-01-05T16:33:15.004" v="755" actId="1076"/>
          <ac:spMkLst>
            <pc:docMk/>
            <pc:sldMk cId="1788796161" sldId="391"/>
            <ac:spMk id="2" creationId="{686F0888-5E27-713B-1857-BD0F78FCE666}"/>
          </ac:spMkLst>
        </pc:spChg>
        <pc:spChg chg="mod">
          <ac:chgData name="Diego Raul Guerrero Anaya" userId="0ce4d9aa-8e9a-49aa-b0f2-d17a32a3775a" providerId="ADAL" clId="{DE868590-9F2C-4B03-9C62-B181C19ADC6C}" dt="2026-01-05T16:33:38.821" v="775" actId="20577"/>
          <ac:spMkLst>
            <pc:docMk/>
            <pc:sldMk cId="1788796161" sldId="391"/>
            <ac:spMk id="3" creationId="{45E01CB2-7ED7-CEE3-6ED6-1BBA43CC1EF5}"/>
          </ac:spMkLst>
        </pc:spChg>
        <pc:spChg chg="mod">
          <ac:chgData name="Diego Raul Guerrero Anaya" userId="0ce4d9aa-8e9a-49aa-b0f2-d17a32a3775a" providerId="ADAL" clId="{DE868590-9F2C-4B03-9C62-B181C19ADC6C}" dt="2026-01-05T16:33:08.591" v="754"/>
          <ac:spMkLst>
            <pc:docMk/>
            <pc:sldMk cId="1788796161" sldId="391"/>
            <ac:spMk id="10" creationId="{33F78E47-312C-F2CF-99FD-7B996F479A9B}"/>
          </ac:spMkLst>
        </pc:spChg>
      </pc:sldChg>
      <pc:sldChg chg="addSp delSp modSp mod ord">
        <pc:chgData name="Diego Raul Guerrero Anaya" userId="0ce4d9aa-8e9a-49aa-b0f2-d17a32a3775a" providerId="ADAL" clId="{DE868590-9F2C-4B03-9C62-B181C19ADC6C}" dt="2026-01-05T16:34:48.125" v="783" actId="1076"/>
        <pc:sldMkLst>
          <pc:docMk/>
          <pc:sldMk cId="2889885394" sldId="393"/>
        </pc:sldMkLst>
        <pc:spChg chg="mod">
          <ac:chgData name="Diego Raul Guerrero Anaya" userId="0ce4d9aa-8e9a-49aa-b0f2-d17a32a3775a" providerId="ADAL" clId="{DE868590-9F2C-4B03-9C62-B181C19ADC6C}" dt="2026-01-05T16:34:48.125" v="783" actId="1076"/>
          <ac:spMkLst>
            <pc:docMk/>
            <pc:sldMk cId="2889885394" sldId="393"/>
            <ac:spMk id="5" creationId="{5F4B3431-ADDB-9B07-01A0-603BABF886AF}"/>
          </ac:spMkLst>
        </pc:spChg>
        <pc:spChg chg="mod">
          <ac:chgData name="Diego Raul Guerrero Anaya" userId="0ce4d9aa-8e9a-49aa-b0f2-d17a32a3775a" providerId="ADAL" clId="{DE868590-9F2C-4B03-9C62-B181C19ADC6C}" dt="2026-01-05T16:03:53.831" v="330" actId="313"/>
          <ac:spMkLst>
            <pc:docMk/>
            <pc:sldMk cId="2889885394" sldId="393"/>
            <ac:spMk id="6" creationId="{3430025F-DFB5-1990-FC5D-6361A82D3CB5}"/>
          </ac:spMkLst>
        </pc:spChg>
        <pc:spChg chg="mod">
          <ac:chgData name="Diego Raul Guerrero Anaya" userId="0ce4d9aa-8e9a-49aa-b0f2-d17a32a3775a" providerId="ADAL" clId="{DE868590-9F2C-4B03-9C62-B181C19ADC6C}" dt="2026-01-05T16:03:34.186" v="326" actId="1076"/>
          <ac:spMkLst>
            <pc:docMk/>
            <pc:sldMk cId="2889885394" sldId="393"/>
            <ac:spMk id="12" creationId="{89FDEE15-832F-919D-5FED-35FBCA31F2B7}"/>
          </ac:spMkLst>
        </pc:spChg>
        <pc:spChg chg="mod">
          <ac:chgData name="Diego Raul Guerrero Anaya" userId="0ce4d9aa-8e9a-49aa-b0f2-d17a32a3775a" providerId="ADAL" clId="{DE868590-9F2C-4B03-9C62-B181C19ADC6C}" dt="2026-01-05T16:01:06.873" v="297" actId="20577"/>
          <ac:spMkLst>
            <pc:docMk/>
            <pc:sldMk cId="2889885394" sldId="393"/>
            <ac:spMk id="30" creationId="{BCCC925C-A107-9CC2-0BA2-288C63F96D2A}"/>
          </ac:spMkLst>
        </pc:spChg>
        <pc:graphicFrameChg chg="mod">
          <ac:chgData name="Diego Raul Guerrero Anaya" userId="0ce4d9aa-8e9a-49aa-b0f2-d17a32a3775a" providerId="ADAL" clId="{DE868590-9F2C-4B03-9C62-B181C19ADC6C}" dt="2026-01-05T16:34:48.125" v="783" actId="1076"/>
          <ac:graphicFrameMkLst>
            <pc:docMk/>
            <pc:sldMk cId="2889885394" sldId="393"/>
            <ac:graphicFrameMk id="16" creationId="{5EB91BBA-EABF-7F97-8D44-9CA20AB5F038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02:05.771" v="305" actId="1076"/>
          <ac:picMkLst>
            <pc:docMk/>
            <pc:sldMk cId="2889885394" sldId="393"/>
            <ac:picMk id="3" creationId="{A16DEFB9-26E1-323B-9B69-2EC9C44D8AB2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7:56:10.560" v="1257" actId="1076"/>
        <pc:sldMkLst>
          <pc:docMk/>
          <pc:sldMk cId="4191660484" sldId="398"/>
        </pc:sldMkLst>
        <pc:spChg chg="mod">
          <ac:chgData name="Diego Raul Guerrero Anaya" userId="0ce4d9aa-8e9a-49aa-b0f2-d17a32a3775a" providerId="ADAL" clId="{DE868590-9F2C-4B03-9C62-B181C19ADC6C}" dt="2026-01-05T17:34:01.769" v="1236" actId="20577"/>
          <ac:spMkLst>
            <pc:docMk/>
            <pc:sldMk cId="4191660484" sldId="398"/>
            <ac:spMk id="3" creationId="{0E2745FE-A0F9-27E0-71F2-773BAF3F720B}"/>
          </ac:spMkLst>
        </pc:spChg>
        <pc:spChg chg="add mod">
          <ac:chgData name="Diego Raul Guerrero Anaya" userId="0ce4d9aa-8e9a-49aa-b0f2-d17a32a3775a" providerId="ADAL" clId="{DE868590-9F2C-4B03-9C62-B181C19ADC6C}" dt="2026-01-05T17:34:52.959" v="1252" actId="20577"/>
          <ac:spMkLst>
            <pc:docMk/>
            <pc:sldMk cId="4191660484" sldId="398"/>
            <ac:spMk id="4" creationId="{A829D2C5-B8EB-20AF-0002-57F8E1599B07}"/>
          </ac:spMkLst>
        </pc:spChg>
        <pc:spChg chg="mod">
          <ac:chgData name="Diego Raul Guerrero Anaya" userId="0ce4d9aa-8e9a-49aa-b0f2-d17a32a3775a" providerId="ADAL" clId="{DE868590-9F2C-4B03-9C62-B181C19ADC6C}" dt="2026-01-05T17:34:17.594" v="1239" actId="20577"/>
          <ac:spMkLst>
            <pc:docMk/>
            <pc:sldMk cId="4191660484" sldId="398"/>
            <ac:spMk id="7" creationId="{A49F2CA2-9CE3-D419-32BB-88B456FF0B65}"/>
          </ac:spMkLst>
        </pc:spChg>
        <pc:spChg chg="add mod">
          <ac:chgData name="Diego Raul Guerrero Anaya" userId="0ce4d9aa-8e9a-49aa-b0f2-d17a32a3775a" providerId="ADAL" clId="{DE868590-9F2C-4B03-9C62-B181C19ADC6C}" dt="2026-01-05T17:34:33.076" v="1240"/>
          <ac:spMkLst>
            <pc:docMk/>
            <pc:sldMk cId="4191660484" sldId="398"/>
            <ac:spMk id="11" creationId="{0E817EA1-A0D5-7B29-17C2-4283AFCEAAC6}"/>
          </ac:spMkLst>
        </pc:spChg>
        <pc:graphicFrameChg chg="add mod">
          <ac:chgData name="Diego Raul Guerrero Anaya" userId="0ce4d9aa-8e9a-49aa-b0f2-d17a32a3775a" providerId="ADAL" clId="{DE868590-9F2C-4B03-9C62-B181C19ADC6C}" dt="2026-01-05T17:34:58.064" v="1253" actId="1076"/>
          <ac:graphicFrameMkLst>
            <pc:docMk/>
            <pc:sldMk cId="4191660484" sldId="398"/>
            <ac:graphicFrameMk id="12" creationId="{C19F78FB-322C-3091-0141-CED58396C451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7:56:10.560" v="1257" actId="1076"/>
          <ac:picMkLst>
            <pc:docMk/>
            <pc:sldMk cId="4191660484" sldId="398"/>
            <ac:picMk id="13" creationId="{31C84A89-5AE6-85C6-F783-2D03B4BDB8E4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9T17:37:13.075" v="2109" actId="20577"/>
        <pc:sldMkLst>
          <pc:docMk/>
          <pc:sldMk cId="1402810735" sldId="399"/>
        </pc:sldMkLst>
        <pc:spChg chg="mod">
          <ac:chgData name="Diego Raul Guerrero Anaya" userId="0ce4d9aa-8e9a-49aa-b0f2-d17a32a3775a" providerId="ADAL" clId="{DE868590-9F2C-4B03-9C62-B181C19ADC6C}" dt="2026-01-09T17:37:13.075" v="2109" actId="20577"/>
          <ac:spMkLst>
            <pc:docMk/>
            <pc:sldMk cId="1402810735" sldId="399"/>
            <ac:spMk id="2" creationId="{2B51FC17-FAFA-CCAF-8F68-255ED13F0C92}"/>
          </ac:spMkLst>
        </pc:spChg>
        <pc:spChg chg="mod">
          <ac:chgData name="Diego Raul Guerrero Anaya" userId="0ce4d9aa-8e9a-49aa-b0f2-d17a32a3775a" providerId="ADAL" clId="{DE868590-9F2C-4B03-9C62-B181C19ADC6C}" dt="2026-01-05T17:57:20.705" v="1270" actId="20577"/>
          <ac:spMkLst>
            <pc:docMk/>
            <pc:sldMk cId="1402810735" sldId="399"/>
            <ac:spMk id="3" creationId="{9CC63C1B-15C6-38F0-DFCC-D05E89BDF3B7}"/>
          </ac:spMkLst>
        </pc:spChg>
        <pc:spChg chg="add mod">
          <ac:chgData name="Diego Raul Guerrero Anaya" userId="0ce4d9aa-8e9a-49aa-b0f2-d17a32a3775a" providerId="ADAL" clId="{DE868590-9F2C-4B03-9C62-B181C19ADC6C}" dt="2026-01-05T18:00:57.321" v="1315" actId="20577"/>
          <ac:spMkLst>
            <pc:docMk/>
            <pc:sldMk cId="1402810735" sldId="399"/>
            <ac:spMk id="7" creationId="{532F875D-65A1-9D05-6F94-2155A048ADA3}"/>
          </ac:spMkLst>
        </pc:spChg>
        <pc:spChg chg="add mod">
          <ac:chgData name="Diego Raul Guerrero Anaya" userId="0ce4d9aa-8e9a-49aa-b0f2-d17a32a3775a" providerId="ADAL" clId="{DE868590-9F2C-4B03-9C62-B181C19ADC6C}" dt="2026-01-05T17:59:03.023" v="1312"/>
          <ac:spMkLst>
            <pc:docMk/>
            <pc:sldMk cId="1402810735" sldId="399"/>
            <ac:spMk id="11" creationId="{FB8941FB-E62B-F508-399F-E9695C3CFEBD}"/>
          </ac:spMkLst>
        </pc:spChg>
        <pc:spChg chg="mod">
          <ac:chgData name="Diego Raul Guerrero Anaya" userId="0ce4d9aa-8e9a-49aa-b0f2-d17a32a3775a" providerId="ADAL" clId="{DE868590-9F2C-4B03-9C62-B181C19ADC6C}" dt="2026-01-05T17:57:31.740" v="1273" actId="20577"/>
          <ac:spMkLst>
            <pc:docMk/>
            <pc:sldMk cId="1402810735" sldId="399"/>
            <ac:spMk id="14" creationId="{1565E58F-2F0B-F305-4892-FC848228E513}"/>
          </ac:spMkLst>
        </pc:spChg>
        <pc:graphicFrameChg chg="add mod">
          <ac:chgData name="Diego Raul Guerrero Anaya" userId="0ce4d9aa-8e9a-49aa-b0f2-d17a32a3775a" providerId="ADAL" clId="{DE868590-9F2C-4B03-9C62-B181C19ADC6C}" dt="2026-01-05T18:01:19.823" v="1322" actId="1076"/>
          <ac:graphicFrameMkLst>
            <pc:docMk/>
            <pc:sldMk cId="1402810735" sldId="399"/>
            <ac:graphicFrameMk id="12" creationId="{642EF539-93C7-51A8-4C13-F39CA6ECAC40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7:58:01.395" v="1277" actId="1076"/>
          <ac:picMkLst>
            <pc:docMk/>
            <pc:sldMk cId="1402810735" sldId="399"/>
            <ac:picMk id="4" creationId="{C773F30F-9609-4EF9-8301-971C1C1E62C5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6:34:16.318" v="778" actId="1076"/>
        <pc:sldMkLst>
          <pc:docMk/>
          <pc:sldMk cId="614563841" sldId="415"/>
        </pc:sldMkLst>
        <pc:spChg chg="mod">
          <ac:chgData name="Diego Raul Guerrero Anaya" userId="0ce4d9aa-8e9a-49aa-b0f2-d17a32a3775a" providerId="ADAL" clId="{DE868590-9F2C-4B03-9C62-B181C19ADC6C}" dt="2026-01-05T16:34:16.318" v="778" actId="1076"/>
          <ac:spMkLst>
            <pc:docMk/>
            <pc:sldMk cId="614563841" sldId="415"/>
            <ac:spMk id="5" creationId="{BDAA7DD9-A67A-4648-D53F-32B7D2FFF2B5}"/>
          </ac:spMkLst>
        </pc:spChg>
        <pc:spChg chg="mod">
          <ac:chgData name="Diego Raul Guerrero Anaya" userId="0ce4d9aa-8e9a-49aa-b0f2-d17a32a3775a" providerId="ADAL" clId="{DE868590-9F2C-4B03-9C62-B181C19ADC6C}" dt="2026-01-05T16:16:30.275" v="567" actId="14100"/>
          <ac:spMkLst>
            <pc:docMk/>
            <pc:sldMk cId="614563841" sldId="415"/>
            <ac:spMk id="6" creationId="{F23FFA70-4AA2-24C1-069F-6B943C10B4EF}"/>
          </ac:spMkLst>
        </pc:spChg>
        <pc:spChg chg="mod">
          <ac:chgData name="Diego Raul Guerrero Anaya" userId="0ce4d9aa-8e9a-49aa-b0f2-d17a32a3775a" providerId="ADAL" clId="{DE868590-9F2C-4B03-9C62-B181C19ADC6C}" dt="2026-01-05T16:16:32.571" v="569" actId="14100"/>
          <ac:spMkLst>
            <pc:docMk/>
            <pc:sldMk cId="614563841" sldId="415"/>
            <ac:spMk id="12" creationId="{99C185CD-5DB2-93ED-6053-E733EB1329BE}"/>
          </ac:spMkLst>
        </pc:spChg>
        <pc:spChg chg="mod">
          <ac:chgData name="Diego Raul Guerrero Anaya" userId="0ce4d9aa-8e9a-49aa-b0f2-d17a32a3775a" providerId="ADAL" clId="{DE868590-9F2C-4B03-9C62-B181C19ADC6C}" dt="2026-01-05T16:15:43.480" v="560" actId="20577"/>
          <ac:spMkLst>
            <pc:docMk/>
            <pc:sldMk cId="614563841" sldId="415"/>
            <ac:spMk id="30" creationId="{CA1F2FAE-8B57-0936-8041-655FB74C56F2}"/>
          </ac:spMkLst>
        </pc:spChg>
        <pc:graphicFrameChg chg="mod">
          <ac:chgData name="Diego Raul Guerrero Anaya" userId="0ce4d9aa-8e9a-49aa-b0f2-d17a32a3775a" providerId="ADAL" clId="{DE868590-9F2C-4B03-9C62-B181C19ADC6C}" dt="2026-01-05T16:34:16.318" v="778" actId="1076"/>
          <ac:graphicFrameMkLst>
            <pc:docMk/>
            <pc:sldMk cId="614563841" sldId="415"/>
            <ac:graphicFrameMk id="16" creationId="{A488469C-CDB4-9117-CFE5-B89CF9AD9FC7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16:07.035" v="564" actId="1076"/>
          <ac:picMkLst>
            <pc:docMk/>
            <pc:sldMk cId="614563841" sldId="415"/>
            <ac:picMk id="3" creationId="{B85E5A86-4829-E95E-7385-D6EDAC4FF288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6:34:33.076" v="781" actId="1076"/>
        <pc:sldMkLst>
          <pc:docMk/>
          <pc:sldMk cId="3022745139" sldId="417"/>
        </pc:sldMkLst>
        <pc:spChg chg="add mod">
          <ac:chgData name="Diego Raul Guerrero Anaya" userId="0ce4d9aa-8e9a-49aa-b0f2-d17a32a3775a" providerId="ADAL" clId="{DE868590-9F2C-4B03-9C62-B181C19ADC6C}" dt="2026-01-05T16:27:52.094" v="691"/>
          <ac:spMkLst>
            <pc:docMk/>
            <pc:sldMk cId="3022745139" sldId="417"/>
            <ac:spMk id="3" creationId="{24B4EE7E-0863-8DE3-AA61-9830BE34C5D2}"/>
          </ac:spMkLst>
        </pc:spChg>
        <pc:spChg chg="add mod">
          <ac:chgData name="Diego Raul Guerrero Anaya" userId="0ce4d9aa-8e9a-49aa-b0f2-d17a32a3775a" providerId="ADAL" clId="{DE868590-9F2C-4B03-9C62-B181C19ADC6C}" dt="2026-01-05T16:28:05.506" v="693" actId="20577"/>
          <ac:spMkLst>
            <pc:docMk/>
            <pc:sldMk cId="3022745139" sldId="417"/>
            <ac:spMk id="10" creationId="{4BD9DDA3-0140-FCD1-EF5C-3B8EA02BF87D}"/>
          </ac:spMkLst>
        </pc:spChg>
        <pc:spChg chg="mod">
          <ac:chgData name="Diego Raul Guerrero Anaya" userId="0ce4d9aa-8e9a-49aa-b0f2-d17a32a3775a" providerId="ADAL" clId="{DE868590-9F2C-4B03-9C62-B181C19ADC6C}" dt="2026-01-05T16:28:16.129" v="708" actId="20577"/>
          <ac:spMkLst>
            <pc:docMk/>
            <pc:sldMk cId="3022745139" sldId="417"/>
            <ac:spMk id="15" creationId="{81891B2A-DC93-9773-588F-E503B23E7FEE}"/>
          </ac:spMkLst>
        </pc:spChg>
        <pc:spChg chg="add mod">
          <ac:chgData name="Diego Raul Guerrero Anaya" userId="0ce4d9aa-8e9a-49aa-b0f2-d17a32a3775a" providerId="ADAL" clId="{DE868590-9F2C-4B03-9C62-B181C19ADC6C}" dt="2026-01-05T16:34:33.076" v="781" actId="1076"/>
          <ac:spMkLst>
            <pc:docMk/>
            <pc:sldMk cId="3022745139" sldId="417"/>
            <ac:spMk id="17" creationId="{B7E0EF9C-537E-5760-96A7-CE04E7A219E1}"/>
          </ac:spMkLst>
        </pc:spChg>
        <pc:spChg chg="mod">
          <ac:chgData name="Diego Raul Guerrero Anaya" userId="0ce4d9aa-8e9a-49aa-b0f2-d17a32a3775a" providerId="ADAL" clId="{DE868590-9F2C-4B03-9C62-B181C19ADC6C}" dt="2026-01-05T16:27:28.292" v="689" actId="20577"/>
          <ac:spMkLst>
            <pc:docMk/>
            <pc:sldMk cId="3022745139" sldId="417"/>
            <ac:spMk id="30" creationId="{0A14C277-3661-EC58-9034-A266DCA8A5D9}"/>
          </ac:spMkLst>
        </pc:spChg>
        <pc:graphicFrameChg chg="add mod">
          <ac:chgData name="Diego Raul Guerrero Anaya" userId="0ce4d9aa-8e9a-49aa-b0f2-d17a32a3775a" providerId="ADAL" clId="{DE868590-9F2C-4B03-9C62-B181C19ADC6C}" dt="2026-01-05T16:34:33.076" v="781" actId="1076"/>
          <ac:graphicFrameMkLst>
            <pc:docMk/>
            <pc:sldMk cId="3022745139" sldId="417"/>
            <ac:graphicFrameMk id="18" creationId="{6EAF5020-2E7E-82B3-35B4-7E079C0E91C2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27:52.094" v="691"/>
          <ac:picMkLst>
            <pc:docMk/>
            <pc:sldMk cId="3022745139" sldId="417"/>
            <ac:picMk id="14" creationId="{0E45100D-757D-08A1-7E8E-EF2FBE61DCAF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8:05:47.101" v="1433" actId="20577"/>
        <pc:sldMkLst>
          <pc:docMk/>
          <pc:sldMk cId="832973231" sldId="419"/>
        </pc:sldMkLst>
        <pc:spChg chg="mod">
          <ac:chgData name="Diego Raul Guerrero Anaya" userId="0ce4d9aa-8e9a-49aa-b0f2-d17a32a3775a" providerId="ADAL" clId="{DE868590-9F2C-4B03-9C62-B181C19ADC6C}" dt="2026-01-05T18:04:21.912" v="1396" actId="20577"/>
          <ac:spMkLst>
            <pc:docMk/>
            <pc:sldMk cId="832973231" sldId="419"/>
            <ac:spMk id="3" creationId="{1A41E931-A346-1F4E-21EA-085246D6B7DF}"/>
          </ac:spMkLst>
        </pc:spChg>
        <pc:spChg chg="mod">
          <ac:chgData name="Diego Raul Guerrero Anaya" userId="0ce4d9aa-8e9a-49aa-b0f2-d17a32a3775a" providerId="ADAL" clId="{DE868590-9F2C-4B03-9C62-B181C19ADC6C}" dt="2026-01-05T18:05:47.101" v="1433" actId="20577"/>
          <ac:spMkLst>
            <pc:docMk/>
            <pc:sldMk cId="832973231" sldId="419"/>
            <ac:spMk id="5" creationId="{3C0A9DD0-76B8-C5FA-0194-C6F9BBAD8723}"/>
          </ac:spMkLst>
        </pc:spChg>
        <pc:spChg chg="mod">
          <ac:chgData name="Diego Raul Guerrero Anaya" userId="0ce4d9aa-8e9a-49aa-b0f2-d17a32a3775a" providerId="ADAL" clId="{DE868590-9F2C-4B03-9C62-B181C19ADC6C}" dt="2026-01-05T18:02:41.031" v="1345" actId="20577"/>
          <ac:spMkLst>
            <pc:docMk/>
            <pc:sldMk cId="832973231" sldId="419"/>
            <ac:spMk id="7" creationId="{F18C0FEB-B1EF-8F9C-5FFE-58E4F944BBEA}"/>
          </ac:spMkLst>
        </pc:spChg>
        <pc:spChg chg="add mod">
          <ac:chgData name="Diego Raul Guerrero Anaya" userId="0ce4d9aa-8e9a-49aa-b0f2-d17a32a3775a" providerId="ADAL" clId="{DE868590-9F2C-4B03-9C62-B181C19ADC6C}" dt="2026-01-05T18:03:16.636" v="1362" actId="20577"/>
          <ac:spMkLst>
            <pc:docMk/>
            <pc:sldMk cId="832973231" sldId="419"/>
            <ac:spMk id="11" creationId="{F9966C62-E72F-1BDE-2BA0-01B2D537C388}"/>
          </ac:spMkLst>
        </pc:spChg>
        <pc:spChg chg="add mod">
          <ac:chgData name="Diego Raul Guerrero Anaya" userId="0ce4d9aa-8e9a-49aa-b0f2-d17a32a3775a" providerId="ADAL" clId="{DE868590-9F2C-4B03-9C62-B181C19ADC6C}" dt="2026-01-05T18:03:09.526" v="1355"/>
          <ac:spMkLst>
            <pc:docMk/>
            <pc:sldMk cId="832973231" sldId="419"/>
            <ac:spMk id="12" creationId="{14502521-10FB-513B-C36C-068D8C3F501B}"/>
          </ac:spMkLst>
        </pc:spChg>
        <pc:graphicFrameChg chg="add mod">
          <ac:chgData name="Diego Raul Guerrero Anaya" userId="0ce4d9aa-8e9a-49aa-b0f2-d17a32a3775a" providerId="ADAL" clId="{DE868590-9F2C-4B03-9C62-B181C19ADC6C}" dt="2026-01-05T18:03:31.673" v="1369" actId="1076"/>
          <ac:graphicFrameMkLst>
            <pc:docMk/>
            <pc:sldMk cId="832973231" sldId="419"/>
            <ac:graphicFrameMk id="13" creationId="{598BF01E-6D3E-D89A-7A26-610C78F6E132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8:02:22.712" v="1342" actId="1076"/>
          <ac:picMkLst>
            <pc:docMk/>
            <pc:sldMk cId="832973231" sldId="419"/>
            <ac:picMk id="4" creationId="{60021CBB-CEA7-F394-74AD-3CA339A3BBC2}"/>
          </ac:picMkLst>
        </pc:picChg>
      </pc:sldChg>
      <pc:sldChg chg="addSp delSp modSp mod">
        <pc:chgData name="Diego Raul Guerrero Anaya" userId="0ce4d9aa-8e9a-49aa-b0f2-d17a32a3775a" providerId="ADAL" clId="{DE868590-9F2C-4B03-9C62-B181C19ADC6C}" dt="2026-01-05T18:07:57.199" v="1478" actId="20577"/>
        <pc:sldMkLst>
          <pc:docMk/>
          <pc:sldMk cId="3424735541" sldId="421"/>
        </pc:sldMkLst>
        <pc:spChg chg="mod">
          <ac:chgData name="Diego Raul Guerrero Anaya" userId="0ce4d9aa-8e9a-49aa-b0f2-d17a32a3775a" providerId="ADAL" clId="{DE868590-9F2C-4B03-9C62-B181C19ADC6C}" dt="2026-01-05T18:07:43.159" v="1475" actId="20577"/>
          <ac:spMkLst>
            <pc:docMk/>
            <pc:sldMk cId="3424735541" sldId="421"/>
            <ac:spMk id="3" creationId="{40D3D79F-D951-5092-92BD-7516AF33A047}"/>
          </ac:spMkLst>
        </pc:spChg>
        <pc:spChg chg="add mod">
          <ac:chgData name="Diego Raul Guerrero Anaya" userId="0ce4d9aa-8e9a-49aa-b0f2-d17a32a3775a" providerId="ADAL" clId="{DE868590-9F2C-4B03-9C62-B181C19ADC6C}" dt="2026-01-05T18:07:28.791" v="1447"/>
          <ac:spMkLst>
            <pc:docMk/>
            <pc:sldMk cId="3424735541" sldId="421"/>
            <ac:spMk id="7" creationId="{656F2D4A-F7FE-77A8-656A-11A66F175425}"/>
          </ac:spMkLst>
        </pc:spChg>
        <pc:spChg chg="add mod">
          <ac:chgData name="Diego Raul Guerrero Anaya" userId="0ce4d9aa-8e9a-49aa-b0f2-d17a32a3775a" providerId="ADAL" clId="{DE868590-9F2C-4B03-9C62-B181C19ADC6C}" dt="2026-01-05T18:07:28.791" v="1447"/>
          <ac:spMkLst>
            <pc:docMk/>
            <pc:sldMk cId="3424735541" sldId="421"/>
            <ac:spMk id="11" creationId="{E7826ECB-F685-1889-B281-B932F78A3AD9}"/>
          </ac:spMkLst>
        </pc:spChg>
        <pc:spChg chg="mod">
          <ac:chgData name="Diego Raul Guerrero Anaya" userId="0ce4d9aa-8e9a-49aa-b0f2-d17a32a3775a" providerId="ADAL" clId="{DE868590-9F2C-4B03-9C62-B181C19ADC6C}" dt="2026-01-05T18:07:57.199" v="1478" actId="20577"/>
          <ac:spMkLst>
            <pc:docMk/>
            <pc:sldMk cId="3424735541" sldId="421"/>
            <ac:spMk id="14" creationId="{7CCF8FF6-1B5E-574E-2C52-7C31631F6CA0}"/>
          </ac:spMkLst>
        </pc:spChg>
        <pc:graphicFrameChg chg="add mod">
          <ac:chgData name="Diego Raul Guerrero Anaya" userId="0ce4d9aa-8e9a-49aa-b0f2-d17a32a3775a" providerId="ADAL" clId="{DE868590-9F2C-4B03-9C62-B181C19ADC6C}" dt="2026-01-05T18:07:28.791" v="1447"/>
          <ac:graphicFrameMkLst>
            <pc:docMk/>
            <pc:sldMk cId="3424735541" sldId="421"/>
            <ac:graphicFrameMk id="12" creationId="{6EAB1BD1-3581-504B-3352-C25477B2F743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8:07:13.968" v="1446" actId="1076"/>
          <ac:picMkLst>
            <pc:docMk/>
            <pc:sldMk cId="3424735541" sldId="421"/>
            <ac:picMk id="6" creationId="{3AE94D9E-4720-1AEE-3EB1-CFD1FDCFC512}"/>
          </ac:picMkLst>
        </pc:picChg>
      </pc:sldChg>
      <pc:sldChg chg="addSp delSp modSp del mod">
        <pc:chgData name="Diego Raul Guerrero Anaya" userId="0ce4d9aa-8e9a-49aa-b0f2-d17a32a3775a" providerId="ADAL" clId="{DE868590-9F2C-4B03-9C62-B181C19ADC6C}" dt="2026-01-09T18:26:22.076" v="2110" actId="2696"/>
        <pc:sldMkLst>
          <pc:docMk/>
          <pc:sldMk cId="1588003111" sldId="424"/>
        </pc:sldMkLst>
      </pc:sldChg>
      <pc:sldChg chg="addSp delSp modSp mod">
        <pc:chgData name="Diego Raul Guerrero Anaya" userId="0ce4d9aa-8e9a-49aa-b0f2-d17a32a3775a" providerId="ADAL" clId="{DE868590-9F2C-4B03-9C62-B181C19ADC6C}" dt="2026-01-05T18:13:13.170" v="1549"/>
        <pc:sldMkLst>
          <pc:docMk/>
          <pc:sldMk cId="342598186" sldId="425"/>
        </pc:sldMkLst>
        <pc:spChg chg="mod">
          <ac:chgData name="Diego Raul Guerrero Anaya" userId="0ce4d9aa-8e9a-49aa-b0f2-d17a32a3775a" providerId="ADAL" clId="{DE868590-9F2C-4B03-9C62-B181C19ADC6C}" dt="2026-01-05T18:12:20.868" v="1543" actId="20577"/>
          <ac:spMkLst>
            <pc:docMk/>
            <pc:sldMk cId="342598186" sldId="425"/>
            <ac:spMk id="3" creationId="{D784C140-4A51-7306-3503-01E521742EF0}"/>
          </ac:spMkLst>
        </pc:spChg>
        <pc:spChg chg="add mod">
          <ac:chgData name="Diego Raul Guerrero Anaya" userId="0ce4d9aa-8e9a-49aa-b0f2-d17a32a3775a" providerId="ADAL" clId="{DE868590-9F2C-4B03-9C62-B181C19ADC6C}" dt="2026-01-05T18:13:03.227" v="1548" actId="20577"/>
          <ac:spMkLst>
            <pc:docMk/>
            <pc:sldMk cId="342598186" sldId="425"/>
            <ac:spMk id="4" creationId="{083AAA8C-61BD-7E81-9FC4-5BC0655A1099}"/>
          </ac:spMkLst>
        </pc:spChg>
        <pc:spChg chg="add mod">
          <ac:chgData name="Diego Raul Guerrero Anaya" userId="0ce4d9aa-8e9a-49aa-b0f2-d17a32a3775a" providerId="ADAL" clId="{DE868590-9F2C-4B03-9C62-B181C19ADC6C}" dt="2026-01-05T18:12:49.020" v="1545"/>
          <ac:spMkLst>
            <pc:docMk/>
            <pc:sldMk cId="342598186" sldId="425"/>
            <ac:spMk id="7" creationId="{0B6D7474-AA42-EBBF-277C-EAB94D47E0D9}"/>
          </ac:spMkLst>
        </pc:spChg>
        <pc:spChg chg="add mod">
          <ac:chgData name="Diego Raul Guerrero Anaya" userId="0ce4d9aa-8e9a-49aa-b0f2-d17a32a3775a" providerId="ADAL" clId="{DE868590-9F2C-4B03-9C62-B181C19ADC6C}" dt="2026-01-05T18:13:13.170" v="1549"/>
          <ac:spMkLst>
            <pc:docMk/>
            <pc:sldMk cId="342598186" sldId="425"/>
            <ac:spMk id="12" creationId="{8F5E26FD-0B6B-7078-E238-B327770F9319}"/>
          </ac:spMkLst>
        </pc:spChg>
        <pc:spChg chg="add mod">
          <ac:chgData name="Diego Raul Guerrero Anaya" userId="0ce4d9aa-8e9a-49aa-b0f2-d17a32a3775a" providerId="ADAL" clId="{DE868590-9F2C-4B03-9C62-B181C19ADC6C}" dt="2026-01-05T18:13:13.170" v="1549"/>
          <ac:spMkLst>
            <pc:docMk/>
            <pc:sldMk cId="342598186" sldId="425"/>
            <ac:spMk id="13" creationId="{01966D63-DF05-6677-12C3-757198261443}"/>
          </ac:spMkLst>
        </pc:spChg>
        <pc:graphicFrameChg chg="add mod">
          <ac:chgData name="Diego Raul Guerrero Anaya" userId="0ce4d9aa-8e9a-49aa-b0f2-d17a32a3775a" providerId="ADAL" clId="{DE868590-9F2C-4B03-9C62-B181C19ADC6C}" dt="2026-01-05T18:13:13.170" v="1549"/>
          <ac:graphicFrameMkLst>
            <pc:docMk/>
            <pc:sldMk cId="342598186" sldId="425"/>
            <ac:graphicFrameMk id="15" creationId="{D5909C9E-5B44-6BE9-2775-97E47555E895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8:12:49.020" v="1545"/>
          <ac:picMkLst>
            <pc:docMk/>
            <pc:sldMk cId="342598186" sldId="425"/>
            <ac:picMk id="11" creationId="{5DB5C615-9635-73AA-333F-93E06866D3BF}"/>
          </ac:picMkLst>
        </pc:picChg>
      </pc:sldChg>
      <pc:sldChg chg="modSp mod">
        <pc:chgData name="Diego Raul Guerrero Anaya" userId="0ce4d9aa-8e9a-49aa-b0f2-d17a32a3775a" providerId="ADAL" clId="{DE868590-9F2C-4B03-9C62-B181C19ADC6C}" dt="2026-01-05T18:18:00.031" v="1670" actId="20577"/>
        <pc:sldMkLst>
          <pc:docMk/>
          <pc:sldMk cId="2995309444" sldId="426"/>
        </pc:sldMkLst>
        <pc:spChg chg="mod">
          <ac:chgData name="Diego Raul Guerrero Anaya" userId="0ce4d9aa-8e9a-49aa-b0f2-d17a32a3775a" providerId="ADAL" clId="{DE868590-9F2C-4B03-9C62-B181C19ADC6C}" dt="2026-01-05T18:17:20.197" v="1661" actId="20577"/>
          <ac:spMkLst>
            <pc:docMk/>
            <pc:sldMk cId="2995309444" sldId="426"/>
            <ac:spMk id="3" creationId="{FD1F7406-A52E-83AE-7C6F-FCA8BE1FDAE4}"/>
          </ac:spMkLst>
        </pc:spChg>
        <pc:spChg chg="mod">
          <ac:chgData name="Diego Raul Guerrero Anaya" userId="0ce4d9aa-8e9a-49aa-b0f2-d17a32a3775a" providerId="ADAL" clId="{DE868590-9F2C-4B03-9C62-B181C19ADC6C}" dt="2026-01-05T18:17:32.185" v="1662"/>
          <ac:spMkLst>
            <pc:docMk/>
            <pc:sldMk cId="2995309444" sldId="426"/>
            <ac:spMk id="5" creationId="{4063C00C-E261-3657-B453-7232F5411119}"/>
          </ac:spMkLst>
        </pc:spChg>
        <pc:spChg chg="mod">
          <ac:chgData name="Diego Raul Guerrero Anaya" userId="0ce4d9aa-8e9a-49aa-b0f2-d17a32a3775a" providerId="ADAL" clId="{DE868590-9F2C-4B03-9C62-B181C19ADC6C}" dt="2026-01-05T18:18:00.031" v="1670" actId="20577"/>
          <ac:spMkLst>
            <pc:docMk/>
            <pc:sldMk cId="2995309444" sldId="426"/>
            <ac:spMk id="7" creationId="{1595DA60-60A8-55A6-E7F8-BF942B25DBB6}"/>
          </ac:spMkLst>
        </pc:spChg>
      </pc:sldChg>
      <pc:sldChg chg="addSp delSp modSp add mod">
        <pc:chgData name="Diego Raul Guerrero Anaya" userId="0ce4d9aa-8e9a-49aa-b0f2-d17a32a3775a" providerId="ADAL" clId="{DE868590-9F2C-4B03-9C62-B181C19ADC6C}" dt="2026-01-05T16:34:01.132" v="776" actId="1076"/>
        <pc:sldMkLst>
          <pc:docMk/>
          <pc:sldMk cId="1758374368" sldId="427"/>
        </pc:sldMkLst>
        <pc:spChg chg="mod">
          <ac:chgData name="Diego Raul Guerrero Anaya" userId="0ce4d9aa-8e9a-49aa-b0f2-d17a32a3775a" providerId="ADAL" clId="{DE868590-9F2C-4B03-9C62-B181C19ADC6C}" dt="2026-01-05T16:34:01.132" v="776" actId="1076"/>
          <ac:spMkLst>
            <pc:docMk/>
            <pc:sldMk cId="1758374368" sldId="427"/>
            <ac:spMk id="5" creationId="{048CFCF7-1402-AEDE-8586-9268F6EDF2FB}"/>
          </ac:spMkLst>
        </pc:spChg>
        <pc:spChg chg="mod">
          <ac:chgData name="Diego Raul Guerrero Anaya" userId="0ce4d9aa-8e9a-49aa-b0f2-d17a32a3775a" providerId="ADAL" clId="{DE868590-9F2C-4B03-9C62-B181C19ADC6C}" dt="2026-01-05T16:08:34.490" v="383" actId="20577"/>
          <ac:spMkLst>
            <pc:docMk/>
            <pc:sldMk cId="1758374368" sldId="427"/>
            <ac:spMk id="6" creationId="{DC6FEC9A-D30D-4496-B661-41705A2272B2}"/>
          </ac:spMkLst>
        </pc:spChg>
        <pc:spChg chg="mod">
          <ac:chgData name="Diego Raul Guerrero Anaya" userId="0ce4d9aa-8e9a-49aa-b0f2-d17a32a3775a" providerId="ADAL" clId="{DE868590-9F2C-4B03-9C62-B181C19ADC6C}" dt="2026-01-05T16:08:42.708" v="384" actId="1076"/>
          <ac:spMkLst>
            <pc:docMk/>
            <pc:sldMk cId="1758374368" sldId="427"/>
            <ac:spMk id="12" creationId="{52163F79-9C4B-6A7A-3F16-B9F2BD442F98}"/>
          </ac:spMkLst>
        </pc:spChg>
        <pc:spChg chg="mod">
          <ac:chgData name="Diego Raul Guerrero Anaya" userId="0ce4d9aa-8e9a-49aa-b0f2-d17a32a3775a" providerId="ADAL" clId="{DE868590-9F2C-4B03-9C62-B181C19ADC6C}" dt="2026-01-05T16:04:38.202" v="351" actId="20577"/>
          <ac:spMkLst>
            <pc:docMk/>
            <pc:sldMk cId="1758374368" sldId="427"/>
            <ac:spMk id="30" creationId="{6172F401-AC72-8199-9915-40F81CB509C4}"/>
          </ac:spMkLst>
        </pc:spChg>
        <pc:graphicFrameChg chg="add del mod">
          <ac:chgData name="Diego Raul Guerrero Anaya" userId="0ce4d9aa-8e9a-49aa-b0f2-d17a32a3775a" providerId="ADAL" clId="{DE868590-9F2C-4B03-9C62-B181C19ADC6C}" dt="2026-01-05T16:34:01.132" v="776" actId="1076"/>
          <ac:graphicFrameMkLst>
            <pc:docMk/>
            <pc:sldMk cId="1758374368" sldId="427"/>
            <ac:graphicFrameMk id="16" creationId="{BBE1F1CE-B080-160A-830A-CF5BFCF0BE29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06:47.781" v="355" actId="1076"/>
          <ac:picMkLst>
            <pc:docMk/>
            <pc:sldMk cId="1758374368" sldId="427"/>
            <ac:picMk id="2" creationId="{82E13926-41C3-3142-25F5-A407FB651D68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1-05T16:17:53.554" v="590" actId="1076"/>
        <pc:sldMkLst>
          <pc:docMk/>
          <pc:sldMk cId="3698658373" sldId="428"/>
        </pc:sldMkLst>
        <pc:spChg chg="mod">
          <ac:chgData name="Diego Raul Guerrero Anaya" userId="0ce4d9aa-8e9a-49aa-b0f2-d17a32a3775a" providerId="ADAL" clId="{DE868590-9F2C-4B03-9C62-B181C19ADC6C}" dt="2026-01-05T16:17:53.554" v="590" actId="1076"/>
          <ac:spMkLst>
            <pc:docMk/>
            <pc:sldMk cId="3698658373" sldId="428"/>
            <ac:spMk id="5" creationId="{E0E6D8AE-14D6-231F-1DF3-C1CA07AB476F}"/>
          </ac:spMkLst>
        </pc:spChg>
        <pc:spChg chg="mod">
          <ac:chgData name="Diego Raul Guerrero Anaya" userId="0ce4d9aa-8e9a-49aa-b0f2-d17a32a3775a" providerId="ADAL" clId="{DE868590-9F2C-4B03-9C62-B181C19ADC6C}" dt="2026-01-05T16:12:44.175" v="492" actId="20577"/>
          <ac:spMkLst>
            <pc:docMk/>
            <pc:sldMk cId="3698658373" sldId="428"/>
            <ac:spMk id="6" creationId="{48DF1038-F4EC-6C2D-9EDD-51606CDE8B18}"/>
          </ac:spMkLst>
        </pc:spChg>
        <pc:spChg chg="mod">
          <ac:chgData name="Diego Raul Guerrero Anaya" userId="0ce4d9aa-8e9a-49aa-b0f2-d17a32a3775a" providerId="ADAL" clId="{DE868590-9F2C-4B03-9C62-B181C19ADC6C}" dt="2026-01-05T16:11:39.770" v="413" actId="20577"/>
          <ac:spMkLst>
            <pc:docMk/>
            <pc:sldMk cId="3698658373" sldId="428"/>
            <ac:spMk id="12" creationId="{81D55E1F-7EBC-D914-741B-EAB3E1713FB9}"/>
          </ac:spMkLst>
        </pc:spChg>
        <pc:spChg chg="mod">
          <ac:chgData name="Diego Raul Guerrero Anaya" userId="0ce4d9aa-8e9a-49aa-b0f2-d17a32a3775a" providerId="ADAL" clId="{DE868590-9F2C-4B03-9C62-B181C19ADC6C}" dt="2026-01-05T16:10:30.837" v="406" actId="20577"/>
          <ac:spMkLst>
            <pc:docMk/>
            <pc:sldMk cId="3698658373" sldId="428"/>
            <ac:spMk id="30" creationId="{23CDC65A-AF67-CC39-93E3-AB8C7A3D4B0B}"/>
          </ac:spMkLst>
        </pc:spChg>
        <pc:graphicFrameChg chg="mod">
          <ac:chgData name="Diego Raul Guerrero Anaya" userId="0ce4d9aa-8e9a-49aa-b0f2-d17a32a3775a" providerId="ADAL" clId="{DE868590-9F2C-4B03-9C62-B181C19ADC6C}" dt="2026-01-05T16:17:53.554" v="590" actId="1076"/>
          <ac:graphicFrameMkLst>
            <pc:docMk/>
            <pc:sldMk cId="3698658373" sldId="428"/>
            <ac:graphicFrameMk id="16" creationId="{980150D8-C9A0-5C4D-8A14-4C42A9773608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10:53.226" v="411" actId="1076"/>
          <ac:picMkLst>
            <pc:docMk/>
            <pc:sldMk cId="3698658373" sldId="428"/>
            <ac:picMk id="3" creationId="{5283C13A-116D-5041-F731-61BB1C431A6B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1-05T16:34:10.293" v="777" actId="1076"/>
        <pc:sldMkLst>
          <pc:docMk/>
          <pc:sldMk cId="1583593285" sldId="429"/>
        </pc:sldMkLst>
        <pc:spChg chg="mod">
          <ac:chgData name="Diego Raul Guerrero Anaya" userId="0ce4d9aa-8e9a-49aa-b0f2-d17a32a3775a" providerId="ADAL" clId="{DE868590-9F2C-4B03-9C62-B181C19ADC6C}" dt="2026-01-05T16:14:19.661" v="518"/>
          <ac:spMkLst>
            <pc:docMk/>
            <pc:sldMk cId="1583593285" sldId="429"/>
            <ac:spMk id="6" creationId="{272CEC18-3BDC-540B-CDCE-AC2774FA12AE}"/>
          </ac:spMkLst>
        </pc:spChg>
        <pc:spChg chg="add mod">
          <ac:chgData name="Diego Raul Guerrero Anaya" userId="0ce4d9aa-8e9a-49aa-b0f2-d17a32a3775a" providerId="ADAL" clId="{DE868590-9F2C-4B03-9C62-B181C19ADC6C}" dt="2026-01-05T16:34:10.293" v="777" actId="1076"/>
          <ac:spMkLst>
            <pc:docMk/>
            <pc:sldMk cId="1583593285" sldId="429"/>
            <ac:spMk id="10" creationId="{A10BE820-0AE5-BBA4-119F-282F527BF63C}"/>
          </ac:spMkLst>
        </pc:spChg>
        <pc:spChg chg="mod">
          <ac:chgData name="Diego Raul Guerrero Anaya" userId="0ce4d9aa-8e9a-49aa-b0f2-d17a32a3775a" providerId="ADAL" clId="{DE868590-9F2C-4B03-9C62-B181C19ADC6C}" dt="2026-01-05T16:13:39.216" v="513" actId="20577"/>
          <ac:spMkLst>
            <pc:docMk/>
            <pc:sldMk cId="1583593285" sldId="429"/>
            <ac:spMk id="12" creationId="{3E70EAD9-6002-76BB-69A8-B311249A9F90}"/>
          </ac:spMkLst>
        </pc:spChg>
        <pc:spChg chg="mod">
          <ac:chgData name="Diego Raul Guerrero Anaya" userId="0ce4d9aa-8e9a-49aa-b0f2-d17a32a3775a" providerId="ADAL" clId="{DE868590-9F2C-4B03-9C62-B181C19ADC6C}" dt="2026-01-05T16:14:48.096" v="530" actId="20577"/>
          <ac:spMkLst>
            <pc:docMk/>
            <pc:sldMk cId="1583593285" sldId="429"/>
            <ac:spMk id="15" creationId="{B29B5177-AABF-EDC7-6472-2B18A8B6820F}"/>
          </ac:spMkLst>
        </pc:spChg>
        <pc:spChg chg="mod">
          <ac:chgData name="Diego Raul Guerrero Anaya" userId="0ce4d9aa-8e9a-49aa-b0f2-d17a32a3775a" providerId="ADAL" clId="{DE868590-9F2C-4B03-9C62-B181C19ADC6C}" dt="2026-01-05T16:13:27.165" v="511" actId="20577"/>
          <ac:spMkLst>
            <pc:docMk/>
            <pc:sldMk cId="1583593285" sldId="429"/>
            <ac:spMk id="30" creationId="{067B48FD-7802-26F4-C490-DB1F37EF58CD}"/>
          </ac:spMkLst>
        </pc:spChg>
        <pc:graphicFrameChg chg="add mod">
          <ac:chgData name="Diego Raul Guerrero Anaya" userId="0ce4d9aa-8e9a-49aa-b0f2-d17a32a3775a" providerId="ADAL" clId="{DE868590-9F2C-4B03-9C62-B181C19ADC6C}" dt="2026-01-05T16:34:10.293" v="777" actId="1076"/>
          <ac:graphicFrameMkLst>
            <pc:docMk/>
            <pc:sldMk cId="1583593285" sldId="429"/>
            <ac:graphicFrameMk id="14" creationId="{738F610B-25C6-B494-1FBF-E8D6458AA038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14:05.387" v="517" actId="1076"/>
          <ac:picMkLst>
            <pc:docMk/>
            <pc:sldMk cId="1583593285" sldId="429"/>
            <ac:picMk id="2" creationId="{7B91DEA7-B78B-CF5A-9043-79A2E7372A54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1-05T16:34:21.811" v="779" actId="1076"/>
        <pc:sldMkLst>
          <pc:docMk/>
          <pc:sldMk cId="1622042933" sldId="430"/>
        </pc:sldMkLst>
        <pc:spChg chg="mod">
          <ac:chgData name="Diego Raul Guerrero Anaya" userId="0ce4d9aa-8e9a-49aa-b0f2-d17a32a3775a" providerId="ADAL" clId="{DE868590-9F2C-4B03-9C62-B181C19ADC6C}" dt="2026-01-05T16:16:58.940" v="572" actId="20577"/>
          <ac:spMkLst>
            <pc:docMk/>
            <pc:sldMk cId="1622042933" sldId="430"/>
            <ac:spMk id="12" creationId="{CE3E640F-1307-0A8C-6187-C9AB1F78491F}"/>
          </ac:spMkLst>
        </pc:spChg>
        <pc:spChg chg="add mod">
          <ac:chgData name="Diego Raul Guerrero Anaya" userId="0ce4d9aa-8e9a-49aa-b0f2-d17a32a3775a" providerId="ADAL" clId="{DE868590-9F2C-4B03-9C62-B181C19ADC6C}" dt="2026-01-05T16:34:21.811" v="779" actId="1076"/>
          <ac:spMkLst>
            <pc:docMk/>
            <pc:sldMk cId="1622042933" sldId="430"/>
            <ac:spMk id="18" creationId="{246EC09D-263A-1C6C-2046-0FDB8F09FF72}"/>
          </ac:spMkLst>
        </pc:spChg>
        <pc:spChg chg="mod">
          <ac:chgData name="Diego Raul Guerrero Anaya" userId="0ce4d9aa-8e9a-49aa-b0f2-d17a32a3775a" providerId="ADAL" clId="{DE868590-9F2C-4B03-9C62-B181C19ADC6C}" dt="2026-01-05T16:22:37.165" v="597" actId="20577"/>
          <ac:spMkLst>
            <pc:docMk/>
            <pc:sldMk cId="1622042933" sldId="430"/>
            <ac:spMk id="30" creationId="{47EBAC35-D282-F967-BA2B-CA42A0C6F83E}"/>
          </ac:spMkLst>
        </pc:spChg>
        <pc:graphicFrameChg chg="add mod">
          <ac:chgData name="Diego Raul Guerrero Anaya" userId="0ce4d9aa-8e9a-49aa-b0f2-d17a32a3775a" providerId="ADAL" clId="{DE868590-9F2C-4B03-9C62-B181C19ADC6C}" dt="2026-01-05T16:34:21.811" v="779" actId="1076"/>
          <ac:graphicFrameMkLst>
            <pc:docMk/>
            <pc:sldMk cId="1622042933" sldId="430"/>
            <ac:graphicFrameMk id="19" creationId="{D9D8174F-C574-E40B-1286-E94EF062BE04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22:21.836" v="594"/>
          <ac:picMkLst>
            <pc:docMk/>
            <pc:sldMk cId="1622042933" sldId="430"/>
            <ac:picMk id="17" creationId="{940B62C3-87B9-7007-1BFC-587D814FBD66}"/>
          </ac:picMkLst>
        </pc:picChg>
      </pc:sldChg>
      <pc:sldChg chg="addSp delSp modSp add mod ord">
        <pc:chgData name="Diego Raul Guerrero Anaya" userId="0ce4d9aa-8e9a-49aa-b0f2-d17a32a3775a" providerId="ADAL" clId="{DE868590-9F2C-4B03-9C62-B181C19ADC6C}" dt="2026-01-05T16:34:27.453" v="780" actId="1076"/>
        <pc:sldMkLst>
          <pc:docMk/>
          <pc:sldMk cId="901117841" sldId="431"/>
        </pc:sldMkLst>
        <pc:spChg chg="mod">
          <ac:chgData name="Diego Raul Guerrero Anaya" userId="0ce4d9aa-8e9a-49aa-b0f2-d17a32a3775a" providerId="ADAL" clId="{DE868590-9F2C-4B03-9C62-B181C19ADC6C}" dt="2026-01-05T16:34:27.453" v="780" actId="1076"/>
          <ac:spMkLst>
            <pc:docMk/>
            <pc:sldMk cId="901117841" sldId="431"/>
            <ac:spMk id="5" creationId="{FE430649-BBBA-797B-AAAA-B1D88FE56051}"/>
          </ac:spMkLst>
        </pc:spChg>
        <pc:spChg chg="mod">
          <ac:chgData name="Diego Raul Guerrero Anaya" userId="0ce4d9aa-8e9a-49aa-b0f2-d17a32a3775a" providerId="ADAL" clId="{DE868590-9F2C-4B03-9C62-B181C19ADC6C}" dt="2026-01-05T16:26:56.086" v="670" actId="20577"/>
          <ac:spMkLst>
            <pc:docMk/>
            <pc:sldMk cId="901117841" sldId="431"/>
            <ac:spMk id="6" creationId="{917A2336-0F35-9391-7474-5E58FC5FC747}"/>
          </ac:spMkLst>
        </pc:spChg>
        <pc:spChg chg="mod">
          <ac:chgData name="Diego Raul Guerrero Anaya" userId="0ce4d9aa-8e9a-49aa-b0f2-d17a32a3775a" providerId="ADAL" clId="{DE868590-9F2C-4B03-9C62-B181C19ADC6C}" dt="2026-01-05T16:26:59.602" v="671" actId="1076"/>
          <ac:spMkLst>
            <pc:docMk/>
            <pc:sldMk cId="901117841" sldId="431"/>
            <ac:spMk id="12" creationId="{86E437DB-7694-E79E-A38D-972FF02649BE}"/>
          </ac:spMkLst>
        </pc:spChg>
        <pc:spChg chg="mod">
          <ac:chgData name="Diego Raul Guerrero Anaya" userId="0ce4d9aa-8e9a-49aa-b0f2-d17a32a3775a" providerId="ADAL" clId="{DE868590-9F2C-4B03-9C62-B181C19ADC6C}" dt="2026-01-05T16:27:04.032" v="672" actId="313"/>
          <ac:spMkLst>
            <pc:docMk/>
            <pc:sldMk cId="901117841" sldId="431"/>
            <ac:spMk id="15" creationId="{4C6EE183-9570-96DD-CE78-CA1579FD0479}"/>
          </ac:spMkLst>
        </pc:spChg>
        <pc:spChg chg="mod">
          <ac:chgData name="Diego Raul Guerrero Anaya" userId="0ce4d9aa-8e9a-49aa-b0f2-d17a32a3775a" providerId="ADAL" clId="{DE868590-9F2C-4B03-9C62-B181C19ADC6C}" dt="2026-01-05T16:25:32.472" v="631" actId="20577"/>
          <ac:spMkLst>
            <pc:docMk/>
            <pc:sldMk cId="901117841" sldId="431"/>
            <ac:spMk id="30" creationId="{9B30C6BB-94E8-F8B3-58A1-AD57C84161A8}"/>
          </ac:spMkLst>
        </pc:spChg>
        <pc:graphicFrameChg chg="mod">
          <ac:chgData name="Diego Raul Guerrero Anaya" userId="0ce4d9aa-8e9a-49aa-b0f2-d17a32a3775a" providerId="ADAL" clId="{DE868590-9F2C-4B03-9C62-B181C19ADC6C}" dt="2026-01-05T16:34:27.453" v="780" actId="1076"/>
          <ac:graphicFrameMkLst>
            <pc:docMk/>
            <pc:sldMk cId="901117841" sldId="431"/>
            <ac:graphicFrameMk id="16" creationId="{D4C603CC-4F9E-C91D-9D8D-2D0988F6A3F1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6:26:12.833" v="652" actId="1076"/>
          <ac:picMkLst>
            <pc:docMk/>
            <pc:sldMk cId="901117841" sldId="431"/>
            <ac:picMk id="3" creationId="{8F782299-BBD7-722E-9533-A2DEA1C33805}"/>
          </ac:picMkLst>
        </pc:picChg>
      </pc:sldChg>
      <pc:sldChg chg="addSp delSp modSp add mod">
        <pc:chgData name="Diego Raul Guerrero Anaya" userId="0ce4d9aa-8e9a-49aa-b0f2-d17a32a3775a" providerId="ADAL" clId="{DE868590-9F2C-4B03-9C62-B181C19ADC6C}" dt="2026-01-05T18:06:08.286" v="1441" actId="1076"/>
        <pc:sldMkLst>
          <pc:docMk/>
          <pc:sldMk cId="1008245801" sldId="432"/>
        </pc:sldMkLst>
        <pc:spChg chg="mod">
          <ac:chgData name="Diego Raul Guerrero Anaya" userId="0ce4d9aa-8e9a-49aa-b0f2-d17a32a3775a" providerId="ADAL" clId="{DE868590-9F2C-4B03-9C62-B181C19ADC6C}" dt="2026-01-05T18:04:17.501" v="1395" actId="20577"/>
          <ac:spMkLst>
            <pc:docMk/>
            <pc:sldMk cId="1008245801" sldId="432"/>
            <ac:spMk id="3" creationId="{97E09F39-4408-19A7-D842-CF4C9645A557}"/>
          </ac:spMkLst>
        </pc:spChg>
        <pc:spChg chg="mod">
          <ac:chgData name="Diego Raul Guerrero Anaya" userId="0ce4d9aa-8e9a-49aa-b0f2-d17a32a3775a" providerId="ADAL" clId="{DE868590-9F2C-4B03-9C62-B181C19ADC6C}" dt="2026-01-05T18:05:40.372" v="1432" actId="20577"/>
          <ac:spMkLst>
            <pc:docMk/>
            <pc:sldMk cId="1008245801" sldId="432"/>
            <ac:spMk id="5" creationId="{DED69974-CDB9-5C50-8801-1B87EDD7B436}"/>
          </ac:spMkLst>
        </pc:spChg>
        <pc:spChg chg="mod">
          <ac:chgData name="Diego Raul Guerrero Anaya" userId="0ce4d9aa-8e9a-49aa-b0f2-d17a32a3775a" providerId="ADAL" clId="{DE868590-9F2C-4B03-9C62-B181C19ADC6C}" dt="2026-01-05T18:04:57.235" v="1404" actId="20577"/>
          <ac:spMkLst>
            <pc:docMk/>
            <pc:sldMk cId="1008245801" sldId="432"/>
            <ac:spMk id="7" creationId="{2A217ECE-9516-175F-2CD0-1FD6F899948D}"/>
          </ac:spMkLst>
        </pc:spChg>
        <pc:spChg chg="mod">
          <ac:chgData name="Diego Raul Guerrero Anaya" userId="0ce4d9aa-8e9a-49aa-b0f2-d17a32a3775a" providerId="ADAL" clId="{DE868590-9F2C-4B03-9C62-B181C19ADC6C}" dt="2026-01-05T18:06:04.717" v="1440" actId="20577"/>
          <ac:spMkLst>
            <pc:docMk/>
            <pc:sldMk cId="1008245801" sldId="432"/>
            <ac:spMk id="11" creationId="{E3E3CDA7-7247-F21B-C3EA-965AADAF3969}"/>
          </ac:spMkLst>
        </pc:spChg>
        <pc:graphicFrameChg chg="mod">
          <ac:chgData name="Diego Raul Guerrero Anaya" userId="0ce4d9aa-8e9a-49aa-b0f2-d17a32a3775a" providerId="ADAL" clId="{DE868590-9F2C-4B03-9C62-B181C19ADC6C}" dt="2026-01-05T18:06:08.286" v="1441" actId="1076"/>
          <ac:graphicFrameMkLst>
            <pc:docMk/>
            <pc:sldMk cId="1008245801" sldId="432"/>
            <ac:graphicFrameMk id="13" creationId="{3981CE66-AA70-D50D-353A-DC2CC6FED9B6}"/>
          </ac:graphicFrameMkLst>
        </pc:graphicFrameChg>
        <pc:picChg chg="add mod">
          <ac:chgData name="Diego Raul Guerrero Anaya" userId="0ce4d9aa-8e9a-49aa-b0f2-d17a32a3775a" providerId="ADAL" clId="{DE868590-9F2C-4B03-9C62-B181C19ADC6C}" dt="2026-01-05T18:04:42.345" v="1401" actId="1076"/>
          <ac:picMkLst>
            <pc:docMk/>
            <pc:sldMk cId="1008245801" sldId="432"/>
            <ac:picMk id="2" creationId="{5616F070-CDD9-89A1-D4C1-5E55EC32BD4B}"/>
          </ac:picMkLst>
        </pc:picChg>
      </pc:sldChg>
      <pc:sldChg chg="modSp add mod">
        <pc:chgData name="Diego Raul Guerrero Anaya" userId="0ce4d9aa-8e9a-49aa-b0f2-d17a32a3775a" providerId="ADAL" clId="{DE868590-9F2C-4B03-9C62-B181C19ADC6C}" dt="2026-01-05T18:15:28.693" v="1588" actId="1076"/>
        <pc:sldMkLst>
          <pc:docMk/>
          <pc:sldMk cId="253350393" sldId="433"/>
        </pc:sldMkLst>
        <pc:spChg chg="mod">
          <ac:chgData name="Diego Raul Guerrero Anaya" userId="0ce4d9aa-8e9a-49aa-b0f2-d17a32a3775a" providerId="ADAL" clId="{DE868590-9F2C-4B03-9C62-B181C19ADC6C}" dt="2026-01-05T18:14:50.176" v="1580" actId="20577"/>
          <ac:spMkLst>
            <pc:docMk/>
            <pc:sldMk cId="253350393" sldId="433"/>
            <ac:spMk id="3" creationId="{AE0755C9-F902-B34D-6239-108938F65330}"/>
          </ac:spMkLst>
        </pc:spChg>
        <pc:spChg chg="mod">
          <ac:chgData name="Diego Raul Guerrero Anaya" userId="0ce4d9aa-8e9a-49aa-b0f2-d17a32a3775a" providerId="ADAL" clId="{DE868590-9F2C-4B03-9C62-B181C19ADC6C}" dt="2026-01-05T18:15:23.155" v="1587"/>
          <ac:spMkLst>
            <pc:docMk/>
            <pc:sldMk cId="253350393" sldId="433"/>
            <ac:spMk id="5" creationId="{2559819E-5FD5-CE1E-7815-804A3BF6704D}"/>
          </ac:spMkLst>
        </pc:spChg>
        <pc:spChg chg="mod">
          <ac:chgData name="Diego Raul Guerrero Anaya" userId="0ce4d9aa-8e9a-49aa-b0f2-d17a32a3775a" providerId="ADAL" clId="{DE868590-9F2C-4B03-9C62-B181C19ADC6C}" dt="2026-01-05T18:15:28.693" v="1588" actId="1076"/>
          <ac:spMkLst>
            <pc:docMk/>
            <pc:sldMk cId="253350393" sldId="433"/>
            <ac:spMk id="7" creationId="{8AD3FD66-6531-A03D-6E03-3D626C94E529}"/>
          </ac:spMkLst>
        </pc:spChg>
      </pc:sldChg>
      <pc:sldChg chg="modSp add mod">
        <pc:chgData name="Diego Raul Guerrero Anaya" userId="0ce4d9aa-8e9a-49aa-b0f2-d17a32a3775a" providerId="ADAL" clId="{DE868590-9F2C-4B03-9C62-B181C19ADC6C}" dt="2026-01-05T18:16:27.651" v="1620" actId="20577"/>
        <pc:sldMkLst>
          <pc:docMk/>
          <pc:sldMk cId="3020444432" sldId="434"/>
        </pc:sldMkLst>
        <pc:spChg chg="mod">
          <ac:chgData name="Diego Raul Guerrero Anaya" userId="0ce4d9aa-8e9a-49aa-b0f2-d17a32a3775a" providerId="ADAL" clId="{DE868590-9F2C-4B03-9C62-B181C19ADC6C}" dt="2026-01-05T18:15:51.110" v="1611" actId="20577"/>
          <ac:spMkLst>
            <pc:docMk/>
            <pc:sldMk cId="3020444432" sldId="434"/>
            <ac:spMk id="3" creationId="{1D597E10-5E96-5D8D-DD9F-C1458A1A28B3}"/>
          </ac:spMkLst>
        </pc:spChg>
        <pc:spChg chg="mod">
          <ac:chgData name="Diego Raul Guerrero Anaya" userId="0ce4d9aa-8e9a-49aa-b0f2-d17a32a3775a" providerId="ADAL" clId="{DE868590-9F2C-4B03-9C62-B181C19ADC6C}" dt="2026-01-05T18:16:00.618" v="1612"/>
          <ac:spMkLst>
            <pc:docMk/>
            <pc:sldMk cId="3020444432" sldId="434"/>
            <ac:spMk id="5" creationId="{D912ACFD-629D-114F-A84D-596439D33DBA}"/>
          </ac:spMkLst>
        </pc:spChg>
        <pc:spChg chg="mod">
          <ac:chgData name="Diego Raul Guerrero Anaya" userId="0ce4d9aa-8e9a-49aa-b0f2-d17a32a3775a" providerId="ADAL" clId="{DE868590-9F2C-4B03-9C62-B181C19ADC6C}" dt="2026-01-05T18:16:27.651" v="1620" actId="20577"/>
          <ac:spMkLst>
            <pc:docMk/>
            <pc:sldMk cId="3020444432" sldId="434"/>
            <ac:spMk id="7" creationId="{B815BB64-CDEF-C128-136A-F083E56E3E9D}"/>
          </ac:spMkLst>
        </pc:spChg>
      </pc:sldChg>
      <pc:sldChg chg="modSp add mod ord">
        <pc:chgData name="Diego Raul Guerrero Anaya" userId="0ce4d9aa-8e9a-49aa-b0f2-d17a32a3775a" providerId="ADAL" clId="{DE868590-9F2C-4B03-9C62-B181C19ADC6C}" dt="2026-01-05T18:19:44.835" v="1717" actId="20577"/>
        <pc:sldMkLst>
          <pc:docMk/>
          <pc:sldMk cId="3421697405" sldId="435"/>
        </pc:sldMkLst>
        <pc:spChg chg="mod">
          <ac:chgData name="Diego Raul Guerrero Anaya" userId="0ce4d9aa-8e9a-49aa-b0f2-d17a32a3775a" providerId="ADAL" clId="{DE868590-9F2C-4B03-9C62-B181C19ADC6C}" dt="2026-01-05T18:19:44.835" v="1717" actId="20577"/>
          <ac:spMkLst>
            <pc:docMk/>
            <pc:sldMk cId="3421697405" sldId="435"/>
            <ac:spMk id="3" creationId="{D05F71CB-0167-DE82-86CB-D222CB1E628D}"/>
          </ac:spMkLst>
        </pc:spChg>
        <pc:spChg chg="mod">
          <ac:chgData name="Diego Raul Guerrero Anaya" userId="0ce4d9aa-8e9a-49aa-b0f2-d17a32a3775a" providerId="ADAL" clId="{DE868590-9F2C-4B03-9C62-B181C19ADC6C}" dt="2026-01-05T18:19:11.832" v="1688"/>
          <ac:spMkLst>
            <pc:docMk/>
            <pc:sldMk cId="3421697405" sldId="435"/>
            <ac:spMk id="5" creationId="{C38B08CF-4269-8417-9D13-DC9CAB371068}"/>
          </ac:spMkLst>
        </pc:spChg>
        <pc:spChg chg="mod">
          <ac:chgData name="Diego Raul Guerrero Anaya" userId="0ce4d9aa-8e9a-49aa-b0f2-d17a32a3775a" providerId="ADAL" clId="{DE868590-9F2C-4B03-9C62-B181C19ADC6C}" dt="2026-01-05T18:19:17.280" v="1689" actId="1076"/>
          <ac:spMkLst>
            <pc:docMk/>
            <pc:sldMk cId="3421697405" sldId="435"/>
            <ac:spMk id="7" creationId="{19AE3A56-6F50-67B1-EE9B-1F756069B0C9}"/>
          </ac:spMkLst>
        </pc:spChg>
      </pc:sldChg>
      <pc:sldChg chg="modSp add mod">
        <pc:chgData name="Diego Raul Guerrero Anaya" userId="0ce4d9aa-8e9a-49aa-b0f2-d17a32a3775a" providerId="ADAL" clId="{DE868590-9F2C-4B03-9C62-B181C19ADC6C}" dt="2026-01-05T18:20:28.748" v="1723" actId="33524"/>
        <pc:sldMkLst>
          <pc:docMk/>
          <pc:sldMk cId="4050807683" sldId="436"/>
        </pc:sldMkLst>
        <pc:spChg chg="mod">
          <ac:chgData name="Diego Raul Guerrero Anaya" userId="0ce4d9aa-8e9a-49aa-b0f2-d17a32a3775a" providerId="ADAL" clId="{DE868590-9F2C-4B03-9C62-B181C19ADC6C}" dt="2026-01-05T18:19:37.080" v="1706" actId="20577"/>
          <ac:spMkLst>
            <pc:docMk/>
            <pc:sldMk cId="4050807683" sldId="436"/>
            <ac:spMk id="3" creationId="{C6DC0486-F6AC-AE05-C2C2-135864FA8C1E}"/>
          </ac:spMkLst>
        </pc:spChg>
        <pc:spChg chg="mod">
          <ac:chgData name="Diego Raul Guerrero Anaya" userId="0ce4d9aa-8e9a-49aa-b0f2-d17a32a3775a" providerId="ADAL" clId="{DE868590-9F2C-4B03-9C62-B181C19ADC6C}" dt="2026-01-05T18:20:28.748" v="1723" actId="33524"/>
          <ac:spMkLst>
            <pc:docMk/>
            <pc:sldMk cId="4050807683" sldId="436"/>
            <ac:spMk id="5" creationId="{5A5DA805-5B6D-34AD-15B2-324207EED0F8}"/>
          </ac:spMkLst>
        </pc:spChg>
        <pc:spChg chg="mod">
          <ac:chgData name="Diego Raul Guerrero Anaya" userId="0ce4d9aa-8e9a-49aa-b0f2-d17a32a3775a" providerId="ADAL" clId="{DE868590-9F2C-4B03-9C62-B181C19ADC6C}" dt="2026-01-05T18:20:21.440" v="1722" actId="20577"/>
          <ac:spMkLst>
            <pc:docMk/>
            <pc:sldMk cId="4050807683" sldId="436"/>
            <ac:spMk id="7" creationId="{CF9052B9-BE0B-FE50-87A7-95F3AC5EB5A7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95</c:v>
                </c:pt>
                <c:pt idx="1">
                  <c:v>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42-4861-8C75-60E3BE13CF04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42-4861-8C75-60E3BE13CF04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42-4861-8C75-60E3BE13CF04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142-4861-8C75-60E3BE13CF04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142-4861-8C75-60E3BE13CF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3-470E-9944-A5017386BAB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3-470E-9944-A5017386BAB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D3-470E-9944-A5017386BAB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D3-470E-9944-A5017386BAB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64</c:v>
                </c:pt>
                <c:pt idx="1">
                  <c:v>36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D3-470E-9944-A5017386B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3-470E-9944-A5017386BAB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3-470E-9944-A5017386BAB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D3-470E-9944-A5017386BAB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D3-470E-9944-A5017386BAB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96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D3-470E-9944-A5017386B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3-470E-9944-A5017386BAB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3-470E-9944-A5017386BAB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D3-470E-9944-A5017386BAB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D3-470E-9944-A5017386BAB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96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D3-470E-9944-A5017386B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A3-4366-98DD-34FB3F73A33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A3-4366-98DD-34FB3F73A33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BA3-4366-98DD-34FB3F73A33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BA3-4366-98DD-34FB3F73A33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A3-4366-98DD-34FB3F73A3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3-470E-9944-A5017386BAB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3-470E-9944-A5017386BAB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D3-470E-9944-A5017386BAB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D3-470E-9944-A5017386BAB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D3-470E-9944-A5017386B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4B-4DFC-98CE-DB212FF38D85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4B-4DFC-98CE-DB212FF38D85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4B-4DFC-98CE-DB212FF38D85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04B-4DFC-98CE-DB212FF38D85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4B-4DFC-98CE-DB212FF38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CD3-470E-9944-A5017386BAB0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CD3-470E-9944-A5017386BAB0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CD3-470E-9944-A5017386BAB0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CD3-470E-9944-A5017386BAB0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96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CD3-470E-9944-A5017386BA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8E-4039-BD56-408A28BE8CBE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78E-4039-BD56-408A28BE8CBE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78E-4039-BD56-408A28BE8CBE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78E-4039-BD56-408A28BE8CBE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8E-4039-BD56-408A28BE8C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BA-4475-9198-2702789E2E79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BA-4475-9198-2702789E2E79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3BA-4475-9198-2702789E2E79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3BA-4475-9198-2702789E2E79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A-4CAF-AE44-9DF1ECB0DF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AFC-4CD1-81B5-47DE839C2EC4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AFC-4CD1-81B5-47DE839C2EC4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AFC-4CD1-81B5-47DE839C2EC4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AFC-4CD1-81B5-47DE839C2EC4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74</c:v>
                </c:pt>
                <c:pt idx="1">
                  <c:v>26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AFC-4CD1-81B5-47DE839C2E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E3-41EB-86DC-A89C33E3ADB6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E3-41EB-86DC-A89C33E3ADB6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E3-41EB-86DC-A89C33E3ADB6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E3-41EB-86DC-A89C33E3ADB6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E3-41EB-86DC-A89C33E3A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4C-4ECA-90E3-C51EA8E60514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4C-4ECA-90E3-C51EA8E60514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4C-4ECA-90E3-C51EA8E60514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74C-4ECA-90E3-C51EA8E60514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84</c:v>
                </c:pt>
                <c:pt idx="1">
                  <c:v>16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74C-4ECA-90E3-C51EA8E60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3A-4DD1-B669-8B6553A84228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3A-4DD1-B669-8B6553A84228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3A-4DD1-B669-8B6553A84228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3A-4DD1-B669-8B6553A8422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97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A-4DD1-B669-8B6553A84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53A-4DD1-B669-8B6553A84228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53A-4DD1-B669-8B6553A84228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53A-4DD1-B669-8B6553A84228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53A-4DD1-B669-8B6553A84228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93</c:v>
                </c:pt>
                <c:pt idx="1">
                  <c:v>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A-4DD1-B669-8B6553A84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9F-4D1A-B1F9-5B257D075FBA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9F-4D1A-B1F9-5B257D075FBA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9F-4D1A-B1F9-5B257D075FBA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99F-4D1A-B1F9-5B257D075FBA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9F-4D1A-B1F9-5B257D075F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chemeClr val="dk1">
                  <a:tint val="8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095-4BC3-B24D-82D64B57299F}"/>
              </c:ext>
            </c:extLst>
          </c:dPt>
          <c:dPt>
            <c:idx val="1"/>
            <c:bubble3D val="0"/>
            <c:spPr>
              <a:solidFill>
                <a:schemeClr val="dk1">
                  <a:tint val="5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095-4BC3-B24D-82D64B57299F}"/>
              </c:ext>
            </c:extLst>
          </c:dPt>
          <c:dPt>
            <c:idx val="2"/>
            <c:bubble3D val="0"/>
            <c:spPr>
              <a:solidFill>
                <a:schemeClr val="dk1">
                  <a:tint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095-4BC3-B24D-82D64B57299F}"/>
              </c:ext>
            </c:extLst>
          </c:dPt>
          <c:dPt>
            <c:idx val="3"/>
            <c:bubble3D val="0"/>
            <c:spPr>
              <a:solidFill>
                <a:schemeClr val="dk1">
                  <a:tint val="985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095-4BC3-B24D-82D64B57299F}"/>
              </c:ext>
            </c:extLst>
          </c:dPt>
          <c:cat>
            <c:strRef>
              <c:f>Hoja1!$A$2:$A$5</c:f>
              <c:strCache>
                <c:ptCount val="4"/>
                <c:pt idx="0">
                  <c:v>1er trim.</c:v>
                </c:pt>
                <c:pt idx="1">
                  <c:v>2º trim.</c:v>
                </c:pt>
                <c:pt idx="2">
                  <c:v>3er trim.</c:v>
                </c:pt>
                <c:pt idx="3">
                  <c:v>4º trim.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95-4BC3-B24D-82D64B5729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EFB4B-FD0F-477A-B24D-2809953E74D7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85ECE-ACD0-4162-81D4-6AB2045C4D1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6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1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6E411-40DD-4B0A-5168-3C9C3A924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30F8C2-23E1-1574-1FCD-ABA82F83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925683-158D-615B-FA74-945C22707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47F73A-BD4B-585D-3A54-96BE2B8A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85ECE-ACD0-4162-81D4-6AB2045C4D15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642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CEFA-DFB7-4347-27DB-4FEBFAC75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278C7-C559-E1BC-41BB-FA6D23E21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04513F-67EF-01D5-EB2B-0B1B7902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CF3A9C-A675-2083-6266-566B4FC7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BBBCD-5989-C3BC-A034-9B69068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317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63BB-83F4-1488-AAFA-3A1BCF50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2ED79-98A3-28A0-647E-9CCFB12D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4AC606-28FC-48D5-4CDC-ED071E7B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99D14-0038-1F77-CDED-A08ECD1F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D1123-6F26-EFEE-1C08-87365795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79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0C4743-3797-8EF2-54A6-2940A271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DD0B07-F8A5-DC14-18FB-A4E474F5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3B3F7-0121-CE8C-25DB-25F3932D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CC36C-6547-E97B-2DA8-798437B14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F53F5-61E5-F47F-D5E4-4505C797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5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D1600-18E9-3780-C21A-4DA9FF47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7A6EC-91D0-3E68-103B-BCF12881A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ADF4F3-06DE-6D83-7700-ABB40B2E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79D79B-4BD4-6605-4F6D-CCED1A26A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9F05AC-CFCE-9BB7-83C0-CFDCABBC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BAB0A-EF13-2518-5E13-187FC21C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4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5A756-2D08-DC5B-6E75-775C08FF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51D1C4-6D1E-11E3-4FFD-2958ADCAA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0582D3-FA06-662C-CF85-56150FAB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574B67F-FAC7-A2FB-B22A-DCF429E93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BD0DF1-037F-B8E5-6E9C-1C04CFDDE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57F22E-1B69-1ECE-530A-9EF708E8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34BC52-AA33-0C60-B68D-C8834129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12CC42-039D-0DC9-160A-02378CA4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96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D7C3D-9DFE-F065-25B5-BCE0679B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8ADFB9-187B-EA28-D84A-B062DDAE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C3CBF9-B46C-C1BA-C6FF-6C452C4B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85F4E5-EEE4-6487-2D09-A044296D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44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973A7B-A1E0-F895-72AD-3DE739B5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D86808-12FB-21C8-E274-F1D77362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EC0A6B-95FD-A557-589A-2CE02C15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3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D864-8826-7329-51E5-9CD1A0637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9ADB9-885E-7E7B-9A2C-874995668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5B5454-5468-6E6C-8853-960D6D437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CDDAB4-E7A0-1173-7A43-EA615188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CBB48C-4002-A526-C2BB-F2D3D10B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41ECB-8AE1-BB38-EF81-4DBD9326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38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BDC84-9312-37EC-E4FD-86008977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B17A30E-2F86-5B90-A4B1-3A2B5443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E092E0-BCB0-9282-7A3F-F1516474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F91D30-F39C-702D-4BFE-EDCE1E6F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B9C29-71E5-A677-6912-359645AE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09A72A-CA7D-C2AF-B32B-00B7888F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571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04287-89E9-6A06-68B1-B739DFB7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2327C-4C34-B17F-D025-065373711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FDDE24-D2B2-6945-6223-0FAC668D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9A85D8-E75A-716A-5AED-F0F5B7D9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B26EB-3EED-F7C5-D125-13B2BE2A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385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7AFA14-DBF8-5C9D-2DD8-B1BD0E195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47767C-3976-5BB8-F6D7-43B337480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DEF89-245A-A6EA-A491-FA68305E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9CBE9C-176F-8B7D-AA5C-7B353126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6B3040-EFBC-2E04-2044-696B004B7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511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7BE2EC-586A-DD9E-C280-FB23A330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94821B-7E1E-5B88-0C2C-4C14E87C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861983-7AB0-F5B7-4A23-3E7917DA4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EB5A-F4D6-4C7F-84CB-78EC876CF29C}" type="datetimeFigureOut">
              <a:rPr lang="es-CO" smtClean="0"/>
              <a:t>9/01/2026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6E65D-85D1-8556-46A3-C09F89197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145D03-B164-5562-C207-79E7B5F74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D60A8-E10A-460D-94B0-2857B8FB3E8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4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hY_us7N2XYZJKM2QhplbDvK7qkk-qbSu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IKrfKBE2WuFs5WEfD3zqMUQpB-D07aX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9q5vcvn0akOBUqHUIlF59xEEpaZ-MMIF/view?usp=drive_link" TargetMode="External"/><Relationship Id="rId7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file/d/1yrHmLfKlLoMfjOvv2Cmx3kF0PSr0qmH8/view?usp=drive_lin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Zuwxf9w5HZ55b4045baT2JISAfnlx05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eR3xv2iCInRAG0_9zm7abEg711-30K4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image" Target="../media/image13.emf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R81TOnRG-Zml3h4jHse_tSxSrSJTz9zz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chart" Target="../charts/char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_cmuElcUINvCjilNHTEsuuNoyeX5pcWw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image" Target="../media/image13.emf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HbxUV0MmUU0NAQbg_jB9W6yOO1e_KLD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chart" Target="../charts/chart9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image" Target="../media/image14.emf"/><Relationship Id="rId4" Type="http://schemas.openxmlformats.org/officeDocument/2006/relationships/hyperlink" Target="https://drive.google.com/file/d/1ruVL9eicUt73s0YHaprk74ek7a5I5uiJ/view?usp=drive_link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UpFjZ73fc2AnF8wYKE9gm7iYLlAf3LjD/view?usp=drive_link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oOkwxQpw9YwYOoL_nswO8kCgNttLDwCu/view?usp=drive_link" TargetMode="External"/><Relationship Id="rId2" Type="http://schemas.openxmlformats.org/officeDocument/2006/relationships/hyperlink" Target="https://drive.google.com/file/d/1OWGjUzGWnXXHK-x6fzF5F7Kt7H2HKClX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emf"/><Relationship Id="rId4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h76XkKtRLGdW5jfz2y3tKkr9ab0GXMuH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image" Target="../media/image2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zHiVfRkE572FJfWFqPhNvqLeqUcwOzMn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emf"/><Relationship Id="rId4" Type="http://schemas.openxmlformats.org/officeDocument/2006/relationships/chart" Target="../charts/char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zY88zzLLQHFAuzGwocahe1UQ9I3BAnu8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4.xml"/><Relationship Id="rId4" Type="http://schemas.openxmlformats.org/officeDocument/2006/relationships/image" Target="../media/image2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qZMgjh-ApLFbGwiEOSMbPFSaZWIDG5ZE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L9MYvTKvzz5wzRJ5deRQiOVrzg6j1PQt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emf"/><Relationship Id="rId4" Type="http://schemas.openxmlformats.org/officeDocument/2006/relationships/chart" Target="../charts/char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ciefmJ1HIgaQdz0h8bGmRN1RcRu4UZV4/view?usp=drive_link" TargetMode="Externa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7.xml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S-khUlx15wi0Ck_m8BYd0-KLO2z-x_oa/view?usp=drive_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8.x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i58Z2ON2w4jg61-6EtrOnNe6Ki2-4Qf/view?usp=drive_link" TargetMode="External"/><Relationship Id="rId2" Type="http://schemas.openxmlformats.org/officeDocument/2006/relationships/hyperlink" Target="https://drive.google.com/file/d/1AFXtSDmMkQQM7dT75cdVB4m2Ua0ryjDM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8VdrYX9bFyKcRitulky7itQKSM-vi9-W/view?usp=drive_link" TargetMode="External"/><Relationship Id="rId2" Type="http://schemas.openxmlformats.org/officeDocument/2006/relationships/hyperlink" Target="https://drive.google.com/file/d/15Q3vYU9RXc2sRr1POOPjF9UZeAaIpEO4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LEaFbB58pOx1tVWP-zN_psuxvuTXqgeW/view?usp=drive_link" TargetMode="External"/><Relationship Id="rId2" Type="http://schemas.openxmlformats.org/officeDocument/2006/relationships/hyperlink" Target="https://drive.google.com/file/d/1zeU6ksY3YkAgzKujzITzVPfbG3SIL4N0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sp5l8ucBrqBMbtFfZ_H65aeUAYuGUskN/view?usp=drive_link" TargetMode="External"/><Relationship Id="rId2" Type="http://schemas.openxmlformats.org/officeDocument/2006/relationships/hyperlink" Target="https://drive.google.com/file/d/1hfUk7aN2oy9cevtqsmsTewKWYCGjLFMf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Qvlp7_5am4zJVHrjz75uRK1ij1XSJtZ/view?usp=drive_link" TargetMode="External"/><Relationship Id="rId2" Type="http://schemas.openxmlformats.org/officeDocument/2006/relationships/hyperlink" Target="https://drive.google.com/file/d/1_p9Cs3wS5c7IsSMjeUs1Vznr58QETgd_/view?usp=drive_link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kGlRBWfhU-80ZIAoN3lgA5MCl_Pbu9dw/view?usp=drive_link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317-B3C6-544A-9CEC-25C65915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12C31D-3CC5-AE6F-6DC6-DC2AB7DB08B7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D12CA50E-0C11-3EB7-AA8E-DD7D2EFB3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D74108FF-D162-4798-6724-54AB54E7D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7B31CB7F-F65F-251B-F642-C7D40861EB8B}"/>
              </a:ext>
            </a:extLst>
          </p:cNvPr>
          <p:cNvSpPr txBox="1"/>
          <p:nvPr/>
        </p:nvSpPr>
        <p:spPr>
          <a:xfrm>
            <a:off x="125833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AUDITORIA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Diciembre 2025 -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27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La auditoria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Diciembre</a:t>
            </a:r>
            <a:endParaRPr lang="es-CO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889029" y="2879302"/>
            <a:ext cx="87573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12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ACTIVIDADES DEL MES: </a:t>
            </a:r>
            <a:r>
              <a:rPr lang="es-MX" sz="1200" dirty="0"/>
              <a:t>Implementación de las actividades de acuerdo al canal: </a:t>
            </a:r>
            <a:endParaRPr lang="es-MX" sz="1200" b="1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Moderno:</a:t>
            </a:r>
            <a:r>
              <a:rPr lang="es-CO" sz="1200" dirty="0"/>
              <a:t> Tiene implementado el material pop correspondiente a las promociones que aplican en el pdv.</a:t>
            </a:r>
          </a:p>
          <a:p>
            <a:pPr lvl="3" algn="just"/>
            <a:r>
              <a:rPr lang="es-CO" sz="1200" dirty="0"/>
              <a:t> Tiene implementadas las exhibiciones negociadas en el pdv.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CO" sz="1200" dirty="0"/>
              <a:t>    Se encuentra el material pop de Félix nuevas referencias " aplica donde esta codificado“.			Se encuentra en el lineal las referencias 1,5 en pu y adu de la marca excellent.</a:t>
            </a:r>
          </a:p>
          <a:p>
            <a:pPr lvl="1" algn="just"/>
            <a:r>
              <a:rPr lang="es-CO" sz="1200" dirty="0"/>
              <a:t>		Se encuentra la nueva referencia de excellent esterilizado de 1k.</a:t>
            </a:r>
          </a:p>
          <a:p>
            <a:pPr lvl="1" algn="just"/>
            <a:r>
              <a:rPr lang="es-CO" sz="1200" dirty="0"/>
              <a:t>		S</a:t>
            </a:r>
            <a:r>
              <a:rPr lang="es-ES" sz="1200" dirty="0"/>
              <a:t>e encuentra la referencia pro plan wet de salmón y/urinario.</a:t>
            </a:r>
          </a:p>
          <a:p>
            <a:pPr lvl="1" algn="just"/>
            <a:r>
              <a:rPr lang="es-ES" sz="1200" dirty="0"/>
              <a:t>		El pdv maneja categoría de snacks.</a:t>
            </a:r>
            <a:endParaRPr lang="es-CO" sz="12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Tradicional:</a:t>
            </a:r>
            <a:r>
              <a:rPr lang="es-CO" sz="1200" dirty="0"/>
              <a:t> </a:t>
            </a:r>
            <a:r>
              <a:rPr lang="es-ES" sz="1200" dirty="0"/>
              <a:t>Conoce el precio de la paquetería dog chow 350g / 475g; cat chow 200g.</a:t>
            </a:r>
            <a:endParaRPr lang="es-MX" sz="12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EJECUCION DEL PDV:  </a:t>
            </a:r>
            <a:r>
              <a:rPr lang="es-MX" sz="1200" dirty="0"/>
              <a:t>Limpieza del pdv, Precio y surtido de productos, Infaltables, ayuda ventas, conocimiento en surtidos, estrategia de exhibición para las marcas Mainstrain (Alpo y Gatsy) de Purina , % de participación que tiene en el punto de venta.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12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9D9442A-C892-F626-09BD-F1584A659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920" y="1620770"/>
            <a:ext cx="3227614" cy="123940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6FB5FE9-B5FF-430C-70DD-1A98F0726A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C9301DA-7D65-61FA-00C5-DCF2DF3F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24F262B-A3D1-E975-4AE9-A13AE152931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E7339F9-75FA-3788-907E-F9E8AD0C0471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551E049-BCAD-7FCE-6A91-9A48B03B9EA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4963327"/>
            <a:ext cx="463336" cy="46333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161FFC1-5FE4-F6A2-A1DD-73553B6B5305}"/>
              </a:ext>
            </a:extLst>
          </p:cNvPr>
          <p:cNvSpPr txBox="1"/>
          <p:nvPr/>
        </p:nvSpPr>
        <p:spPr>
          <a:xfrm>
            <a:off x="887041" y="4944199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CBAF28B-4381-CD77-9109-915F46BB08BF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4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7FE0B76-7830-BB16-89A4-2E7C21EFA57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F459C4A6-F1B5-D74C-27BA-0F3C306ADC6F}"/>
              </a:ext>
            </a:extLst>
          </p:cNvPr>
          <p:cNvSpPr txBox="1"/>
          <p:nvPr/>
        </p:nvSpPr>
        <p:spPr>
          <a:xfrm>
            <a:off x="862224" y="132838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C9590B75-8FED-7638-270F-3456E8608E5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98888" y="1380723"/>
            <a:ext cx="463336" cy="46333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F4BE0E8-4C86-8B69-84A8-6CA58B6C966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97E9EAB-B351-D02D-23DD-CF9BBD6E16A7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3DDE63A-19B7-416C-85DE-82DEE67E9E3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74071" y="5772584"/>
            <a:ext cx="463336" cy="46333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C577C90-1717-762A-F1F0-824C7CA9415D}"/>
              </a:ext>
            </a:extLst>
          </p:cNvPr>
          <p:cNvSpPr txBox="1"/>
          <p:nvPr/>
        </p:nvSpPr>
        <p:spPr>
          <a:xfrm>
            <a:off x="862224" y="5753456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019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328821"/>
            <a:ext cx="8652072" cy="4924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Del panel propuesto de 11 PDV (1 </a:t>
            </a:r>
            <a:r>
              <a:rPr lang="es-MX" sz="1300" dirty="0" err="1"/>
              <a:t>BackUp</a:t>
            </a:r>
            <a:r>
              <a:rPr lang="es-MX" sz="1300" dirty="0"/>
              <a:t>), se logran visitar 11 pdv con 9 auditorias efectivas.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/>
              <a:t>Detalle de la ejecucion por ciudad de acuerdo con los objetivos propuestos: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54A186A-8BB1-885B-9A38-62E4927CA8C1}"/>
              </a:ext>
            </a:extLst>
          </p:cNvPr>
          <p:cNvSpPr txBox="1"/>
          <p:nvPr/>
        </p:nvSpPr>
        <p:spPr>
          <a:xfrm>
            <a:off x="2990334" y="200555"/>
            <a:ext cx="428810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Diciembre</a:t>
            </a:r>
          </a:p>
          <a:p>
            <a:endParaRPr lang="es-MX" sz="1600" dirty="0"/>
          </a:p>
          <a:p>
            <a:endParaRPr lang="es-CO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39253" y="4280005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AUDITORIA EFECTIVA</a:t>
            </a:r>
            <a:r>
              <a:rPr lang="es-MX" sz="1400" dirty="0"/>
              <a:t>: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9748E04-FF03-8560-4F7A-01CA07CC8C1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3207195"/>
            <a:ext cx="463336" cy="46333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6E3D6886-9CBE-A003-E20D-A219C43DA291}"/>
              </a:ext>
            </a:extLst>
          </p:cNvPr>
          <p:cNvSpPr txBox="1"/>
          <p:nvPr/>
        </p:nvSpPr>
        <p:spPr>
          <a:xfrm>
            <a:off x="862224" y="3188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F09AA4C-F42A-1520-F4D9-42953F84475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8888" y="4963327"/>
            <a:ext cx="463336" cy="46333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9940AF7-0E06-D095-5F9E-DA3AB36A3343}"/>
              </a:ext>
            </a:extLst>
          </p:cNvPr>
          <p:cNvSpPr txBox="1"/>
          <p:nvPr/>
        </p:nvSpPr>
        <p:spPr>
          <a:xfrm>
            <a:off x="887041" y="4944199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B58A3C2-AB0E-068B-FAFE-CADC047FE15E}"/>
              </a:ext>
            </a:extLst>
          </p:cNvPr>
          <p:cNvSpPr txBox="1"/>
          <p:nvPr/>
        </p:nvSpPr>
        <p:spPr>
          <a:xfrm>
            <a:off x="862224" y="22703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B1B8B17-A74F-22B5-36D0-E36347988B6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8888" y="2322712"/>
            <a:ext cx="463336" cy="46333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6066C96-5CA0-85C6-FBEB-FCEACADC0A61}"/>
              </a:ext>
            </a:extLst>
          </p:cNvPr>
          <p:cNvSpPr txBox="1"/>
          <p:nvPr/>
        </p:nvSpPr>
        <p:spPr>
          <a:xfrm>
            <a:off x="862224" y="132838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05A5E2D-AE83-0E16-3306-74F5FF2214B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98888" y="1380723"/>
            <a:ext cx="463336" cy="46333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86E166D-8787-CA60-9A11-7166E93633E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4117085"/>
            <a:ext cx="463336" cy="46333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6BCC785C-BD43-5E21-ADC6-9241455C3E6E}"/>
              </a:ext>
            </a:extLst>
          </p:cNvPr>
          <p:cNvSpPr txBox="1"/>
          <p:nvPr/>
        </p:nvSpPr>
        <p:spPr>
          <a:xfrm>
            <a:off x="862224" y="409795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A27C792-C250-F85F-E7E6-A8218ACAD4D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74071" y="5772584"/>
            <a:ext cx="463336" cy="46333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74F2979-843E-67E1-4DD2-7F147AC8E416}"/>
              </a:ext>
            </a:extLst>
          </p:cNvPr>
          <p:cNvSpPr txBox="1"/>
          <p:nvPr/>
        </p:nvSpPr>
        <p:spPr>
          <a:xfrm>
            <a:off x="862224" y="5753456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45189C8-40A0-4E1A-5220-8EFF2085E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26" y="1913157"/>
            <a:ext cx="8807920" cy="2122861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8DC2D118-FB7D-E534-6EFD-DB8BCCA88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126" y="4763026"/>
            <a:ext cx="8122402" cy="121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74E-B733-B0F9-1088-1EB4EA922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BDE0322-30DB-9007-ED46-C39CBD8D1A5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1F8664AF-1E86-C238-78AC-FD7CDD600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C45A2B3-CBE7-6AF2-715B-B91866D1BE66}"/>
              </a:ext>
            </a:extLst>
          </p:cNvPr>
          <p:cNvSpPr txBox="1"/>
          <p:nvPr/>
        </p:nvSpPr>
        <p:spPr>
          <a:xfrm>
            <a:off x="2902157" y="843199"/>
            <a:ext cx="857253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95% frente a los KPIS propuestos de gestión. </a:t>
            </a:r>
          </a:p>
          <a:p>
            <a:r>
              <a:rPr lang="es-MX" sz="1600" dirty="0"/>
              <a:t>Se evidencia oportunidad en todos los clústeres evaluados en cada uno de los canales. </a:t>
            </a:r>
            <a:endParaRPr lang="es-CO" sz="16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89F43F9-A8D1-2800-F11E-55D722EFFAFC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92EF89-8EA7-2F37-9EBE-23952BEC36F9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9D9D877-17BF-C4B1-DBE2-2D740DCE891B}"/>
              </a:ext>
            </a:extLst>
          </p:cNvPr>
          <p:cNvSpPr txBox="1"/>
          <p:nvPr/>
        </p:nvSpPr>
        <p:spPr>
          <a:xfrm>
            <a:off x="1052118" y="5835060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95%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7E81395-129E-34AB-56A2-C2BF691746BB}"/>
              </a:ext>
            </a:extLst>
          </p:cNvPr>
          <p:cNvSpPr txBox="1"/>
          <p:nvPr/>
        </p:nvSpPr>
        <p:spPr>
          <a:xfrm>
            <a:off x="148165" y="5037938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56C0D7C-16C6-2D3B-B087-A36CC226F911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AUDITORIA - PURINA</a:t>
            </a:r>
          </a:p>
          <a:p>
            <a:r>
              <a:rPr lang="es-MX" sz="1600" dirty="0"/>
              <a:t>Diciembre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CF8D2E1-1556-C801-9A4E-C3B7E8B3951B}"/>
              </a:ext>
            </a:extLst>
          </p:cNvPr>
          <p:cNvSpPr txBox="1"/>
          <p:nvPr/>
        </p:nvSpPr>
        <p:spPr>
          <a:xfrm>
            <a:off x="2946881" y="5722413"/>
            <a:ext cx="8076146" cy="58477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600" dirty="0"/>
              <a:t>Las novedades identificadas se presentan sobre todo en los PDV del canal moderno, y se relacionan con el cumplimiento del horario en el PDV.</a:t>
            </a:r>
            <a:endParaRPr lang="es-MX" sz="1600" dirty="0">
              <a:highlight>
                <a:srgbClr val="FFFF00"/>
              </a:highlight>
              <a:latin typeface="+mj-lt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D999FE1A-6116-4188-4598-09A4263735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8911647"/>
              </p:ext>
            </p:extLst>
          </p:nvPr>
        </p:nvGraphicFramePr>
        <p:xfrm>
          <a:off x="440403" y="5345715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4554E983-80DF-BC15-F88F-1C68FADF75F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3748" y="2445861"/>
            <a:ext cx="463336" cy="46333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52E933-E587-BB93-378E-A37F6DAD9FAF}"/>
              </a:ext>
            </a:extLst>
          </p:cNvPr>
          <p:cNvSpPr txBox="1"/>
          <p:nvPr/>
        </p:nvSpPr>
        <p:spPr>
          <a:xfrm>
            <a:off x="881901" y="2426733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0FF753C-EF77-0939-8C6D-C3F84D767C8D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3026" y="3731399"/>
            <a:ext cx="463336" cy="46333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5BA9471-864D-6BA4-1B13-D6A3D6DD3EC5}"/>
              </a:ext>
            </a:extLst>
          </p:cNvPr>
          <p:cNvSpPr txBox="1"/>
          <p:nvPr/>
        </p:nvSpPr>
        <p:spPr>
          <a:xfrm>
            <a:off x="881179" y="371227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B1137E0-406C-0D0C-B985-518E5459DB43}"/>
              </a:ext>
            </a:extLst>
          </p:cNvPr>
          <p:cNvSpPr txBox="1"/>
          <p:nvPr/>
        </p:nvSpPr>
        <p:spPr>
          <a:xfrm>
            <a:off x="881901" y="170398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3C233BE-69CD-8DC1-EC2B-975ADD5A03A0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418565" y="1756325"/>
            <a:ext cx="463336" cy="46333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06A2CAD-D869-1D64-F111-0F078FC33A42}"/>
              </a:ext>
            </a:extLst>
          </p:cNvPr>
          <p:cNvSpPr txBox="1"/>
          <p:nvPr/>
        </p:nvSpPr>
        <p:spPr>
          <a:xfrm>
            <a:off x="857084" y="103433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2A08C1C-5C73-C5AD-DA7D-80E2F7FB655D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3748" y="1086679"/>
            <a:ext cx="463336" cy="4633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B3AB3E-9021-ACD0-1589-FB23755E78A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3748" y="3104956"/>
            <a:ext cx="463336" cy="4633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8226A34-E022-60DC-4836-2F7BE7BB0F4C}"/>
              </a:ext>
            </a:extLst>
          </p:cNvPr>
          <p:cNvSpPr txBox="1"/>
          <p:nvPr/>
        </p:nvSpPr>
        <p:spPr>
          <a:xfrm>
            <a:off x="881901" y="308582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8C009C-E86B-F384-660F-914BB33809F1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93026" y="4387420"/>
            <a:ext cx="463336" cy="46333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C284EC5-9255-A549-EE3E-13C3CB25B54F}"/>
              </a:ext>
            </a:extLst>
          </p:cNvPr>
          <p:cNvSpPr txBox="1"/>
          <p:nvPr/>
        </p:nvSpPr>
        <p:spPr>
          <a:xfrm>
            <a:off x="881179" y="4368292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432D7B7-94E8-FEFA-FFC4-68E825020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879" y="1811868"/>
            <a:ext cx="8733600" cy="18964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71607A9-05FE-C6D4-FF35-68237A7F4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879" y="3797896"/>
            <a:ext cx="8734787" cy="175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1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CA72-C7DC-7745-1CC6-BDBCF856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EE8686E-B91A-9E6B-62A7-CD883591BEB8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25997A0A-64EC-2C6D-0BAF-049280E0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70A9143-A4D1-C278-F938-ABF6B4364DBE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6A5E136-7154-3260-1737-F7AE658A220B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MAKRO BARRANQUILLA- BARRANQUILLA</a:t>
            </a:r>
            <a:endParaRPr lang="es-MX" sz="1800" b="1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  <a:p>
            <a:r>
              <a:rPr lang="es-MX" dirty="0">
                <a:latin typeface="Franklin Gothic Demi" panose="020B0703020102020204" pitchFamily="34" charset="0"/>
              </a:rPr>
              <a:t>Canal Moderno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4A7B6B1-B361-B3A7-C3F5-E70E2BA9AF3E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1B2FE3-5A21-7072-5A93-D55ED8223954}"/>
              </a:ext>
            </a:extLst>
          </p:cNvPr>
          <p:cNvSpPr txBox="1"/>
          <p:nvPr/>
        </p:nvSpPr>
        <p:spPr>
          <a:xfrm>
            <a:off x="3020825" y="4982353"/>
            <a:ext cx="719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https://drive.google.com/file/d/1hY_us7N2XYZJKM2QhplbDvK7qkk-qbSu/view?usp=drive_link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C78A946-812D-AACC-F9D6-6E0EB8E2D2AA}"/>
              </a:ext>
            </a:extLst>
          </p:cNvPr>
          <p:cNvSpPr txBox="1"/>
          <p:nvPr/>
        </p:nvSpPr>
        <p:spPr>
          <a:xfrm>
            <a:off x="3020824" y="3330863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528D5E-2881-D16B-C9B7-40968D595715}"/>
              </a:ext>
            </a:extLst>
          </p:cNvPr>
          <p:cNvSpPr txBox="1"/>
          <p:nvPr/>
        </p:nvSpPr>
        <p:spPr>
          <a:xfrm>
            <a:off x="821331" y="4507458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8839C6-D8EE-6AD3-22C7-F9BFCD494DD7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A6951D-F398-08F1-31FE-29E0764DA21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5440AAD-38DC-5E8D-EEA7-91B425579C09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EB013E99-F169-9E30-F888-703EE0022E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253717"/>
              </p:ext>
            </p:extLst>
          </p:nvPr>
        </p:nvGraphicFramePr>
        <p:xfrm>
          <a:off x="315162" y="3965824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117F936B-0C79-FCAC-D4A6-F613178A75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1137198"/>
            <a:ext cx="7200000" cy="197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2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6E4A-0BB6-3E58-51B7-F292C0D10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D255E77-C79A-2EF8-7F71-901B9CAEBDA3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D82DF5A-D311-DF88-2E5E-4360A5D08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B2448EB-EBF9-D659-933D-3B849B04F8B9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CCC925C-A107-9CC2-0BA2-288C63F96D2A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ALKOSTO AVENIDA 68 - BOGOTÁ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Moderno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2A05D8F-42E9-6B01-BC26-9592AC87BAF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30025F-DFB5-1990-FC5D-6361A82D3CB5}"/>
              </a:ext>
            </a:extLst>
          </p:cNvPr>
          <p:cNvSpPr txBox="1"/>
          <p:nvPr/>
        </p:nvSpPr>
        <p:spPr>
          <a:xfrm>
            <a:off x="3020824" y="3279862"/>
            <a:ext cx="720000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Se evidencia que el chico está en el lineal con la maleta, la auditoria se realiza sobre las 12:20 pm y manifiesta que apenas está llegando porque tenia un curso de SST.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No tiene claro el porcentaje de participación que tiene purina en el PDV, además de que tampoco hay actividades de plan pega en el momento que se realiza la auditoria</a:t>
            </a:r>
            <a:endParaRPr lang="es-MX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FDEE15-832F-919D-5FED-35FBCA31F2B7}"/>
              </a:ext>
            </a:extLst>
          </p:cNvPr>
          <p:cNvSpPr txBox="1"/>
          <p:nvPr/>
        </p:nvSpPr>
        <p:spPr>
          <a:xfrm>
            <a:off x="3020824" y="5488615"/>
            <a:ext cx="719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https://drive.google.com/file/d/1UIKrfKBE2WuFs5WEfD3zqMUQpB-D07aX/view?usp=drive_link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F4B3431-ADDB-9B07-01A0-603BABF886AF}"/>
              </a:ext>
            </a:extLst>
          </p:cNvPr>
          <p:cNvSpPr txBox="1"/>
          <p:nvPr/>
        </p:nvSpPr>
        <p:spPr>
          <a:xfrm>
            <a:off x="1028748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64%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6F089D-892A-E2E4-30AE-5210DBC1B935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7F6AB6A-8882-0076-B371-2129C67D939A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53EFB96F-F7F6-7D52-E03A-32F2E7019EA0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5EB91BBA-EABF-7F97-8D44-9CA20AB5F0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3940589"/>
              </p:ext>
            </p:extLst>
          </p:nvPr>
        </p:nvGraphicFramePr>
        <p:xfrm>
          <a:off x="406602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16DEFB9-26E1-323B-9B69-2EC9C44D8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94010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8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12643-0EBD-B5B2-D4E5-BE865C0E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51B4CF4-FE59-D2BF-C78A-F8D5E8D5979B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2B21D42-D92F-5E74-F8DA-6C526E686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E7640DE-C6A5-C9AC-A536-8A6C9A033F36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172F401-AC72-8199-9915-40F81CB509C4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MERCADOS ALCOSTO ALMENDROS - BOGOTÁ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954F142-0720-2D73-8735-84C436EEDCE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6FEC9A-D30D-4496-B661-41705A2272B2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Se evidencia que no todos los productos se encuentran con los precios, a la hora que se realiza la auditoria (10:52 am) la chica se encontraba surtiendo motivo por el cual no todo estaba marcado</a:t>
            </a:r>
            <a:endParaRPr lang="es-MX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2163F79-9C4B-6A7A-3F16-B9F2BD442F98}"/>
              </a:ext>
            </a:extLst>
          </p:cNvPr>
          <p:cNvSpPr txBox="1"/>
          <p:nvPr/>
        </p:nvSpPr>
        <p:spPr>
          <a:xfrm>
            <a:off x="3020825" y="4786077"/>
            <a:ext cx="7199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https://drive.google.com/file/d/19q5vcvn0akOBUqHUIlF59xEEpaZ-MMIF/view?usp=drive_link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4"/>
              </a:rPr>
              <a:t>https://drive.google.com/file/d/1yrHmLfKlLoMfjOvv2Cmx3kF0PSr0qmH8/view?usp=drive_link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8CFCF7-1402-AEDE-8586-9268F6EDF2FB}"/>
              </a:ext>
            </a:extLst>
          </p:cNvPr>
          <p:cNvSpPr txBox="1"/>
          <p:nvPr/>
        </p:nvSpPr>
        <p:spPr>
          <a:xfrm>
            <a:off x="1022499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049906-B40E-8011-C439-7C09400A6FAB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8A36A04-11C5-F525-0811-7EB062D01CB9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B5CEA3A-7F9E-AC5A-4E6D-BDFE4D3CB08B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BBE1F1CE-B080-160A-830A-CF5BFCF0BE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783157"/>
              </p:ext>
            </p:extLst>
          </p:nvPr>
        </p:nvGraphicFramePr>
        <p:xfrm>
          <a:off x="424890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82E13926-41C3-3142-25F5-A407FB651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824" y="957884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74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7EB1-6862-D4BD-7CEF-A4ED67A33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540F3DC-7249-93C0-1887-BEE18C0ED6F7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0804EE9-C3F4-DC7D-D874-AC612BC6A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9C79A12-79BB-FE27-AED5-0D73357245D8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3CDC65A-AF67-CC39-93E3-AB8C7A3D4B0B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MUNDO MASCOTAS FERIAS - BOGOTÁ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Especializado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39B68A2-8751-1CFB-592E-9EC9F1557ED9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DF1038-F4EC-6C2D-9EDD-51606CDE8B18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Como se puede evidenciar en el video, la chica comunica que es nueva en el PDV y aún no tiene claro el porcentaje de participación que tiene la marca en el mismo.</a:t>
            </a:r>
            <a:endParaRPr lang="es-MX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1D55E1F-7EBC-D914-741B-EAB3E1713FB9}"/>
              </a:ext>
            </a:extLst>
          </p:cNvPr>
          <p:cNvSpPr txBox="1"/>
          <p:nvPr/>
        </p:nvSpPr>
        <p:spPr>
          <a:xfrm>
            <a:off x="3020825" y="4786077"/>
            <a:ext cx="719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https://drive.google.com/file/d/1gZuwxf9w5HZ55b4045baT2JISAfnlx05/view?usp=drive_link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E6D8AE-14D6-231F-1DF3-C1CA07AB476F}"/>
              </a:ext>
            </a:extLst>
          </p:cNvPr>
          <p:cNvSpPr txBox="1"/>
          <p:nvPr/>
        </p:nvSpPr>
        <p:spPr>
          <a:xfrm>
            <a:off x="1004211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AC74A8-6ACD-62E8-8933-3AA06ECEC020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27E7D42-5341-063B-56D4-EEA505E67A0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CEBE0B1-6201-A327-B0AD-04E1ECA9D6B4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980150D8-C9A0-5C4D-8A14-4C42A9773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7525161"/>
              </p:ext>
            </p:extLst>
          </p:nvPr>
        </p:nvGraphicFramePr>
        <p:xfrm>
          <a:off x="406602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5283C13A-116D-5041-F731-61BB1C431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59796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5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412A0-EB53-B354-655A-143B8838E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5D58195-F4EB-46B6-3886-659FFC768A33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0D32D1A-1740-1B8A-19E6-D676A1AE3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0322D1E-416E-851C-EBD2-82A58ECA8187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67B48FD-7802-26F4-C490-DB1F37EF58CD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ZOOMARPETS - CALI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Especializado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4150EB1-D48E-BBBB-A871-7EE10C82DB4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2CEC18-3BDC-540B-CDCE-AC2774FA12AE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E70EAD9-6002-76BB-69A8-B311249A9F90}"/>
              </a:ext>
            </a:extLst>
          </p:cNvPr>
          <p:cNvSpPr txBox="1"/>
          <p:nvPr/>
        </p:nvSpPr>
        <p:spPr>
          <a:xfrm>
            <a:off x="3020825" y="4786077"/>
            <a:ext cx="719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https://drive.google.com/file/d/1UeR3xv2iCInRAG0_9zm7abEg711-30K4/view?usp=drive_link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FFC7E08-41A2-7F53-2E1F-18479C5FE99C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4BACEF-5FB8-900F-6076-B1D29A05204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29B5177-AABF-EDC7-6472-2B18A8B6820F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B91DEA7-B78B-CF5A-9043-79A2E7372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24" y="957884"/>
            <a:ext cx="7200000" cy="213920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10BE820-0AE5-BBA4-119F-282F527BF63C}"/>
              </a:ext>
            </a:extLst>
          </p:cNvPr>
          <p:cNvSpPr txBox="1"/>
          <p:nvPr/>
        </p:nvSpPr>
        <p:spPr>
          <a:xfrm>
            <a:off x="940203" y="456785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738F610B-25C6-B494-1FBF-E8D6458AA0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161420"/>
              </p:ext>
            </p:extLst>
          </p:nvPr>
        </p:nvGraphicFramePr>
        <p:xfrm>
          <a:off x="434034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583593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6A1B-E456-26BB-1AF2-6C2CB533C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82C1985-410C-9553-5885-5802CC657D4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905153E9-7639-51F7-21D9-900A1B100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C90A6B-1169-CF13-567C-425DB098762F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A1F2FAE-8B57-0936-8041-655FB74C56F2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AUTOSERVICIO CRESPO - CARTAGENA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7E1F476-1AC5-357A-4BE2-0CDFF285050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3FFA70-4AA2-24C1-069F-6B943C10B4EF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9C185CD-5DB2-93ED-6053-E733EB1329BE}"/>
              </a:ext>
            </a:extLst>
          </p:cNvPr>
          <p:cNvSpPr txBox="1"/>
          <p:nvPr/>
        </p:nvSpPr>
        <p:spPr>
          <a:xfrm>
            <a:off x="3020825" y="4830646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https://drive.google.com/file/d/1R81TOnRG-Zml3h4jHse_tSxSrSJTz9zz/view?usp=drive_link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AA7DD9-A67A-4648-D53F-32B7D2FFF2B5}"/>
              </a:ext>
            </a:extLst>
          </p:cNvPr>
          <p:cNvSpPr txBox="1"/>
          <p:nvPr/>
        </p:nvSpPr>
        <p:spPr>
          <a:xfrm>
            <a:off x="949347" y="456785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3401C4-3EF1-A2C1-FD65-82E50534F12B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1DC120C-F1DB-8A82-48B8-B09C2630476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7435D61-6C46-95F8-7A5F-4204433C3511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A488469C-CDB4-9117-CFE5-B89CF9AD9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015134"/>
              </p:ext>
            </p:extLst>
          </p:nvPr>
        </p:nvGraphicFramePr>
        <p:xfrm>
          <a:off x="443178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85E5A86-4829-E95E-7385-D6EDAC4FF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55264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6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CB79F-3D76-DB4C-BDD7-4122EE9D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09AAA33-1290-9745-E8D4-085D945DB09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2F983A6-D9FC-AF19-B483-FB56E2F65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80AAF5F-8B1B-5CBC-7B25-8521FD9F21B0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7EBAC35-D282-F967-BA2B-CA42A0C6F83E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MUNDO MASCOTAS CRESPO - CARTAGENA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2038D3D-1A62-E027-D514-BE9FDBE61CC0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F1CC68A-E553-7D42-EE10-8087F6125917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E3E640F-1307-0A8C-6187-C9AB1F78491F}"/>
              </a:ext>
            </a:extLst>
          </p:cNvPr>
          <p:cNvSpPr txBox="1"/>
          <p:nvPr/>
        </p:nvSpPr>
        <p:spPr>
          <a:xfrm>
            <a:off x="3020825" y="4830646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https://drive.google.com/file/d/1_cmuElcUINvCjilNHTEsuuNoyeX5pcWw/view?usp=drive_link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5F35DB9-09C6-EC9A-7433-ACD951E46FDC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92108DF-F564-2F2D-1ED6-284220C3BDF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BCAB1CFE-3EEE-258A-5ABE-BE2E0BB2B6BB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Cartagena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40B62C3-87B9-7007-1BFC-587D814FBD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24" y="957884"/>
            <a:ext cx="7200000" cy="213920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246EC09D-263A-1C6C-2046-0FDB8F09FF72}"/>
              </a:ext>
            </a:extLst>
          </p:cNvPr>
          <p:cNvSpPr txBox="1"/>
          <p:nvPr/>
        </p:nvSpPr>
        <p:spPr>
          <a:xfrm>
            <a:off x="903627" y="456785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D9D8174F-C574-E40B-1286-E94EF062BE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996191"/>
              </p:ext>
            </p:extLst>
          </p:nvPr>
        </p:nvGraphicFramePr>
        <p:xfrm>
          <a:off x="397458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2204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3710-B6CC-E378-76B2-2DEC29DE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B2A19A7-215A-F9F8-EB5D-42467E20CBEF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3FDEE301-2BEF-DAC3-3B29-B3AAF3F58C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F6DE73-CB8D-9D2C-35A2-2228B61C58D4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B30C6BB-94E8-F8B3-58A1-AD57C84161A8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MY TIENDA FATIMA - MEDELLIN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F4ABB65-10E6-6202-423A-B6E61BB9C458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17A2336-0F35-9391-7474-5E58FC5FC747}"/>
              </a:ext>
            </a:extLst>
          </p:cNvPr>
          <p:cNvSpPr txBox="1"/>
          <p:nvPr/>
        </p:nvSpPr>
        <p:spPr>
          <a:xfrm>
            <a:off x="3020824" y="3279862"/>
            <a:ext cx="7200000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/>
              <a:t>Se evidencia que no tiene claro el porcentaje de participación que tiene la marca purina en el PDV</a:t>
            </a:r>
            <a:endParaRPr lang="es-MX" sz="16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E437DB-7694-E79E-A38D-972FF02649BE}"/>
              </a:ext>
            </a:extLst>
          </p:cNvPr>
          <p:cNvSpPr txBox="1"/>
          <p:nvPr/>
        </p:nvSpPr>
        <p:spPr>
          <a:xfrm>
            <a:off x="3020824" y="4576083"/>
            <a:ext cx="7199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https://drive.google.com/file/d/1fHbxUV0MmUU0NAQbg_jB9W6yOO1e_KLD/view?usp=drive_link</a:t>
            </a:r>
            <a:endParaRPr lang="es-CO" u="sng" dirty="0"/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E430649-BBBA-797B-AAAA-B1D88FE56051}"/>
              </a:ext>
            </a:extLst>
          </p:cNvPr>
          <p:cNvSpPr txBox="1"/>
          <p:nvPr/>
        </p:nvSpPr>
        <p:spPr>
          <a:xfrm>
            <a:off x="1004211" y="4527867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96%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DAD0658-DF70-32EC-9BD3-FEDE8F8F59EB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D5C2EB7-DD9E-889B-D6FD-730E087566A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4C6EE183-9570-96DD-CE78-CA1579FD0479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</a:t>
            </a:r>
            <a:endParaRPr lang="es-CO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D4C603CC-4F9E-C91D-9D8D-2D0988F6A3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0537579"/>
              </p:ext>
            </p:extLst>
          </p:nvPr>
        </p:nvGraphicFramePr>
        <p:xfrm>
          <a:off x="406602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F782299-BBD7-722E-9533-A2DEA1C33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824" y="921657"/>
            <a:ext cx="7200000" cy="213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17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8D8E1-2DCB-95FE-EF5F-2C72FD2E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7F6C204-19B8-47F4-4DED-4FA8DC2DB20A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FA9E43A3-BBB9-2A5B-A192-B9686E539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1D9E8FD-BD47-7F16-D41D-984817BC0BF6}"/>
              </a:ext>
            </a:extLst>
          </p:cNvPr>
          <p:cNvCxnSpPr>
            <a:cxnSpLocks/>
          </p:cNvCxnSpPr>
          <p:nvPr/>
        </p:nvCxnSpPr>
        <p:spPr>
          <a:xfrm>
            <a:off x="2893849" y="775108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A14C277-3661-EC58-9034-A266DCA8A5D9}"/>
              </a:ext>
            </a:extLst>
          </p:cNvPr>
          <p:cNvSpPr txBox="1"/>
          <p:nvPr/>
        </p:nvSpPr>
        <p:spPr>
          <a:xfrm>
            <a:off x="3024188" y="110786"/>
            <a:ext cx="6143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MERCAYA DE LA 13 - PEREIRA</a:t>
            </a:r>
          </a:p>
          <a:p>
            <a:r>
              <a:rPr lang="es-MX" dirty="0">
                <a:latin typeface="Franklin Gothic Demi" panose="020B0703020102020204" pitchFamily="34" charset="0"/>
              </a:rPr>
              <a:t>Canal Tradicional - Auditoria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D13167C-1B5C-E317-A018-818D95884497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259FE09-99F0-1289-1479-F67C1B7C61AC}"/>
              </a:ext>
            </a:extLst>
          </p:cNvPr>
          <p:cNvSpPr txBox="1"/>
          <p:nvPr/>
        </p:nvSpPr>
        <p:spPr>
          <a:xfrm>
            <a:off x="148165" y="3458396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AUDITORIA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54B7CEB-27F9-4526-EB9A-B25AA161D26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15162" y="2319406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1891B2A-DC93-9773-588F-E503B23E7FEE}"/>
              </a:ext>
            </a:extLst>
          </p:cNvPr>
          <p:cNvSpPr txBox="1"/>
          <p:nvPr/>
        </p:nvSpPr>
        <p:spPr>
          <a:xfrm>
            <a:off x="803315" y="23002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pdv evaluado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Pereira</a:t>
            </a:r>
            <a:endParaRPr lang="es-CO" sz="1600" b="1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B4EE7E-0863-8DE3-AA61-9830BE34C5D2}"/>
              </a:ext>
            </a:extLst>
          </p:cNvPr>
          <p:cNvSpPr txBox="1"/>
          <p:nvPr/>
        </p:nvSpPr>
        <p:spPr>
          <a:xfrm>
            <a:off x="3020824" y="3279862"/>
            <a:ext cx="72000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MX" sz="1600" b="1" dirty="0"/>
              <a:t>Detalle de novedades: </a:t>
            </a:r>
          </a:p>
          <a:p>
            <a:pPr algn="just"/>
            <a:endParaRPr lang="es-MX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600" dirty="0"/>
              <a:t>Se evidencia excelente presentación personal, tiene muy claros los infaltables, los porcentajes de participación de la marca, todo está muy organizado y limpio, en general muy bien manejado el PDV.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BD9DDA3-0140-FCD1-EF5C-3B8EA02BF87D}"/>
              </a:ext>
            </a:extLst>
          </p:cNvPr>
          <p:cNvSpPr txBox="1"/>
          <p:nvPr/>
        </p:nvSpPr>
        <p:spPr>
          <a:xfrm>
            <a:off x="3020825" y="4830646"/>
            <a:ext cx="72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4"/>
              </a:rPr>
              <a:t>https://drive.google.com/file/d/1ruVL9eicUt73s0YHaprk74ek7a5I5uiJ/view?usp=drive_link</a:t>
            </a:r>
            <a:endParaRPr lang="es-CO" u="sng" dirty="0"/>
          </a:p>
          <a:p>
            <a:endParaRPr lang="es-CO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E45100D-757D-08A1-7E8E-EF2FBE61D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24" y="955264"/>
            <a:ext cx="7200000" cy="213920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7E0EF9C-537E-5760-96A7-CE04E7A219E1}"/>
              </a:ext>
            </a:extLst>
          </p:cNvPr>
          <p:cNvSpPr txBox="1"/>
          <p:nvPr/>
        </p:nvSpPr>
        <p:spPr>
          <a:xfrm>
            <a:off x="949347" y="456785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6EAF5020-2E7E-82B3-35B4-7E079C0E91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6083419"/>
              </p:ext>
            </p:extLst>
          </p:nvPr>
        </p:nvGraphicFramePr>
        <p:xfrm>
          <a:off x="443178" y="4026217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02274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DA81-7E67-20D2-07F1-F66B7E65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35E8222-C1C6-18CA-C525-73654A76D1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E435962-EC1D-78A9-248D-800CD3E528F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0CC7BA8-462E-3CE8-E3A4-EA533E1CD942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AUTOSERVICIO METROWILFO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BF0B0BC-435B-DBB6-2746-CC63F3DEAFD1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18D1376-9561-828A-CF36-824547D07522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36C4AD-C372-41E2-ECDF-7124B0517EF8}"/>
              </a:ext>
            </a:extLst>
          </p:cNvPr>
          <p:cNvSpPr txBox="1"/>
          <p:nvPr/>
        </p:nvSpPr>
        <p:spPr>
          <a:xfrm>
            <a:off x="2877350" y="3167612"/>
            <a:ext cx="75857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https://drive.google.com/file/d/1UpFjZ73fc2AnF8wYKE9gm7iYLlAf3LjD/view?usp=drive_link</a:t>
            </a:r>
            <a:endParaRPr lang="es-CO" u="sng" dirty="0"/>
          </a:p>
          <a:p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22933C-BA12-E063-5BCF-E0BE2956583D}"/>
              </a:ext>
            </a:extLst>
          </p:cNvPr>
          <p:cNvSpPr txBox="1"/>
          <p:nvPr/>
        </p:nvSpPr>
        <p:spPr>
          <a:xfrm>
            <a:off x="2877350" y="2282599"/>
            <a:ext cx="758578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LOGRA REALIZAR LA AUDITORIA, SE ESPERA POR 40 MINUTOS Y EL IMPULSADOR NO SE ENCUENTRA EN EL PUNTO DE VENTA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7CB25710-62D1-D60E-F4F8-346AD4010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59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990C-5F5B-674D-E734-2D19DE5A4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93856FB-3977-B393-ACB0-5EEC4702170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CF08A25-4EEF-A06F-8416-77F92F479AF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5E01CB2-7ED7-CEE3-6ED6-1BBA43CC1EF5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Franklin Gothic Demi" panose="020B0703020102020204" pitchFamily="34" charset="0"/>
              </a:rPr>
              <a:t>DINASTIA PLAZA DE FLORES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735A0A7-43FF-F5B9-7651-CF6FAA20E963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6F0888-5E27-713B-1857-BD0F78FCE666}"/>
              </a:ext>
            </a:extLst>
          </p:cNvPr>
          <p:cNvSpPr txBox="1"/>
          <p:nvPr/>
        </p:nvSpPr>
        <p:spPr>
          <a:xfrm>
            <a:off x="2877350" y="3271495"/>
            <a:ext cx="75857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https://drive.google.com/file/d/1OWGjUzGWnXXHK-x6fzF5F7Kt7H2HKClX/view?usp=drive_link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https://drive.google.com/file/d/1oOkwxQpw9YwYOoL_nswO8kCgNttLDwCu/view?usp=drive_link</a:t>
            </a:r>
            <a:endParaRPr lang="es-CO" dirty="0"/>
          </a:p>
          <a:p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3F78E47-312C-F2CF-99FD-7B996F479A9B}"/>
              </a:ext>
            </a:extLst>
          </p:cNvPr>
          <p:cNvSpPr txBox="1"/>
          <p:nvPr/>
        </p:nvSpPr>
        <p:spPr>
          <a:xfrm>
            <a:off x="2877350" y="2206169"/>
            <a:ext cx="758578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LOGRA REALIZAR LA AUDITORIA, SE ESPERA POR 45 MINUTOS APROXIMADAMENTE Y SE PREGUNTA AL ENCARGADO Y MANIFIESTA QUE EL IMPULSADOR NO SE PRESENTÓ AL PDV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EB6B137-483B-CC1C-6CC6-7C51A6EA20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9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534D02-B8C7-B74F-CB12-01F23F1DF649}"/>
              </a:ext>
            </a:extLst>
          </p:cNvPr>
          <p:cNvSpPr/>
          <p:nvPr/>
        </p:nvSpPr>
        <p:spPr>
          <a:xfrm>
            <a:off x="0" y="0"/>
            <a:ext cx="3047999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5A0D168E-1DD6-DBBA-D591-BCE26B9F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7" y="1512616"/>
            <a:ext cx="2560659" cy="485171"/>
          </a:xfrm>
          <a:prstGeom prst="rect">
            <a:avLst/>
          </a:prstGeom>
        </p:spPr>
      </p:pic>
      <p:pic>
        <p:nvPicPr>
          <p:cNvPr id="15" name="Imagen 14" descr="Un perro sentado en el suelo&#10;&#10;El contenido generado por IA puede ser incorrecto.">
            <a:extLst>
              <a:ext uri="{FF2B5EF4-FFF2-40B4-BE49-F238E27FC236}">
                <a16:creationId xmlns:a16="http://schemas.microsoft.com/office/drawing/2014/main" id="{5A180245-F026-E164-C1D0-FEAD3A5BE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CAD1F5A1-A45B-7474-6EF8-7CEEC5771C78}"/>
              </a:ext>
            </a:extLst>
          </p:cNvPr>
          <p:cNvSpPr txBox="1"/>
          <p:nvPr/>
        </p:nvSpPr>
        <p:spPr>
          <a:xfrm>
            <a:off x="88425" y="2828835"/>
            <a:ext cx="279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INFORME MENSUAL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MISTERY </a:t>
            </a:r>
          </a:p>
          <a:p>
            <a:pPr algn="ctr"/>
            <a:r>
              <a:rPr lang="es-MX" sz="2400" b="1" dirty="0">
                <a:solidFill>
                  <a:schemeClr val="bg1"/>
                </a:solidFill>
                <a:latin typeface="ui-sans-serif"/>
              </a:rPr>
              <a:t>- Diciembre 2025 - </a:t>
            </a:r>
            <a:endParaRPr lang="es-CO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772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0E282-9F63-9DF6-BA90-42CB173E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155CB5D-BA0C-CAF7-2F0F-4394F9AD5844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AF66B9E6-5CEA-0421-DFAD-B5F1900E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16EE9CB-71E5-9AFE-8E7A-1A74FD75F23B}"/>
              </a:ext>
            </a:extLst>
          </p:cNvPr>
          <p:cNvSpPr txBox="1"/>
          <p:nvPr/>
        </p:nvSpPr>
        <p:spPr>
          <a:xfrm>
            <a:off x="2787898" y="1016734"/>
            <a:ext cx="84956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El mystery shopper de forma critica evaluó KPIS específicos de la gestión a través de una encuesta, en la cual cada pregunta fue clusterizada y punteada de la siguiente manera:</a:t>
            </a:r>
            <a:endParaRPr lang="es-CO" sz="13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3A27C6F-099B-23E2-0FBF-C940DFCE3880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BD11828-949C-D2F6-7826-69821A46DC57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D4B4EC2-2B82-9176-5626-2B64202C2BEA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Diciembre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5A1899-F51E-9451-B8A7-0A68A2BA8466}"/>
              </a:ext>
            </a:extLst>
          </p:cNvPr>
          <p:cNvSpPr txBox="1"/>
          <p:nvPr/>
        </p:nvSpPr>
        <p:spPr>
          <a:xfrm>
            <a:off x="2787898" y="3318570"/>
            <a:ext cx="828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200" b="1" dirty="0">
                <a:solidFill>
                  <a:srgbClr val="C00000"/>
                </a:solidFill>
              </a:rPr>
              <a:t>Descripción por  Clúster evaluado</a:t>
            </a:r>
            <a:r>
              <a:rPr lang="es-MX" sz="1200" dirty="0">
                <a:solidFill>
                  <a:srgbClr val="C00000"/>
                </a:solidFill>
              </a:rPr>
              <a:t>:</a:t>
            </a:r>
          </a:p>
          <a:p>
            <a:pPr algn="just"/>
            <a:endParaRPr lang="es-MX" sz="500" dirty="0">
              <a:solidFill>
                <a:srgbClr val="C00000"/>
              </a:solidFill>
            </a:endParaRPr>
          </a:p>
          <a:p>
            <a:pPr algn="just"/>
            <a:r>
              <a:rPr lang="es-MX" sz="1200" b="1" dirty="0"/>
              <a:t>PORTAFOLIO Y MANEJO DE OBJECIONES: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Se debe indagar sobre las necesidades del cliente con respecto a su consumo habitual, ya sean marcas propias o de la competencia.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dirty="0"/>
              <a:t>Capacidad de atención a objeciones del mystery shopper ofreciendo los productos en orden de segmentación.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Especializado:</a:t>
            </a:r>
            <a:r>
              <a:rPr lang="es-MX" sz="1200" dirty="0"/>
              <a:t> Comunica la actividad PRO PLAN y frente a objeción ofrecimiento de Marca Excellent.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200" u="sng" dirty="0"/>
              <a:t>Moderno</a:t>
            </a:r>
            <a:r>
              <a:rPr lang="es-MX" sz="1200" dirty="0"/>
              <a:t>: Ofrecimiento de Dog Chow o Cat Chow como primera opción, ofrecimiento de alimento húmedo de Dog Chow y Félix.</a:t>
            </a:r>
          </a:p>
          <a:p>
            <a:pPr algn="just"/>
            <a:endParaRPr lang="es-MX" sz="500" dirty="0"/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ABORDAJE: </a:t>
            </a:r>
            <a:r>
              <a:rPr lang="es-MX" sz="1200" dirty="0"/>
              <a:t>Se debe realizar un abordaje proactivo en pdv (inferior a 1 min) </a:t>
            </a:r>
          </a:p>
          <a:p>
            <a:pPr algn="just"/>
            <a:endParaRPr lang="es-MX" sz="1200" b="1" dirty="0"/>
          </a:p>
          <a:p>
            <a:pPr algn="just"/>
            <a:r>
              <a:rPr lang="es-MX" sz="1200" b="1" dirty="0"/>
              <a:t>HORARIO: </a:t>
            </a:r>
            <a:r>
              <a:rPr lang="es-MX" sz="1200" dirty="0"/>
              <a:t>El asesor debe estar presente en pdv en los turnos compartidos por malla horaria.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LABOR DE VENTA:</a:t>
            </a:r>
            <a:r>
              <a:rPr lang="es-MX" sz="1200" dirty="0"/>
              <a:t> El asesor debe realizar un speech que incentive la compra de producto al mystery shopper. </a:t>
            </a:r>
          </a:p>
          <a:p>
            <a:pPr algn="just"/>
            <a:endParaRPr lang="es-MX" sz="500" dirty="0"/>
          </a:p>
          <a:p>
            <a:pPr algn="just"/>
            <a:r>
              <a:rPr lang="es-MX" sz="1200" b="1" dirty="0"/>
              <a:t>UNIFORME: 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Cumple con el código de vestimenta, limpios y en buen estado: Pantalón, Camisa, calzado.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Cabello limpio, organizado y recogido.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es-MX" sz="1200" dirty="0"/>
              <a:t>No exceso de maquillaje, accesorios no propios del uniforme, tatuajes, piercings, uñas desarregladas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B4B897-BD9D-FD79-10CF-D6D3A0F7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340" y="1665366"/>
            <a:ext cx="3794721" cy="149037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59CB3C0-71CF-EAD2-1D1A-E332759B6D0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70220" y="3425842"/>
            <a:ext cx="463336" cy="4633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8E8D94E-67B6-2800-E974-124FAA6FECCE}"/>
              </a:ext>
            </a:extLst>
          </p:cNvPr>
          <p:cNvSpPr txBox="1"/>
          <p:nvPr/>
        </p:nvSpPr>
        <p:spPr>
          <a:xfrm>
            <a:off x="958373" y="340671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F04634F-D07D-404F-563A-6E812AD6E1F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4142975"/>
            <a:ext cx="463336" cy="46333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08E1614-E063-C291-4499-257A5217CF1F}"/>
              </a:ext>
            </a:extLst>
          </p:cNvPr>
          <p:cNvSpPr txBox="1"/>
          <p:nvPr/>
        </p:nvSpPr>
        <p:spPr>
          <a:xfrm>
            <a:off x="953701" y="412384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4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F3C032D-7876-1AD4-006C-DA38B0CAE128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4936295"/>
            <a:ext cx="463336" cy="46333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D7F764D-0C61-A082-556F-4797A7D0CBAC}"/>
              </a:ext>
            </a:extLst>
          </p:cNvPr>
          <p:cNvSpPr txBox="1"/>
          <p:nvPr/>
        </p:nvSpPr>
        <p:spPr>
          <a:xfrm>
            <a:off x="953701" y="49171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4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A82CF94-B61A-04AB-525B-E4A0CD47A31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1882070"/>
            <a:ext cx="463336" cy="46333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DD5425D1-C490-9297-960B-1D462BE0020D}"/>
              </a:ext>
            </a:extLst>
          </p:cNvPr>
          <p:cNvSpPr txBox="1"/>
          <p:nvPr/>
        </p:nvSpPr>
        <p:spPr>
          <a:xfrm>
            <a:off x="968467" y="18257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Armenia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CE752634-014B-5321-AE0B-0C6B9EB474C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465548" y="2611195"/>
            <a:ext cx="463336" cy="463336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3F3CF15E-A807-2F9F-D121-CF54F1A99F15}"/>
              </a:ext>
            </a:extLst>
          </p:cNvPr>
          <p:cNvSpPr txBox="1"/>
          <p:nvPr/>
        </p:nvSpPr>
        <p:spPr>
          <a:xfrm>
            <a:off x="953701" y="2592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4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 </a:t>
            </a:r>
            <a:endParaRPr lang="es-CO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14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148BC7B-FA01-522B-AFFE-4B9D33C4532B}"/>
              </a:ext>
            </a:extLst>
          </p:cNvPr>
          <p:cNvSpPr/>
          <p:nvPr/>
        </p:nvSpPr>
        <p:spPr>
          <a:xfrm>
            <a:off x="-41188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CA0D3349-9D68-E2A3-5D11-A671C433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326341"/>
            <a:ext cx="2560659" cy="485171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F0D9E00-62B8-F581-08CE-1657F389A062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8923BB3-648E-8035-B4BA-B1B176CC9BA6}"/>
              </a:ext>
            </a:extLst>
          </p:cNvPr>
          <p:cNvSpPr/>
          <p:nvPr/>
        </p:nvSpPr>
        <p:spPr>
          <a:xfrm>
            <a:off x="9710531" y="568926"/>
            <a:ext cx="2126974" cy="395160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DATOS DE EJECUCION</a:t>
            </a:r>
            <a:endParaRPr lang="es-CO" sz="1400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517A915-85AE-5FA2-8B73-8C6D4927CC78}"/>
              </a:ext>
            </a:extLst>
          </p:cNvPr>
          <p:cNvSpPr txBox="1"/>
          <p:nvPr/>
        </p:nvSpPr>
        <p:spPr>
          <a:xfrm>
            <a:off x="2877350" y="1206672"/>
            <a:ext cx="865207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 logra impactar el panel propuesto de 14  pdv con 8 mysterys efectivos.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Detalle de la ejecución por ciudad de acuerdo con los objetivos propuestos:</a:t>
            </a:r>
            <a:br>
              <a:rPr lang="es-MX" sz="1600" dirty="0"/>
            </a:br>
            <a:endParaRPr lang="es-MX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54A186A-8BB1-885B-9A38-62E4927CA8C1}"/>
              </a:ext>
            </a:extLst>
          </p:cNvPr>
          <p:cNvSpPr txBox="1"/>
          <p:nvPr/>
        </p:nvSpPr>
        <p:spPr>
          <a:xfrm>
            <a:off x="2990334" y="200555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SHOPPER</a:t>
            </a:r>
          </a:p>
          <a:p>
            <a:r>
              <a:rPr lang="es-MX" sz="1600" dirty="0"/>
              <a:t>Diciembre</a:t>
            </a:r>
            <a:endParaRPr lang="es-CO" sz="16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BFD5C63-9190-FCFB-F015-5ECE2AE5FF00}"/>
              </a:ext>
            </a:extLst>
          </p:cNvPr>
          <p:cNvSpPr txBox="1"/>
          <p:nvPr/>
        </p:nvSpPr>
        <p:spPr>
          <a:xfrm>
            <a:off x="2877350" y="4142975"/>
            <a:ext cx="84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b="1" dirty="0"/>
              <a:t>Detalle PDV con cobertura, </a:t>
            </a:r>
            <a:r>
              <a:rPr lang="es-MX" sz="1400" b="1" dirty="0">
                <a:solidFill>
                  <a:srgbClr val="FF0000"/>
                </a:solidFill>
              </a:rPr>
              <a:t>SIN MYSTERY EFECTIVO</a:t>
            </a:r>
            <a:r>
              <a:rPr lang="es-MX" sz="1400" b="1" dirty="0"/>
              <a:t>: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DFF5AD-3D68-F213-2817-B58704EEBF3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70220" y="3425842"/>
            <a:ext cx="463336" cy="46333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B648DE9-F517-680A-77FE-9C5269FDD49B}"/>
              </a:ext>
            </a:extLst>
          </p:cNvPr>
          <p:cNvSpPr txBox="1"/>
          <p:nvPr/>
        </p:nvSpPr>
        <p:spPr>
          <a:xfrm>
            <a:off x="958373" y="3406714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88F10FF-85E8-EA23-D220-06D674F15A0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4142975"/>
            <a:ext cx="463336" cy="46333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39D84B79-BD32-B0A3-F704-E9AC6F04B23E}"/>
              </a:ext>
            </a:extLst>
          </p:cNvPr>
          <p:cNvSpPr txBox="1"/>
          <p:nvPr/>
        </p:nvSpPr>
        <p:spPr>
          <a:xfrm>
            <a:off x="953701" y="412384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2F9325AF-FF5D-54AC-BE81-B5FFD9D6B1D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4936295"/>
            <a:ext cx="463336" cy="46333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2C05AD0F-8941-0934-B4C5-97CB5F4C92FB}"/>
              </a:ext>
            </a:extLst>
          </p:cNvPr>
          <p:cNvSpPr txBox="1"/>
          <p:nvPr/>
        </p:nvSpPr>
        <p:spPr>
          <a:xfrm>
            <a:off x="953701" y="49171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F84655F-7F53-6E36-EBB0-3514BA85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1882070"/>
            <a:ext cx="463336" cy="46333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945545D6-39D7-0046-6B30-DA65767E2831}"/>
              </a:ext>
            </a:extLst>
          </p:cNvPr>
          <p:cNvSpPr txBox="1"/>
          <p:nvPr/>
        </p:nvSpPr>
        <p:spPr>
          <a:xfrm>
            <a:off x="968467" y="1825778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Armenia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A405599A-9EB7-D3C7-1270-1D559E7D60D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465548" y="2611195"/>
            <a:ext cx="463336" cy="463336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FD567A4B-64DE-FEF3-ED74-D27071673060}"/>
              </a:ext>
            </a:extLst>
          </p:cNvPr>
          <p:cNvSpPr txBox="1"/>
          <p:nvPr/>
        </p:nvSpPr>
        <p:spPr>
          <a:xfrm>
            <a:off x="953701" y="259206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 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2665C66-14E2-84C4-57EA-459BC48DB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334" y="1882070"/>
            <a:ext cx="8704800" cy="2117851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A5A0229-4DAE-55A4-735C-EC8DFE53A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334" y="4593806"/>
            <a:ext cx="8704800" cy="19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3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4B7A4-7FEE-C255-C88E-6291B7C1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DDB5FB5-DBA7-32AF-7850-44C9AB9537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7BFBC2EA-2855-C20B-54D3-EB6BED5DC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3" y="182372"/>
            <a:ext cx="2560659" cy="485171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AF4DEE6-769C-B912-0714-4AF45BCDF5A3}"/>
              </a:ext>
            </a:extLst>
          </p:cNvPr>
          <p:cNvSpPr txBox="1"/>
          <p:nvPr/>
        </p:nvSpPr>
        <p:spPr>
          <a:xfrm>
            <a:off x="2946880" y="852225"/>
            <a:ext cx="796699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600" dirty="0"/>
              <a:t>Evaluando los pdv se obtiene un resultado del Mystery de un 93% frente a los KPIS propuestos de gestión.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04800E-534E-910F-993C-E2246B4B7515}"/>
              </a:ext>
            </a:extLst>
          </p:cNvPr>
          <p:cNvCxnSpPr>
            <a:cxnSpLocks/>
          </p:cNvCxnSpPr>
          <p:nvPr/>
        </p:nvCxnSpPr>
        <p:spPr>
          <a:xfrm>
            <a:off x="2877350" y="66927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81AFCE6-2261-7527-935F-42662EFC9A0D}"/>
              </a:ext>
            </a:extLst>
          </p:cNvPr>
          <p:cNvSpPr/>
          <p:nvPr/>
        </p:nvSpPr>
        <p:spPr>
          <a:xfrm>
            <a:off x="9531626" y="486320"/>
            <a:ext cx="2335696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RESULTADOS OBTENIDOS</a:t>
            </a:r>
            <a:endParaRPr lang="es-CO" sz="14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9C5ECE4-EA9C-AB55-6217-E09024B4BBC3}"/>
              </a:ext>
            </a:extLst>
          </p:cNvPr>
          <p:cNvSpPr txBox="1"/>
          <p:nvPr/>
        </p:nvSpPr>
        <p:spPr>
          <a:xfrm>
            <a:off x="1072581" y="5706322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93%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05B9B16-CC31-890A-EB18-C198391ACA87}"/>
              </a:ext>
            </a:extLst>
          </p:cNvPr>
          <p:cNvSpPr txBox="1"/>
          <p:nvPr/>
        </p:nvSpPr>
        <p:spPr>
          <a:xfrm>
            <a:off x="168630" y="4885530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99E943-61C2-001F-2E86-6BB504A8BCA5}"/>
              </a:ext>
            </a:extLst>
          </p:cNvPr>
          <p:cNvSpPr txBox="1"/>
          <p:nvPr/>
        </p:nvSpPr>
        <p:spPr>
          <a:xfrm>
            <a:off x="2946880" y="66181"/>
            <a:ext cx="42881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b="1" dirty="0"/>
              <a:t>MYSTERY PURINA</a:t>
            </a:r>
          </a:p>
          <a:p>
            <a:r>
              <a:rPr lang="es-MX" sz="1600" dirty="0"/>
              <a:t>Diciembre</a:t>
            </a:r>
            <a:endParaRPr lang="es-CO" sz="1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D6FA386-4DA2-F905-4FF4-15EB8127A018}"/>
              </a:ext>
            </a:extLst>
          </p:cNvPr>
          <p:cNvSpPr txBox="1"/>
          <p:nvPr/>
        </p:nvSpPr>
        <p:spPr>
          <a:xfrm>
            <a:off x="2946879" y="5539275"/>
            <a:ext cx="8695924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600" dirty="0"/>
              <a:t>Las novedades identificadas se presentan en el clúster de portafolio y manejo de objeciones, específicamente en el no ofrecimiento de alimentos húmedos o de las referencias correspondientes al canal del PDV.</a:t>
            </a:r>
            <a:endParaRPr lang="es-MX" sz="1600" dirty="0">
              <a:highlight>
                <a:srgbClr val="FFFF00"/>
              </a:highlight>
              <a:latin typeface="+mj-lt"/>
            </a:endParaRPr>
          </a:p>
        </p:txBody>
      </p:sp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9953217C-18DA-CBB4-48A3-E9B18F194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015269"/>
              </p:ext>
            </p:extLst>
          </p:nvPr>
        </p:nvGraphicFramePr>
        <p:xfrm>
          <a:off x="460868" y="5189845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8DB508A3-CDE3-A29D-191F-317F77904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879" y="1491283"/>
            <a:ext cx="7110000" cy="18996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F474C2-0FBE-B9EF-7020-4B6E4CB10BE4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9136" y="2655745"/>
            <a:ext cx="463336" cy="4633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B68A462-BE41-31A8-69FF-D6173D3A9E61}"/>
              </a:ext>
            </a:extLst>
          </p:cNvPr>
          <p:cNvSpPr txBox="1"/>
          <p:nvPr/>
        </p:nvSpPr>
        <p:spPr>
          <a:xfrm>
            <a:off x="977289" y="2636617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Barranquilla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4803BB-9162-77DC-4670-75352309EE32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4464" y="3372878"/>
            <a:ext cx="463336" cy="46333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4795BA1-49BB-0171-9D95-F942997D9C2A}"/>
              </a:ext>
            </a:extLst>
          </p:cNvPr>
          <p:cNvSpPr txBox="1"/>
          <p:nvPr/>
        </p:nvSpPr>
        <p:spPr>
          <a:xfrm>
            <a:off x="972617" y="335375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3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Bogotá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613827-8FDC-2F7C-E0CC-952EB2120BFC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4464" y="4166198"/>
            <a:ext cx="463336" cy="46333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09DFE53-A330-5FD4-90DF-4AD23706C566}"/>
              </a:ext>
            </a:extLst>
          </p:cNvPr>
          <p:cNvSpPr txBox="1"/>
          <p:nvPr/>
        </p:nvSpPr>
        <p:spPr>
          <a:xfrm>
            <a:off x="972617" y="414707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Cali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16C962D5-089F-7DE9-C065-D43C5D4B9881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4464" y="1111973"/>
            <a:ext cx="463336" cy="463336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4EA3768D-C34F-7753-3AC1-CC0E4DB63584}"/>
              </a:ext>
            </a:extLst>
          </p:cNvPr>
          <p:cNvSpPr txBox="1"/>
          <p:nvPr/>
        </p:nvSpPr>
        <p:spPr>
          <a:xfrm>
            <a:off x="987383" y="1055681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 1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Armenia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4F1C8090-BA06-D129-15E3-8F80784136D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4464" y="1841098"/>
            <a:ext cx="463336" cy="463336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AFECAEE7-967D-5965-21F7-A23A2BE42051}"/>
              </a:ext>
            </a:extLst>
          </p:cNvPr>
          <p:cNvSpPr txBox="1"/>
          <p:nvPr/>
        </p:nvSpPr>
        <p:spPr>
          <a:xfrm>
            <a:off x="972617" y="1821970"/>
            <a:ext cx="1613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</a:rPr>
              <a:t>2 Mystery</a:t>
            </a:r>
          </a:p>
          <a:p>
            <a:r>
              <a:rPr lang="es-MX" sz="1600" b="1" dirty="0">
                <a:solidFill>
                  <a:schemeClr val="bg1"/>
                </a:solidFill>
              </a:rPr>
              <a:t>Medellín </a:t>
            </a:r>
            <a:endParaRPr lang="es-CO" sz="1600" b="1" dirty="0">
              <a:solidFill>
                <a:schemeClr val="bg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7D2A547A-9DF9-B042-D501-4B1575F32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403" y="3613690"/>
            <a:ext cx="8690400" cy="171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9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2952-CEA5-951C-9199-D0F42B5D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3AA2379-C49A-40FA-9945-2F2C1B3462AC}"/>
              </a:ext>
            </a:extLst>
          </p:cNvPr>
          <p:cNvSpPr/>
          <p:nvPr/>
        </p:nvSpPr>
        <p:spPr>
          <a:xfrm>
            <a:off x="8634" y="-1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1CEC5A-D5B5-03CF-4980-01896B06B9E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644BDCA9-2876-7713-D4AD-8FFE2E0B8B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ALMACÉN EL VAQUERO - ARMENIA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D63C17C-2BB4-F6F7-8DE1-1793234DF851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770501-E6E1-9A62-19AC-5020EA09D1EF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https://drive.google.com/file/d/1h76XkKtRLGdW5jfz2y3tKkr9ab0GXMuH/view?usp=drive_link</a:t>
            </a:r>
            <a:endParaRPr lang="es-CO" u="sng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EA26E1E-4ACA-672A-001E-BC93500F1F11}"/>
              </a:ext>
            </a:extLst>
          </p:cNvPr>
          <p:cNvSpPr txBox="1"/>
          <p:nvPr/>
        </p:nvSpPr>
        <p:spPr>
          <a:xfrm>
            <a:off x="3020834" y="4094081"/>
            <a:ext cx="6527898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lo primero que ofrece es la marca Alpo y no Pro Plan como debería.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>
                <a:latin typeface="+mj-lt"/>
              </a:rPr>
              <a:t>Al preguntar por qué otros productos tiene, procede a ofrecer el </a:t>
            </a:r>
            <a:r>
              <a:rPr lang="es-MX" sz="1600" dirty="0" err="1">
                <a:latin typeface="+mj-lt"/>
              </a:rPr>
              <a:t>Dog</a:t>
            </a:r>
            <a:r>
              <a:rPr lang="es-MX" sz="1600" dirty="0">
                <a:latin typeface="+mj-lt"/>
              </a:rPr>
              <a:t> </a:t>
            </a:r>
            <a:r>
              <a:rPr lang="es-MX" sz="1600" dirty="0" err="1">
                <a:latin typeface="+mj-lt"/>
              </a:rPr>
              <a:t>Chow</a:t>
            </a:r>
            <a:r>
              <a:rPr lang="es-MX" sz="1600" dirty="0">
                <a:latin typeface="+mj-lt"/>
              </a:rPr>
              <a:t>, no hace ofrecimiento ni de Excellent ni de Pro Plan, ni las características de los mismos.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76284FF0-B1E7-6358-0B01-15E6552A8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0AFD7D1-0409-B996-CE89-DC306CC8F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931" y="1014714"/>
            <a:ext cx="6526800" cy="2126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7FB0B25-E123-C368-5E26-FDA9768C6A50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74%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5284EB8-8E7C-2A7C-7570-19176BCAC098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51A6924F-738F-6944-60D2-C556DEF63E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0511484"/>
              </p:ext>
            </p:extLst>
          </p:nvPr>
        </p:nvGraphicFramePr>
        <p:xfrm>
          <a:off x="350172" y="4277066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49534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2ECE-B13F-970C-FBC8-3B7945198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005C490F-6124-9A31-37E1-1F82D5DAAA86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74BCBB5-D4EE-3CF3-7BF0-1DF6D1A212A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0E2745FE-A0F9-27E0-71F2-773BAF3F720B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LA FAVORITA DE LA 14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BARRANQUILLA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5A37219-4E80-AFD6-6C54-80902834497A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9F2CA2-9CE3-D419-32BB-88B456FF0B65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https://drive.google.com/file/d/1zHiVfRkE572FJfWFqPhNvqLeqUcwOzMn/view?usp=drive_link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A34FFA-D8B6-B012-9C6B-FFF26F57682C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63C17357-0230-100E-48E4-3703AFE1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829D2C5-B8EB-20AF-0002-57F8E1599B07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817EA1-A0D5-7B29-17C2-4283AFCEAAC6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19F78FB-322C-3091-0141-CED58396C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277390"/>
              </p:ext>
            </p:extLst>
          </p:nvPr>
        </p:nvGraphicFramePr>
        <p:xfrm>
          <a:off x="414373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31C84A89-5AE6-85C6-F783-2D03B4BDB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4" y="1071748"/>
            <a:ext cx="6526800" cy="21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60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40438-B48A-2068-E54D-91B1EDF3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6CA6D66-F9E4-488A-F33B-89704E9D24E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FCCE087-7E4C-B085-6DE4-363BE3AA271A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CC63C1B-15C6-38F0-DFCC-D05E89BDF3B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EXITO NUEVO KENNEDY 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23EDEED-8653-C9FD-FDD0-A03AA6EF10B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65E58F-2F0B-F305-4892-FC848228E513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https://drive.google.com/file/d/1zY88zzLLQHFAuzGwocahe1UQ9I3BAnu8/view?usp=drive_link</a:t>
            </a:r>
            <a:endParaRPr lang="es-CO" u="sng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51FC17-FAFA-CCAF-8F68-255ED13F0C92}"/>
              </a:ext>
            </a:extLst>
          </p:cNvPr>
          <p:cNvSpPr txBox="1"/>
          <p:nvPr/>
        </p:nvSpPr>
        <p:spPr>
          <a:xfrm>
            <a:off x="3020834" y="4094081"/>
            <a:ext cx="6527898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Tener en cuenta que no se evidencia abordaje dado que a la hora de realizar el </a:t>
            </a:r>
            <a:r>
              <a:rPr lang="es-MX" sz="1600" dirty="0" err="1"/>
              <a:t>mystery</a:t>
            </a:r>
            <a:r>
              <a:rPr lang="es-MX" sz="1600" dirty="0"/>
              <a:t> la chica estaba en el segundo piso del PDV, se informó por el grupo interno y la </a:t>
            </a:r>
            <a:r>
              <a:rPr lang="es-MX" sz="1600" dirty="0" err="1"/>
              <a:t>mercaimpulsadora</a:t>
            </a:r>
            <a:r>
              <a:rPr lang="es-MX" sz="1600" dirty="0"/>
              <a:t> baja, y cuando se encuentra con el </a:t>
            </a:r>
            <a:r>
              <a:rPr lang="es-MX" sz="1600" dirty="0" err="1"/>
              <a:t>mystery</a:t>
            </a:r>
            <a:r>
              <a:rPr lang="es-MX" sz="1600" dirty="0"/>
              <a:t>, este no se encontraba grabando, por lo cual tuvo que rodear el lineal, comenzar a grabar y proceder a realizar la </a:t>
            </a:r>
            <a:r>
              <a:rPr lang="es-MX" sz="1600"/>
              <a:t>evaluación.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/>
              <a:t>Se </a:t>
            </a:r>
            <a:r>
              <a:rPr lang="es-MX" sz="1600" dirty="0"/>
              <a:t>evidencia que n</a:t>
            </a:r>
            <a:r>
              <a:rPr lang="es-ES" sz="1600" dirty="0"/>
              <a:t>o realiza ofrecimiento de alimento húmedo.</a:t>
            </a:r>
            <a:endParaRPr lang="es-MX" sz="1600" dirty="0">
              <a:latin typeface="+mj-lt"/>
            </a:endParaRP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753213D4-329B-A371-2681-78C92E0F44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773F30F-9609-4EF9-8301-971C1C1E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931" y="1071748"/>
            <a:ext cx="6526800" cy="2126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32F875D-65A1-9D05-6F94-2155A048ADA3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84%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B8941FB-E62B-F508-399F-E9695C3CFEBD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642EF539-93C7-51A8-4C13-F39CA6ECAC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9526074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02810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978A-D444-3F40-7551-F51BA533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33DBF28-D28F-A28C-E933-53606715D32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02DFC6C-3CE6-6BA3-6E86-33276B7A78C7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A41E931-A346-1F4E-21EA-085246D6B7DF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PUPPIS SANTA BÁRBARA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623B81A-8A17-AA44-4A66-168C25A8895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8C0FEB-B1EF-8F9C-5FFE-58E4F944BBEA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https://drive.google.com/file/d/1qZMgjh-ApLFbGwiEOSMbPFSaZWIDG5ZE/view?usp=drive_link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0A9DD0-76B8-C5FA-0194-C6F9BBAD8723}"/>
              </a:ext>
            </a:extLst>
          </p:cNvPr>
          <p:cNvSpPr txBox="1"/>
          <p:nvPr/>
        </p:nvSpPr>
        <p:spPr>
          <a:xfrm>
            <a:off x="3020834" y="4094081"/>
            <a:ext cx="652789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n</a:t>
            </a:r>
            <a:r>
              <a:rPr lang="es-ES" sz="1600" dirty="0"/>
              <a:t>o realiza ofrecimiento de alimento húmedo, ni enfatiza en packs por temas de precio.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E8789DD6-2E0C-C6DB-3C64-B79675115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0021CBB-CEA7-F394-74AD-3CA339A3B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931" y="1059996"/>
            <a:ext cx="6526800" cy="212641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9966C62-E72F-1BDE-2BA0-01B2D537C388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97%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502521-10FB-513B-C36C-068D8C3F501B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98BF01E-6D3E-D89A-7A26-610C78F6E1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695169"/>
              </p:ext>
            </p:extLst>
          </p:nvPr>
        </p:nvGraphicFramePr>
        <p:xfrm>
          <a:off x="414373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32973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582F1-85EF-2DAE-5602-6A2F51F2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318390-8609-48FF-8E16-AC665A6B75B0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7FA2B94-3270-6E92-1406-6D1EC179AE04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97E09F39-4408-19A7-D842-CF4C9645A55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DIVERPOOL MULTIPLAZA -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BOGOTÁ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4AF4B0D-08C3-86A5-C9B1-B6E0E6D55408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Análisis Material de Video: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217ECE-9516-175F-2CD0-1FD6F899948D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https://drive.google.com/file/d/1L9MYvTKvzz5wzRJ5deRQiOVrzg6j1PQt/view?usp=drive_link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D69974-CDB9-5C50-8801-1B87EDD7B436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que </a:t>
            </a:r>
            <a:r>
              <a:rPr lang="es-ES" sz="1600" dirty="0"/>
              <a:t>lo primero que ofrece es Excellent y no Proplan como debería, luego si la ofrece y comienza a explicar las diferencias y beneficios de una u otra, adicional a ello, en ningún momento ofrece alimento húmedo al mystery.</a:t>
            </a:r>
            <a:endParaRPr lang="es-MX" sz="1600" dirty="0">
              <a:latin typeface="+mj-lt"/>
            </a:endParaRPr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897C30DE-82BD-BC49-5DD1-7E0806999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3E3CDA7-7247-F21B-C3EA-965AADAF3969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93%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509D0A-A194-D5FF-46F2-B8259FBD9FC1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3981CE66-AA70-D50D-353A-DC2CC6FED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789925"/>
              </p:ext>
            </p:extLst>
          </p:nvPr>
        </p:nvGraphicFramePr>
        <p:xfrm>
          <a:off x="350172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5616F070-CDD9-89A1-D4C1-5E55EC32B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834" y="1018209"/>
            <a:ext cx="6526800" cy="21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45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6ABA-A21B-784E-0380-B31F1782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E15EFD-C1BB-4964-CEE4-0E8CA1935982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0EECC38-B9CF-1773-F157-058CAE5C7CD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40D3D79F-D951-5092-92BD-7516AF33A047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DEGANADO NORTE 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</a:t>
            </a:r>
            <a:r>
              <a:rPr lang="es-ES" dirty="0">
                <a:latin typeface="Franklin Gothic Demi" panose="020B0703020102020204" pitchFamily="34" charset="0"/>
              </a:rPr>
              <a:t>Especializado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597333C-BC97-80CA-6FD8-C46A6ECB31CC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CCF8FF6-1B5E-574E-2C52-7C31631F6CA0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https://drive.google.com/file/d/1ciefmJ1HIgaQdz0h8bGmRN1RcRu4UZV4/view?usp=drive_link</a:t>
            </a:r>
            <a:endParaRPr lang="es-CO" u="sng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C914B2D-3E41-6132-155D-E32BF9F79373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124DE5CA-B0B8-F208-0CE2-9A20D309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AE94D9E-4720-1AEE-3EB1-CFD1FDCFC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4" y="1017962"/>
            <a:ext cx="6526800" cy="212641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56F2D4A-F7FE-77A8-656A-11A66F175425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7826ECB-F685-1889-B281-B932F78A3AD9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6EAB1BD1-3581-504B-3352-C25477B2F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819206"/>
              </p:ext>
            </p:extLst>
          </p:nvPr>
        </p:nvGraphicFramePr>
        <p:xfrm>
          <a:off x="414373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24735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5C583-30AC-B1A0-6FB7-A1FA49CD1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8EF85BB-DDA1-52BA-23D4-A906B23920E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5DF874F7-1701-6EAB-119B-606A35E5C30B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784C140-4A51-7306-3503-01E521742EF0}"/>
              </a:ext>
            </a:extLst>
          </p:cNvPr>
          <p:cNvSpPr txBox="1"/>
          <p:nvPr/>
        </p:nvSpPr>
        <p:spPr>
          <a:xfrm>
            <a:off x="2860851" y="165181"/>
            <a:ext cx="7492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CHALO 4 -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  <a:p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C33DC76-392D-CBAE-D51F-FC40AB265E6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rgbClr val="E81C24"/>
          </a:solidFill>
          <a:ln>
            <a:solidFill>
              <a:srgbClr val="AA0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/>
              <a:t>Análisis Material de Video: </a:t>
            </a:r>
          </a:p>
        </p:txBody>
      </p:sp>
      <p:pic>
        <p:nvPicPr>
          <p:cNvPr id="5" name="Imagen 4" descr="Icono&#10;&#10;Descripción generada automáticamente">
            <a:extLst>
              <a:ext uri="{FF2B5EF4-FFF2-40B4-BE49-F238E27FC236}">
                <a16:creationId xmlns:a16="http://schemas.microsoft.com/office/drawing/2014/main" id="{BC011137-AAE8-2EC2-B039-A06D0110A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83AAA8C-61BD-7E81-9FC4-5BC0655A1099}"/>
              </a:ext>
            </a:extLst>
          </p:cNvPr>
          <p:cNvSpPr txBox="1"/>
          <p:nvPr/>
        </p:nvSpPr>
        <p:spPr>
          <a:xfrm>
            <a:off x="3020834" y="3322958"/>
            <a:ext cx="65278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3"/>
              </a:rPr>
              <a:t>https://drive.google.com/file/d/1S-khUlx15wi0Ck_m8BYd0-KLO2z-x_oa/view?usp=drive_link</a:t>
            </a:r>
            <a:endParaRPr lang="es-CO" u="sng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6D7474-AA42-EBBF-277C-EAB94D47E0D9}"/>
              </a:ext>
            </a:extLst>
          </p:cNvPr>
          <p:cNvSpPr txBox="1"/>
          <p:nvPr/>
        </p:nvSpPr>
        <p:spPr>
          <a:xfrm>
            <a:off x="3020834" y="4094081"/>
            <a:ext cx="652789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600" b="1" dirty="0"/>
              <a:t>Detalle de novedades: </a:t>
            </a:r>
          </a:p>
          <a:p>
            <a:endParaRPr lang="es-MX" sz="1600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s-MX" sz="1600" dirty="0"/>
              <a:t>Se evidencia excelente presentación personal, realiza abordaje proactivo, de acuerdo a las necesidades del cliente hace ofrecimiento correcto de los productos de la marca, conoce las dinámicas del PDV,  en general muy buena labor de venta.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DB5C615-9635-73AA-333F-93E06866D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834" y="1017962"/>
            <a:ext cx="6526800" cy="212641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F5E26FD-0B6B-7078-E238-B327770F9319}"/>
              </a:ext>
            </a:extLst>
          </p:cNvPr>
          <p:cNvSpPr txBox="1"/>
          <p:nvPr/>
        </p:nvSpPr>
        <p:spPr>
          <a:xfrm>
            <a:off x="961885" y="4790081"/>
            <a:ext cx="1085921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  <a:latin typeface="Franklin Gothic Demi"/>
              </a:rPr>
              <a:t>100%</a:t>
            </a:r>
            <a:endParaRPr lang="es-CO" sz="2000" b="1" dirty="0">
              <a:solidFill>
                <a:schemeClr val="bg1"/>
              </a:solidFill>
              <a:latin typeface="Franklin Gothic Demi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1966D63-DF05-6677-12C3-757198261443}"/>
              </a:ext>
            </a:extLst>
          </p:cNvPr>
          <p:cNvSpPr txBox="1"/>
          <p:nvPr/>
        </p:nvSpPr>
        <p:spPr>
          <a:xfrm>
            <a:off x="57934" y="3969289"/>
            <a:ext cx="2432257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400" u="sng" dirty="0">
                <a:solidFill>
                  <a:schemeClr val="bg1"/>
                </a:solidFill>
                <a:latin typeface="Franklin Gothic Demi" panose="020B0703020102020204" pitchFamily="34" charset="0"/>
              </a:rPr>
              <a:t>RESULTADOS MYSTERY</a:t>
            </a:r>
            <a:endParaRPr lang="es-CO" sz="1200" u="sng" dirty="0">
              <a:solidFill>
                <a:schemeClr val="bg1"/>
              </a:solidFill>
              <a:latin typeface="Franklin Gothic Demi" panose="020B0703020102020204" pitchFamily="34" charset="0"/>
            </a:endParaRP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D5909C9E-5B44-6BE9-2775-97E47555E8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5635878"/>
              </p:ext>
            </p:extLst>
          </p:nvPr>
        </p:nvGraphicFramePr>
        <p:xfrm>
          <a:off x="414373" y="4288431"/>
          <a:ext cx="1847779" cy="140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2598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F0ED-2881-9C42-2292-92FFD6F9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02CAD49-71B0-6960-B7E9-CCA1A2FF9A05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9119ADF-8470-D451-2D33-1C9922DDF85D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5B71B624-8335-4512-DA4C-EF7EE64FF616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ÉXITO COLINA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BOGOTA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AD48C2-AD22-F75F-A0D1-D3FA508FF326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18CA6F3-BE07-4244-7D5E-6E7D573F23B6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EE4ACA-59EE-FFEC-19FE-E9C36071562E}"/>
              </a:ext>
            </a:extLst>
          </p:cNvPr>
          <p:cNvSpPr txBox="1"/>
          <p:nvPr/>
        </p:nvSpPr>
        <p:spPr>
          <a:xfrm>
            <a:off x="2877350" y="3428999"/>
            <a:ext cx="6611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https://drive.google.com/file/d/1AFXtSDmMkQQM7dT75cdVB4m2Ua0ryjDM/view?usp=drive_link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https://drive.google.com/file/d/1Fi58Z2ON2w4jg61-6EtrOnNe6Ki2-4Qf/view?usp=drive_link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DFFE4B8-13FB-ABB0-BFBC-74FFCE8618FA}"/>
              </a:ext>
            </a:extLst>
          </p:cNvPr>
          <p:cNvSpPr txBox="1"/>
          <p:nvPr/>
        </p:nvSpPr>
        <p:spPr>
          <a:xfrm>
            <a:off x="2877350" y="2574987"/>
            <a:ext cx="661142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ENCUENTRA ASESOR EN PUNTO DE VENTA, SE ESPERA POR MÁS DE 45 MINUTOS Y NO ES POSIBLE CONTACTARLO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127EEF72-AF88-03B9-7DC5-5042AE633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4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9AAED-2E75-B71A-A2D9-328AABB6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2CF8E1-BED8-512A-5A9F-21A65B221B31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183F9AC-87AC-86CD-9CF5-1FA27CD6D6A5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E0755C9-F902-B34D-6239-108938F65330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ÉXITO UNICALI 056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4A03DF-2E55-4956-D9D8-5F63081DCE94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A61BE2E-EECA-AB5C-381E-CFF96801BAD5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D3FD66-6531-A03D-6E03-3D626C94E529}"/>
              </a:ext>
            </a:extLst>
          </p:cNvPr>
          <p:cNvSpPr txBox="1"/>
          <p:nvPr/>
        </p:nvSpPr>
        <p:spPr>
          <a:xfrm>
            <a:off x="2877350" y="3671585"/>
            <a:ext cx="6611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https://drive.google.com/file/d/15Q3vYU9RXc2sRr1POOPjF9UZeAaIpEO4/view?usp=drive_link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https://drive.google.com/file/d/18VdrYX9bFyKcRitulky7itQKSM-vi9-W/view?usp=drive_link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559819E-5FD5-CE1E-7815-804A3BF6704D}"/>
              </a:ext>
            </a:extLst>
          </p:cNvPr>
          <p:cNvSpPr txBox="1"/>
          <p:nvPr/>
        </p:nvSpPr>
        <p:spPr>
          <a:xfrm>
            <a:off x="2877350" y="2574987"/>
            <a:ext cx="661142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VISITA EL PDV Y NO ESTA LA MERCAIMPULSADORA DE PURINA, SE PREGUNTA EN EL GRUPO Y NADIE DA RESPUESTA, SE ESPERAN 45 MINUTOS Y NO LLEGA AL PDV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33DA3463-F7E7-68CC-3478-E02140DB4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0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3EFF0-BB2B-7D61-E99C-1B8ACFA7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2CDE726-C6C8-4FE5-48AC-556ACACE7ED9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62FBB4-B3ED-F690-68BE-0EC4D3105411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1D597E10-5E96-5D8D-DD9F-C1458A1A28B3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JUMBO PREMIER LIMONAR </a:t>
            </a:r>
            <a:r>
              <a:rPr lang="es-MX" sz="1800" b="1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8C7F02-7BAA-19D6-D835-2B4A8FAE6AFD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50FE7C6-FAE2-0D72-69DA-12C7347D1059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15BB64-CDEF-C128-136A-F083E56E3E9D}"/>
              </a:ext>
            </a:extLst>
          </p:cNvPr>
          <p:cNvSpPr txBox="1"/>
          <p:nvPr/>
        </p:nvSpPr>
        <p:spPr>
          <a:xfrm>
            <a:off x="2877350" y="3445908"/>
            <a:ext cx="6611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https://drive.google.com/file/d/1zeU6ksY3YkAgzKujzITzVPfbG3SIL4N0/view?usp=drive_link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https://drive.google.com/file/d/1LEaFbB58pOx1tVWP-zN_psuxvuTXqgeW/view?usp=drive_link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2ACFD-629D-114F-A84D-596439D33DBA}"/>
              </a:ext>
            </a:extLst>
          </p:cNvPr>
          <p:cNvSpPr txBox="1"/>
          <p:nvPr/>
        </p:nvSpPr>
        <p:spPr>
          <a:xfrm>
            <a:off x="2877350" y="2574987"/>
            <a:ext cx="661142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VISITA EL PDV Y NO ESTA LA MERCAIMPULSAODRA, SE PREGUNTA EN EL GRUPO DE NESTLE E INFORMAN QUE ESTA RETRAZADA EN LA RUTA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00ABC28D-AC16-82EB-7CCF-31B919CA1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44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9DA39-AD42-484D-A9CC-1AB392122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9381751-9BB3-F2B7-906E-C67F23FE5B7D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68319F0-5F61-E9CE-2142-668BBA87EE96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D1F7406-A52E-83AE-7C6F-FCA8BE1FDAE4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AUTOSERVICIO MERCAUNION - CALI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Tradicional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3F8771-1F50-1FC8-4891-5D085473FEFD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E1FF7A7-B7B0-1034-93D7-9F4E7E8DC78D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95DA60-60A8-55A6-E7F8-BF942B25DBB6}"/>
              </a:ext>
            </a:extLst>
          </p:cNvPr>
          <p:cNvSpPr txBox="1"/>
          <p:nvPr/>
        </p:nvSpPr>
        <p:spPr>
          <a:xfrm>
            <a:off x="2877350" y="3599797"/>
            <a:ext cx="6611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https://drive.google.com/file/d/1hfUk7aN2oy9cevtqsmsTewKWYCGjLFMf/view?usp=drive_link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https://drive.google.com/file/d/1sp5l8ucBrqBMbtFfZ_H65aeUAYuGUskN/view?usp=drive_link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63C00C-E261-3657-B453-7232F5411119}"/>
              </a:ext>
            </a:extLst>
          </p:cNvPr>
          <p:cNvSpPr txBox="1"/>
          <p:nvPr/>
        </p:nvSpPr>
        <p:spPr>
          <a:xfrm>
            <a:off x="2877350" y="2574987"/>
            <a:ext cx="661142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SE VISITA EL PDV Y NO ESTA LA MERCAIMPULSADORA, SE PREGUNTA EN EL GRUPO DE NESTLE E INFORMAN QUE ESTA EN UN EVENTO Y NO VA A REALIZAR EL PDV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A94F6AF4-676D-2901-EF24-6DEB3053E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094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1212-1345-9420-51D9-8585367F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F6DA48E-6AA1-FA39-97BF-1BE798A7C66F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B830FDF-3A0B-491B-91B7-EA42C34D709F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05F71CB-0167-DE82-86CB-D222CB1E628D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ÉXITO POBLADO WOW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E74A0C-1678-0A1E-CE23-D1560DAFD807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332EFD4-CAB9-87D2-4300-49E41A9814BF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9AE3A56-6F50-67B1-EE9B-1F756069B0C9}"/>
              </a:ext>
            </a:extLst>
          </p:cNvPr>
          <p:cNvSpPr txBox="1"/>
          <p:nvPr/>
        </p:nvSpPr>
        <p:spPr>
          <a:xfrm>
            <a:off x="2877350" y="3445908"/>
            <a:ext cx="6611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https://drive.google.com/file/d/1_p9Cs3wS5c7IsSMjeUs1Vznr58QETgd_/view?usp=drive_link</a:t>
            </a:r>
            <a:endParaRPr lang="es-CO" u="sng" dirty="0"/>
          </a:p>
          <a:p>
            <a:endParaRPr lang="es-CO" u="sng" dirty="0"/>
          </a:p>
          <a:p>
            <a:r>
              <a:rPr lang="es-CO" dirty="0">
                <a:hlinkClick r:id="rId3"/>
              </a:rPr>
              <a:t>https://drive.google.com/file/d/12Qvlp7_5am4zJVHrjz75uRK1ij1XSJtZ/view?usp=drive_link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8B08CF-4269-8417-9D13-DC9CAB371068}"/>
              </a:ext>
            </a:extLst>
          </p:cNvPr>
          <p:cNvSpPr txBox="1"/>
          <p:nvPr/>
        </p:nvSpPr>
        <p:spPr>
          <a:xfrm>
            <a:off x="2877350" y="2574987"/>
            <a:ext cx="661142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ENCUENTRA ASESOR EN PUNTO DE VENTA, SE ESPERA POR MÁS DE 45 MINUTOS Y NO ES POSIBLE CONTACTARLO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11FB4EE6-F677-73F9-EE6F-05C0FD755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697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D83D-C4E1-7205-76BB-BDB3AAA9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45542A99-7D33-CFFB-F9CA-9F6A834EDC92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A950B5B-3C41-8203-D122-208EDD0E1F9C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C6DC0486-F6AC-AE05-C2C2-135864FA8C1E}"/>
              </a:ext>
            </a:extLst>
          </p:cNvPr>
          <p:cNvSpPr txBox="1"/>
          <p:nvPr/>
        </p:nvSpPr>
        <p:spPr>
          <a:xfrm>
            <a:off x="2877350" y="114934"/>
            <a:ext cx="5842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rgbClr val="000000"/>
                </a:solidFill>
                <a:latin typeface="Aptos Narrow" panose="020B0004020202020204" pitchFamily="34" charset="0"/>
              </a:rPr>
              <a:t>ÉXITO VIVA ENVIGADO WOW - MEDELLIN</a:t>
            </a:r>
            <a:br>
              <a:rPr lang="es-MX" dirty="0">
                <a:latin typeface="Franklin Gothic Demi" panose="020B0703020102020204" pitchFamily="34" charset="0"/>
              </a:rPr>
            </a:br>
            <a:r>
              <a:rPr lang="es-MX" dirty="0">
                <a:latin typeface="Franklin Gothic Demi" panose="020B0703020102020204" pitchFamily="34" charset="0"/>
              </a:rPr>
              <a:t>Canal Moderno</a:t>
            </a:r>
            <a:endParaRPr lang="es-CO" dirty="0">
              <a:latin typeface="Franklin Gothic Demi" panose="020B07030201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1BCAD41-8106-F5F8-B5C0-9FEE2341BBAC}"/>
              </a:ext>
            </a:extLst>
          </p:cNvPr>
          <p:cNvSpPr txBox="1"/>
          <p:nvPr/>
        </p:nvSpPr>
        <p:spPr>
          <a:xfrm>
            <a:off x="7966173" y="2051767"/>
            <a:ext cx="3818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s-MX" sz="1400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s-MX" sz="1400" dirty="0">
              <a:solidFill>
                <a:srgbClr val="0D0D0D"/>
              </a:solidFill>
              <a:latin typeface="ui-sans-serif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027CB03-CD8B-81A2-D532-F8F403656D54}"/>
              </a:ext>
            </a:extLst>
          </p:cNvPr>
          <p:cNvSpPr/>
          <p:nvPr/>
        </p:nvSpPr>
        <p:spPr>
          <a:xfrm>
            <a:off x="8048847" y="628560"/>
            <a:ext cx="3818475" cy="29309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Soporte Video – Visitas no Efectivas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9052B9-BE0B-FE50-87A7-95F3AC5EB5A7}"/>
              </a:ext>
            </a:extLst>
          </p:cNvPr>
          <p:cNvSpPr txBox="1"/>
          <p:nvPr/>
        </p:nvSpPr>
        <p:spPr>
          <a:xfrm>
            <a:off x="2877350" y="3599797"/>
            <a:ext cx="6611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u="sng" dirty="0">
                <a:hlinkClick r:id="rId2"/>
              </a:rPr>
              <a:t>https://drive.google.com/file/d/1kGlRBWfhU-80ZIAoN3lgA5MCl_Pbu9dw/view?usp=drive_link</a:t>
            </a:r>
            <a:endParaRPr lang="es-CO" u="sng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5DA805-5B6D-34AD-15B2-324207EED0F8}"/>
              </a:ext>
            </a:extLst>
          </p:cNvPr>
          <p:cNvSpPr txBox="1"/>
          <p:nvPr/>
        </p:nvSpPr>
        <p:spPr>
          <a:xfrm>
            <a:off x="2877350" y="2574987"/>
            <a:ext cx="661142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dirty="0"/>
              <a:t>NO SE ENCUENTRA LA MERCAIMPULSADORA EN LA TIENDA, SE NOTIFICA EN EL GRUPO DEL CLIENTE E INDICAN QUE LE REALIZARON CAMBIO DE HORARIO, PERO NO NOTIFICARON LA NOVEDAD A TIEMPO </a:t>
            </a:r>
            <a:endParaRPr lang="es-MX" sz="1600" dirty="0">
              <a:highlight>
                <a:srgbClr val="C0C0C0"/>
              </a:highlight>
            </a:endParaRP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B092B85F-7CEA-E71E-4E4F-AF5413DC8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07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D363-22FB-0167-1AEC-42103661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CEC202C-0003-BB2D-42EE-0B4435FB8D1C}"/>
              </a:ext>
            </a:extLst>
          </p:cNvPr>
          <p:cNvSpPr/>
          <p:nvPr/>
        </p:nvSpPr>
        <p:spPr>
          <a:xfrm>
            <a:off x="1" y="0"/>
            <a:ext cx="2676526" cy="6858000"/>
          </a:xfrm>
          <a:prstGeom prst="rect">
            <a:avLst/>
          </a:prstGeom>
          <a:solidFill>
            <a:srgbClr val="E81C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5D53E87-9F23-A22C-2547-0DF1F4F52E98}"/>
              </a:ext>
            </a:extLst>
          </p:cNvPr>
          <p:cNvCxnSpPr>
            <a:cxnSpLocks/>
          </p:cNvCxnSpPr>
          <p:nvPr/>
        </p:nvCxnSpPr>
        <p:spPr>
          <a:xfrm>
            <a:off x="2877350" y="811512"/>
            <a:ext cx="897347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EAEC1A9-BC3E-83F3-7E36-EA16B624E7FE}"/>
              </a:ext>
            </a:extLst>
          </p:cNvPr>
          <p:cNvSpPr txBox="1"/>
          <p:nvPr/>
        </p:nvSpPr>
        <p:spPr>
          <a:xfrm>
            <a:off x="2877350" y="272904"/>
            <a:ext cx="614362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>
                <a:latin typeface="Franklin Gothic Demi"/>
              </a:rPr>
              <a:t>PLANES DE ACCIÓN</a:t>
            </a:r>
            <a:endParaRPr lang="es-MX" dirty="0">
              <a:latin typeface="Franklin Gothic Demi" panose="020B07030201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6363B1-09DA-100B-8CBE-639B6623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915" y="1239571"/>
            <a:ext cx="879790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/>
              <a:t>Portafolio y Manejo de Objeciones: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Capacitación en argumentación de ventas: Realizar talleres prácticos sobre los beneficios del portafolio y cómo responder objeciones comunes.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Guías rápidas de objeciones: Crear material de consulta rápida con respuestas efectivas a dudas frecuentes.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Role </a:t>
            </a:r>
            <a:r>
              <a:rPr lang="es-CO" altLang="es-CO" sz="1600" dirty="0" err="1"/>
              <a:t>playing</a:t>
            </a:r>
            <a:r>
              <a:rPr lang="es-CO" altLang="es-CO" sz="1600" dirty="0"/>
              <a:t> semanal: Simulaciones de ventas para mejorar la confianza en la argumentación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altLang="es-CO" sz="1600" dirty="0"/>
          </a:p>
          <a:p>
            <a:r>
              <a:rPr lang="es-CO" sz="1600" b="1" dirty="0"/>
              <a:t>Labor de Venta</a:t>
            </a:r>
            <a:r>
              <a:rPr lang="es-CO" sz="1600" dirty="0"/>
              <a:t> </a:t>
            </a:r>
            <a:r>
              <a:rPr lang="es-MX" sz="1600" b="1" dirty="0"/>
              <a:t>: </a:t>
            </a:r>
            <a:endParaRPr lang="es-CO" altLang="es-CO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Entrenamiento en técnicas de cierre de ventas: Reforzar la venta consultiva con enfoque en necesidades del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Seguimiento con evaluaciones internas: </a:t>
            </a:r>
            <a:r>
              <a:rPr lang="es-CO" altLang="es-CO" sz="1600" dirty="0" err="1"/>
              <a:t>Mistery</a:t>
            </a:r>
            <a:r>
              <a:rPr lang="es-CO" altLang="es-CO" sz="1600" dirty="0"/>
              <a:t> </a:t>
            </a:r>
            <a:r>
              <a:rPr lang="es-CO" altLang="es-CO" sz="1600" dirty="0" err="1"/>
              <a:t>shoppers</a:t>
            </a:r>
            <a:r>
              <a:rPr lang="es-CO" altLang="es-CO" sz="1600" dirty="0"/>
              <a:t> internos para validar mejoras.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altLang="es-CO" sz="1600" dirty="0"/>
              <a:t>Incentivos por conversión: Recompensar a asesores con mayores tasas de cierre.</a:t>
            </a:r>
          </a:p>
        </p:txBody>
      </p:sp>
      <p:pic>
        <p:nvPicPr>
          <p:cNvPr id="2" name="Imagen 1" descr="Icono&#10;&#10;Descripción generada automáticamente">
            <a:extLst>
              <a:ext uri="{FF2B5EF4-FFF2-40B4-BE49-F238E27FC236}">
                <a16:creationId xmlns:a16="http://schemas.microsoft.com/office/drawing/2014/main" id="{573C6342-79EA-66F6-3FE9-DED0F002C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4" y="3186414"/>
            <a:ext cx="2560659" cy="4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40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A310A980BBAC44A75191F65BAE12E7" ma:contentTypeVersion="17" ma:contentTypeDescription="Crear nuevo documento." ma:contentTypeScope="" ma:versionID="1b66a577699fb63061267e374f5870ae">
  <xsd:schema xmlns:xsd="http://www.w3.org/2001/XMLSchema" xmlns:xs="http://www.w3.org/2001/XMLSchema" xmlns:p="http://schemas.microsoft.com/office/2006/metadata/properties" xmlns:ns3="e523bf45-09fb-4f9b-aa49-e403c0417b10" xmlns:ns4="726c8eaf-14c1-4e89-a6e9-59524033e4a7" targetNamespace="http://schemas.microsoft.com/office/2006/metadata/properties" ma:root="true" ma:fieldsID="1778c55661338f28ad7931875976b49f" ns3:_="" ns4:_="">
    <xsd:import namespace="e523bf45-09fb-4f9b-aa49-e403c0417b10"/>
    <xsd:import namespace="726c8eaf-14c1-4e89-a6e9-59524033e4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3bf45-09fb-4f9b-aa49-e403c0417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c8eaf-14c1-4e89-a6e9-59524033e4a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23bf45-09fb-4f9b-aa49-e403c0417b10" xsi:nil="true"/>
  </documentManagement>
</p:properties>
</file>

<file path=customXml/itemProps1.xml><?xml version="1.0" encoding="utf-8"?>
<ds:datastoreItem xmlns:ds="http://schemas.openxmlformats.org/officeDocument/2006/customXml" ds:itemID="{DFC701C1-7C78-499B-B1A4-7BF88100E1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23bf45-09fb-4f9b-aa49-e403c0417b10"/>
    <ds:schemaRef ds:uri="726c8eaf-14c1-4e89-a6e9-59524033e4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4E4501-7E14-43A4-96E9-4CECCAB4F3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446356-CFDD-47F4-A1AC-D66587E12E15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e523bf45-09fb-4f9b-aa49-e403c0417b10"/>
    <ds:schemaRef ds:uri="http://purl.org/dc/elements/1.1/"/>
    <ds:schemaRef ds:uri="http://purl.org/dc/dcmitype/"/>
    <ds:schemaRef ds:uri="726c8eaf-14c1-4e89-a6e9-59524033e4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6008</TotalTime>
  <Words>3019</Words>
  <Application>Microsoft Office PowerPoint</Application>
  <PresentationFormat>Panorámica</PresentationFormat>
  <Paragraphs>368</Paragraphs>
  <Slides>33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Aptos Narrow</vt:lpstr>
      <vt:lpstr>Arial</vt:lpstr>
      <vt:lpstr>Franklin Gothic Demi</vt:lpstr>
      <vt:lpstr>ui-sans-serif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Angie Lorena Gomez Romero</dc:creator>
  <cp:lastModifiedBy>Diego Raul Guerrero Anaya</cp:lastModifiedBy>
  <cp:revision>35</cp:revision>
  <dcterms:created xsi:type="dcterms:W3CDTF">2024-07-23T15:31:20Z</dcterms:created>
  <dcterms:modified xsi:type="dcterms:W3CDTF">2026-01-09T18:26:23Z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64e5b13-2d98-4ce3-adad-008bcee42cb2_Enabled">
    <vt:lpwstr>true</vt:lpwstr>
  </property>
  <property fmtid="{D5CDD505-2E9C-101B-9397-08002B2CF9AE}" pid="3" name="MSIP_Label_b64e5b13-2d98-4ce3-adad-008bcee42cb2_SetDate">
    <vt:lpwstr>2025-02-18T12:54:11Z</vt:lpwstr>
  </property>
  <property fmtid="{D5CDD505-2E9C-101B-9397-08002B2CF9AE}" pid="4" name="MSIP_Label_b64e5b13-2d98-4ce3-adad-008bcee42cb2_Method">
    <vt:lpwstr>Standard</vt:lpwstr>
  </property>
  <property fmtid="{D5CDD505-2E9C-101B-9397-08002B2CF9AE}" pid="5" name="MSIP_Label_b64e5b13-2d98-4ce3-adad-008bcee42cb2_Name">
    <vt:lpwstr>Información Confidencial</vt:lpwstr>
  </property>
  <property fmtid="{D5CDD505-2E9C-101B-9397-08002B2CF9AE}" pid="6" name="MSIP_Label_b64e5b13-2d98-4ce3-adad-008bcee42cb2_SiteId">
    <vt:lpwstr>d2bc208e-4fff-4078-b5ac-f69a6a266ff3</vt:lpwstr>
  </property>
  <property fmtid="{D5CDD505-2E9C-101B-9397-08002B2CF9AE}" pid="7" name="MSIP_Label_b64e5b13-2d98-4ce3-adad-008bcee42cb2_ActionId">
    <vt:lpwstr>cc883d48-43a9-431b-b437-4e3ce90acde8</vt:lpwstr>
  </property>
  <property fmtid="{D5CDD505-2E9C-101B-9397-08002B2CF9AE}" pid="8" name="MSIP_Label_b64e5b13-2d98-4ce3-adad-008bcee42cb2_ContentBits">
    <vt:lpwstr>0</vt:lpwstr>
  </property>
  <property fmtid="{D5CDD505-2E9C-101B-9397-08002B2CF9AE}" pid="9" name="MSIP_Label_b64e5b13-2d98-4ce3-adad-008bcee42cb2_Tag">
    <vt:lpwstr>10, 3, 0, 2</vt:lpwstr>
  </property>
  <property fmtid="{D5CDD505-2E9C-101B-9397-08002B2CF9AE}" pid="10" name="ContentTypeId">
    <vt:lpwstr>0x0101009FA310A980BBAC44A75191F65BAE12E7</vt:lpwstr>
  </property>
</Properties>
</file>