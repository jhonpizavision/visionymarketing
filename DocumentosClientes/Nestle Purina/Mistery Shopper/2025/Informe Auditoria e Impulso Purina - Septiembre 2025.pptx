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1"/>
  </p:notesMasterIdLst>
  <p:sldIdLst>
    <p:sldId id="332" r:id="rId5"/>
    <p:sldId id="333" r:id="rId6"/>
    <p:sldId id="334" r:id="rId7"/>
    <p:sldId id="354" r:id="rId8"/>
    <p:sldId id="353" r:id="rId9"/>
    <p:sldId id="379" r:id="rId10"/>
    <p:sldId id="393" r:id="rId11"/>
    <p:sldId id="389" r:id="rId12"/>
    <p:sldId id="390" r:id="rId13"/>
    <p:sldId id="391" r:id="rId14"/>
    <p:sldId id="394" r:id="rId15"/>
    <p:sldId id="395" r:id="rId16"/>
    <p:sldId id="396" r:id="rId17"/>
    <p:sldId id="331" r:id="rId18"/>
    <p:sldId id="276" r:id="rId19"/>
    <p:sldId id="257" r:id="rId20"/>
    <p:sldId id="378" r:id="rId21"/>
    <p:sldId id="344" r:id="rId22"/>
    <p:sldId id="399" r:id="rId23"/>
    <p:sldId id="312" r:id="rId24"/>
    <p:sldId id="398" r:id="rId25"/>
    <p:sldId id="401" r:id="rId26"/>
    <p:sldId id="402" r:id="rId27"/>
    <p:sldId id="403" r:id="rId28"/>
    <p:sldId id="404" r:id="rId29"/>
    <p:sldId id="405" r:id="rId30"/>
    <p:sldId id="406" r:id="rId31"/>
    <p:sldId id="407" r:id="rId32"/>
    <p:sldId id="408" r:id="rId33"/>
    <p:sldId id="410" r:id="rId34"/>
    <p:sldId id="361" r:id="rId35"/>
    <p:sldId id="411" r:id="rId36"/>
    <p:sldId id="412" r:id="rId37"/>
    <p:sldId id="413" r:id="rId38"/>
    <p:sldId id="414" r:id="rId39"/>
    <p:sldId id="330" r:id="rId4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rme Auditoria" id="{A25F183A-8BA2-49AA-B54A-A2BC4D92F211}">
          <p14:sldIdLst>
            <p14:sldId id="332"/>
            <p14:sldId id="333"/>
            <p14:sldId id="334"/>
            <p14:sldId id="354"/>
            <p14:sldId id="353"/>
            <p14:sldId id="379"/>
            <p14:sldId id="393"/>
            <p14:sldId id="389"/>
            <p14:sldId id="390"/>
            <p14:sldId id="391"/>
            <p14:sldId id="394"/>
            <p14:sldId id="395"/>
            <p14:sldId id="396"/>
          </p14:sldIdLst>
        </p14:section>
        <p14:section name="Informe Impulso" id="{E8B82DF3-41FF-4FB9-AD16-3D52B042A577}">
          <p14:sldIdLst>
            <p14:sldId id="331"/>
            <p14:sldId id="276"/>
            <p14:sldId id="257"/>
            <p14:sldId id="378"/>
            <p14:sldId id="344"/>
            <p14:sldId id="399"/>
            <p14:sldId id="312"/>
            <p14:sldId id="398"/>
            <p14:sldId id="401"/>
            <p14:sldId id="402"/>
            <p14:sldId id="403"/>
            <p14:sldId id="404"/>
            <p14:sldId id="405"/>
            <p14:sldId id="406"/>
            <p14:sldId id="407"/>
            <p14:sldId id="408"/>
            <p14:sldId id="410"/>
            <p14:sldId id="361"/>
            <p14:sldId id="411"/>
            <p14:sldId id="412"/>
            <p14:sldId id="413"/>
            <p14:sldId id="414"/>
            <p14:sldId id="33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1C24"/>
    <a:srgbClr val="AA050B"/>
    <a:srgbClr val="F7A720"/>
    <a:srgbClr val="6717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7DAF2C-20C8-4F83-9BA7-4282285B4875}" v="233" dt="2025-10-07T16:17:22.09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94660"/>
  </p:normalViewPr>
  <p:slideViewPr>
    <p:cSldViewPr snapToGrid="0">
      <p:cViewPr varScale="1">
        <p:scale>
          <a:sx n="64" d="100"/>
          <a:sy n="64" d="100"/>
        </p:scale>
        <p:origin x="8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Raul Guerrero Anaya" userId="0ce4d9aa-8e9a-49aa-b0f2-d17a32a3775a" providerId="ADAL" clId="{40073F68-D5FD-4935-B223-93F5B7479A5D}"/>
    <pc:docChg chg="undo custSel addSld delSld modSld sldOrd modSection">
      <pc:chgData name="Diego Raul Guerrero Anaya" userId="0ce4d9aa-8e9a-49aa-b0f2-d17a32a3775a" providerId="ADAL" clId="{40073F68-D5FD-4935-B223-93F5B7479A5D}" dt="2025-07-16T14:32:23.132" v="3641" actId="403"/>
      <pc:docMkLst>
        <pc:docMk/>
      </pc:docMkLst>
      <pc:sldChg chg="addSp delSp modSp mod">
        <pc:chgData name="Diego Raul Guerrero Anaya" userId="0ce4d9aa-8e9a-49aa-b0f2-d17a32a3775a" providerId="ADAL" clId="{40073F68-D5FD-4935-B223-93F5B7479A5D}" dt="2025-07-03T13:17:11.764" v="2493" actId="20577"/>
        <pc:sldMkLst>
          <pc:docMk/>
          <pc:sldMk cId="342973568" sldId="257"/>
        </pc:sldMkLst>
      </pc:sldChg>
      <pc:sldChg chg="addSp delSp modSp mod">
        <pc:chgData name="Diego Raul Guerrero Anaya" userId="0ce4d9aa-8e9a-49aa-b0f2-d17a32a3775a" providerId="ADAL" clId="{40073F68-D5FD-4935-B223-93F5B7479A5D}" dt="2025-07-04T19:22:43.862" v="3563" actId="403"/>
        <pc:sldMkLst>
          <pc:docMk/>
          <pc:sldMk cId="318633944" sldId="261"/>
        </pc:sldMkLst>
      </pc:sldChg>
      <pc:sldChg chg="modSp mod">
        <pc:chgData name="Diego Raul Guerrero Anaya" userId="0ce4d9aa-8e9a-49aa-b0f2-d17a32a3775a" providerId="ADAL" clId="{40073F68-D5FD-4935-B223-93F5B7479A5D}" dt="2025-07-02T20:16:30.181" v="1923" actId="20577"/>
        <pc:sldMkLst>
          <pc:docMk/>
          <pc:sldMk cId="1408814012" sldId="276"/>
        </pc:sldMkLst>
      </pc:sldChg>
      <pc:sldChg chg="modSp mod">
        <pc:chgData name="Diego Raul Guerrero Anaya" userId="0ce4d9aa-8e9a-49aa-b0f2-d17a32a3775a" providerId="ADAL" clId="{40073F68-D5FD-4935-B223-93F5B7479A5D}" dt="2025-07-03T13:18:31.962" v="2505" actId="1076"/>
        <pc:sldMkLst>
          <pc:docMk/>
          <pc:sldMk cId="458472891" sldId="311"/>
        </pc:sldMkLst>
      </pc:sldChg>
      <pc:sldChg chg="addSp delSp modSp mod">
        <pc:chgData name="Diego Raul Guerrero Anaya" userId="0ce4d9aa-8e9a-49aa-b0f2-d17a32a3775a" providerId="ADAL" clId="{40073F68-D5FD-4935-B223-93F5B7479A5D}" dt="2025-07-16T13:46:34.746" v="3617" actId="403"/>
        <pc:sldMkLst>
          <pc:docMk/>
          <pc:sldMk cId="4132532602" sldId="312"/>
        </pc:sldMkLst>
      </pc:sldChg>
      <pc:sldChg chg="modSp mod">
        <pc:chgData name="Diego Raul Guerrero Anaya" userId="0ce4d9aa-8e9a-49aa-b0f2-d17a32a3775a" providerId="ADAL" clId="{40073F68-D5FD-4935-B223-93F5B7479A5D}" dt="2025-07-02T20:15:32.269" v="1909" actId="20577"/>
        <pc:sldMkLst>
          <pc:docMk/>
          <pc:sldMk cId="1254772405" sldId="331"/>
        </pc:sldMkLst>
      </pc:sldChg>
      <pc:sldChg chg="modSp mod">
        <pc:chgData name="Diego Raul Guerrero Anaya" userId="0ce4d9aa-8e9a-49aa-b0f2-d17a32a3775a" providerId="ADAL" clId="{40073F68-D5FD-4935-B223-93F5B7479A5D}" dt="2025-07-02T18:05:53.265" v="11" actId="20577"/>
        <pc:sldMkLst>
          <pc:docMk/>
          <pc:sldMk cId="3626027867" sldId="332"/>
        </pc:sldMkLst>
      </pc:sldChg>
      <pc:sldChg chg="addSp delSp modSp mod">
        <pc:chgData name="Diego Raul Guerrero Anaya" userId="0ce4d9aa-8e9a-49aa-b0f2-d17a32a3775a" providerId="ADAL" clId="{40073F68-D5FD-4935-B223-93F5B7479A5D}" dt="2025-07-02T19:35:10.889" v="1762" actId="478"/>
        <pc:sldMkLst>
          <pc:docMk/>
          <pc:sldMk cId="1081019199" sldId="333"/>
        </pc:sldMkLst>
      </pc:sldChg>
      <pc:sldChg chg="addSp delSp modSp mod">
        <pc:chgData name="Diego Raul Guerrero Anaya" userId="0ce4d9aa-8e9a-49aa-b0f2-d17a32a3775a" providerId="ADAL" clId="{40073F68-D5FD-4935-B223-93F5B7479A5D}" dt="2025-07-03T13:11:19.397" v="2453" actId="20577"/>
        <pc:sldMkLst>
          <pc:docMk/>
          <pc:sldMk cId="3879780745" sldId="334"/>
        </pc:sldMkLst>
      </pc:sldChg>
      <pc:sldChg chg="modSp mod">
        <pc:chgData name="Diego Raul Guerrero Anaya" userId="0ce4d9aa-8e9a-49aa-b0f2-d17a32a3775a" providerId="ADAL" clId="{40073F68-D5FD-4935-B223-93F5B7479A5D}" dt="2025-07-16T14:09:50.704" v="3629"/>
        <pc:sldMkLst>
          <pc:docMk/>
          <pc:sldMk cId="1507660225" sldId="338"/>
        </pc:sldMkLst>
      </pc:sldChg>
      <pc:sldChg chg="del">
        <pc:chgData name="Diego Raul Guerrero Anaya" userId="0ce4d9aa-8e9a-49aa-b0f2-d17a32a3775a" providerId="ADAL" clId="{40073F68-D5FD-4935-B223-93F5B7479A5D}" dt="2025-07-03T14:00:13.109" v="3206" actId="2696"/>
        <pc:sldMkLst>
          <pc:docMk/>
          <pc:sldMk cId="361658754" sldId="339"/>
        </pc:sldMkLst>
      </pc:sldChg>
      <pc:sldChg chg="addSp delSp modSp mod">
        <pc:chgData name="Diego Raul Guerrero Anaya" userId="0ce4d9aa-8e9a-49aa-b0f2-d17a32a3775a" providerId="ADAL" clId="{40073F68-D5FD-4935-B223-93F5B7479A5D}" dt="2025-07-16T13:47:48.868" v="3623" actId="403"/>
        <pc:sldMkLst>
          <pc:docMk/>
          <pc:sldMk cId="2549534976" sldId="344"/>
        </pc:sldMkLst>
      </pc:sldChg>
      <pc:sldChg chg="addSp delSp modSp mod">
        <pc:chgData name="Diego Raul Guerrero Anaya" userId="0ce4d9aa-8e9a-49aa-b0f2-d17a32a3775a" providerId="ADAL" clId="{40073F68-D5FD-4935-B223-93F5B7479A5D}" dt="2025-07-16T13:48:09.491" v="3624"/>
        <pc:sldMkLst>
          <pc:docMk/>
          <pc:sldMk cId="3037264200" sldId="345"/>
        </pc:sldMkLst>
      </pc:sldChg>
      <pc:sldChg chg="addSp delSp modSp mod">
        <pc:chgData name="Diego Raul Guerrero Anaya" userId="0ce4d9aa-8e9a-49aa-b0f2-d17a32a3775a" providerId="ADAL" clId="{40073F68-D5FD-4935-B223-93F5B7479A5D}" dt="2025-07-16T13:46:07.432" v="3615" actId="403"/>
        <pc:sldMkLst>
          <pc:docMk/>
          <pc:sldMk cId="2948970948" sldId="346"/>
        </pc:sldMkLst>
      </pc:sldChg>
      <pc:sldChg chg="del">
        <pc:chgData name="Diego Raul Guerrero Anaya" userId="0ce4d9aa-8e9a-49aa-b0f2-d17a32a3775a" providerId="ADAL" clId="{40073F68-D5FD-4935-B223-93F5B7479A5D}" dt="2025-07-03T13:52:12.205" v="3013" actId="2696"/>
        <pc:sldMkLst>
          <pc:docMk/>
          <pc:sldMk cId="3564541686" sldId="347"/>
        </pc:sldMkLst>
      </pc:sldChg>
      <pc:sldChg chg="addSp delSp modSp mod">
        <pc:chgData name="Diego Raul Guerrero Anaya" userId="0ce4d9aa-8e9a-49aa-b0f2-d17a32a3775a" providerId="ADAL" clId="{40073F68-D5FD-4935-B223-93F5B7479A5D}" dt="2025-07-16T14:07:07.956" v="3627" actId="403"/>
        <pc:sldMkLst>
          <pc:docMk/>
          <pc:sldMk cId="2170750062" sldId="348"/>
        </pc:sldMkLst>
      </pc:sldChg>
      <pc:sldChg chg="addSp delSp modSp mod">
        <pc:chgData name="Diego Raul Guerrero Anaya" userId="0ce4d9aa-8e9a-49aa-b0f2-d17a32a3775a" providerId="ADAL" clId="{40073F68-D5FD-4935-B223-93F5B7479A5D}" dt="2025-07-16T14:08:49.509" v="3628"/>
        <pc:sldMkLst>
          <pc:docMk/>
          <pc:sldMk cId="503955803" sldId="352"/>
        </pc:sldMkLst>
      </pc:sldChg>
      <pc:sldChg chg="addSp delSp modSp mod">
        <pc:chgData name="Diego Raul Guerrero Anaya" userId="0ce4d9aa-8e9a-49aa-b0f2-d17a32a3775a" providerId="ADAL" clId="{40073F68-D5FD-4935-B223-93F5B7479A5D}" dt="2025-07-16T14:28:06.276" v="3635"/>
        <pc:sldMkLst>
          <pc:docMk/>
          <pc:sldMk cId="927672507" sldId="353"/>
        </pc:sldMkLst>
      </pc:sldChg>
      <pc:sldChg chg="addSp delSp modSp mod">
        <pc:chgData name="Diego Raul Guerrero Anaya" userId="0ce4d9aa-8e9a-49aa-b0f2-d17a32a3775a" providerId="ADAL" clId="{40073F68-D5FD-4935-B223-93F5B7479A5D}" dt="2025-07-04T19:21:02.813" v="3386" actId="20577"/>
        <pc:sldMkLst>
          <pc:docMk/>
          <pc:sldMk cId="3244617191" sldId="354"/>
        </pc:sldMkLst>
      </pc:sldChg>
      <pc:sldChg chg="delSp modSp del mod">
        <pc:chgData name="Diego Raul Guerrero Anaya" userId="0ce4d9aa-8e9a-49aa-b0f2-d17a32a3775a" providerId="ADAL" clId="{40073F68-D5FD-4935-B223-93F5B7479A5D}" dt="2025-07-03T13:09:09.830" v="2435" actId="2696"/>
        <pc:sldMkLst>
          <pc:docMk/>
          <pc:sldMk cId="3508524949" sldId="355"/>
        </pc:sldMkLst>
      </pc:sldChg>
      <pc:sldChg chg="modSp mod">
        <pc:chgData name="Diego Raul Guerrero Anaya" userId="0ce4d9aa-8e9a-49aa-b0f2-d17a32a3775a" providerId="ADAL" clId="{40073F68-D5FD-4935-B223-93F5B7479A5D}" dt="2025-07-16T14:27:13.508" v="3633"/>
        <pc:sldMkLst>
          <pc:docMk/>
          <pc:sldMk cId="1098523409" sldId="356"/>
        </pc:sldMkLst>
      </pc:sldChg>
      <pc:sldChg chg="modSp mod">
        <pc:chgData name="Diego Raul Guerrero Anaya" userId="0ce4d9aa-8e9a-49aa-b0f2-d17a32a3775a" providerId="ADAL" clId="{40073F68-D5FD-4935-B223-93F5B7479A5D}" dt="2025-07-15T16:31:44.246" v="3567"/>
        <pc:sldMkLst>
          <pc:docMk/>
          <pc:sldMk cId="102732767" sldId="357"/>
        </pc:sldMkLst>
      </pc:sldChg>
      <pc:sldChg chg="del">
        <pc:chgData name="Diego Raul Guerrero Anaya" userId="0ce4d9aa-8e9a-49aa-b0f2-d17a32a3775a" providerId="ADAL" clId="{40073F68-D5FD-4935-B223-93F5B7479A5D}" dt="2025-07-03T13:55:49.760" v="3102" actId="2696"/>
        <pc:sldMkLst>
          <pc:docMk/>
          <pc:sldMk cId="3278326653" sldId="358"/>
        </pc:sldMkLst>
      </pc:sldChg>
      <pc:sldChg chg="del">
        <pc:chgData name="Diego Raul Guerrero Anaya" userId="0ce4d9aa-8e9a-49aa-b0f2-d17a32a3775a" providerId="ADAL" clId="{40073F68-D5FD-4935-B223-93F5B7479A5D}" dt="2025-07-03T14:00:16.419" v="3207" actId="2696"/>
        <pc:sldMkLst>
          <pc:docMk/>
          <pc:sldMk cId="465631369" sldId="359"/>
        </pc:sldMkLst>
      </pc:sldChg>
      <pc:sldChg chg="del">
        <pc:chgData name="Diego Raul Guerrero Anaya" userId="0ce4d9aa-8e9a-49aa-b0f2-d17a32a3775a" providerId="ADAL" clId="{40073F68-D5FD-4935-B223-93F5B7479A5D}" dt="2025-07-03T14:00:19.521" v="3208" actId="2696"/>
        <pc:sldMkLst>
          <pc:docMk/>
          <pc:sldMk cId="235446010" sldId="360"/>
        </pc:sldMkLst>
      </pc:sldChg>
      <pc:sldChg chg="modSp add del mod ord">
        <pc:chgData name="Diego Raul Guerrero Anaya" userId="0ce4d9aa-8e9a-49aa-b0f2-d17a32a3775a" providerId="ADAL" clId="{40073F68-D5FD-4935-B223-93F5B7479A5D}" dt="2025-07-15T16:49:01.420" v="3569" actId="20577"/>
        <pc:sldMkLst>
          <pc:docMk/>
          <pc:sldMk cId="111384307" sldId="361"/>
        </pc:sldMkLst>
      </pc:sldChg>
      <pc:sldChg chg="del">
        <pc:chgData name="Diego Raul Guerrero Anaya" userId="0ce4d9aa-8e9a-49aa-b0f2-d17a32a3775a" providerId="ADAL" clId="{40073F68-D5FD-4935-B223-93F5B7479A5D}" dt="2025-07-03T14:00:22.546" v="3209" actId="2696"/>
        <pc:sldMkLst>
          <pc:docMk/>
          <pc:sldMk cId="3171661591" sldId="362"/>
        </pc:sldMkLst>
      </pc:sldChg>
      <pc:sldChg chg="del">
        <pc:chgData name="Diego Raul Guerrero Anaya" userId="0ce4d9aa-8e9a-49aa-b0f2-d17a32a3775a" providerId="ADAL" clId="{40073F68-D5FD-4935-B223-93F5B7479A5D}" dt="2025-07-03T14:00:25.613" v="3210" actId="2696"/>
        <pc:sldMkLst>
          <pc:docMk/>
          <pc:sldMk cId="4285717554" sldId="363"/>
        </pc:sldMkLst>
      </pc:sldChg>
      <pc:sldChg chg="addSp delSp modSp add mod ord">
        <pc:chgData name="Diego Raul Guerrero Anaya" userId="0ce4d9aa-8e9a-49aa-b0f2-d17a32a3775a" providerId="ADAL" clId="{40073F68-D5FD-4935-B223-93F5B7479A5D}" dt="2025-07-16T14:28:55.602" v="3636"/>
        <pc:sldMkLst>
          <pc:docMk/>
          <pc:sldMk cId="3010174008" sldId="364"/>
        </pc:sldMkLst>
      </pc:sldChg>
      <pc:sldChg chg="add del">
        <pc:chgData name="Diego Raul Guerrero Anaya" userId="0ce4d9aa-8e9a-49aa-b0f2-d17a32a3775a" providerId="ADAL" clId="{40073F68-D5FD-4935-B223-93F5B7479A5D}" dt="2025-07-02T19:29:36.194" v="1722" actId="2696"/>
        <pc:sldMkLst>
          <pc:docMk/>
          <pc:sldMk cId="2240833876" sldId="365"/>
        </pc:sldMkLst>
      </pc:sldChg>
      <pc:sldChg chg="addSp delSp modSp add del mod ord">
        <pc:chgData name="Diego Raul Guerrero Anaya" userId="0ce4d9aa-8e9a-49aa-b0f2-d17a32a3775a" providerId="ADAL" clId="{40073F68-D5FD-4935-B223-93F5B7479A5D}" dt="2025-07-03T13:09:16.948" v="2436" actId="2696"/>
        <pc:sldMkLst>
          <pc:docMk/>
          <pc:sldMk cId="2446438292" sldId="365"/>
        </pc:sldMkLst>
      </pc:sldChg>
      <pc:sldChg chg="modSp add mod">
        <pc:chgData name="Diego Raul Guerrero Anaya" userId="0ce4d9aa-8e9a-49aa-b0f2-d17a32a3775a" providerId="ADAL" clId="{40073F68-D5FD-4935-B223-93F5B7479A5D}" dt="2025-07-16T14:27:43.790" v="3634"/>
        <pc:sldMkLst>
          <pc:docMk/>
          <pc:sldMk cId="73220245" sldId="366"/>
        </pc:sldMkLst>
      </pc:sldChg>
      <pc:sldChg chg="addSp delSp modSp add mod ord">
        <pc:chgData name="Diego Raul Guerrero Anaya" userId="0ce4d9aa-8e9a-49aa-b0f2-d17a32a3775a" providerId="ADAL" clId="{40073F68-D5FD-4935-B223-93F5B7479A5D}" dt="2025-07-16T14:30:04.089" v="3638" actId="403"/>
        <pc:sldMkLst>
          <pc:docMk/>
          <pc:sldMk cId="2051792291" sldId="367"/>
        </pc:sldMkLst>
      </pc:sldChg>
      <pc:sldChg chg="addSp delSp modSp add mod">
        <pc:chgData name="Diego Raul Guerrero Anaya" userId="0ce4d9aa-8e9a-49aa-b0f2-d17a32a3775a" providerId="ADAL" clId="{40073F68-D5FD-4935-B223-93F5B7479A5D}" dt="2025-07-16T14:30:21.242" v="3639" actId="403"/>
        <pc:sldMkLst>
          <pc:docMk/>
          <pc:sldMk cId="3537418374" sldId="368"/>
        </pc:sldMkLst>
      </pc:sldChg>
      <pc:sldChg chg="addSp delSp modSp add mod">
        <pc:chgData name="Diego Raul Guerrero Anaya" userId="0ce4d9aa-8e9a-49aa-b0f2-d17a32a3775a" providerId="ADAL" clId="{40073F68-D5FD-4935-B223-93F5B7479A5D}" dt="2025-07-15T17:33:07.815" v="3587"/>
        <pc:sldMkLst>
          <pc:docMk/>
          <pc:sldMk cId="2752626407" sldId="369"/>
        </pc:sldMkLst>
      </pc:sldChg>
      <pc:sldChg chg="addSp delSp modSp add mod">
        <pc:chgData name="Diego Raul Guerrero Anaya" userId="0ce4d9aa-8e9a-49aa-b0f2-d17a32a3775a" providerId="ADAL" clId="{40073F68-D5FD-4935-B223-93F5B7479A5D}" dt="2025-07-15T18:40:20.742" v="3597" actId="20577"/>
        <pc:sldMkLst>
          <pc:docMk/>
          <pc:sldMk cId="2005288587" sldId="370"/>
        </pc:sldMkLst>
      </pc:sldChg>
      <pc:sldChg chg="addSp delSp modSp add mod">
        <pc:chgData name="Diego Raul Guerrero Anaya" userId="0ce4d9aa-8e9a-49aa-b0f2-d17a32a3775a" providerId="ADAL" clId="{40073F68-D5FD-4935-B223-93F5B7479A5D}" dt="2025-07-16T13:17:44.655" v="3606" actId="20577"/>
        <pc:sldMkLst>
          <pc:docMk/>
          <pc:sldMk cId="3824062648" sldId="371"/>
        </pc:sldMkLst>
      </pc:sldChg>
      <pc:sldChg chg="addSp delSp modSp add mod">
        <pc:chgData name="Diego Raul Guerrero Anaya" userId="0ce4d9aa-8e9a-49aa-b0f2-d17a32a3775a" providerId="ADAL" clId="{40073F68-D5FD-4935-B223-93F5B7479A5D}" dt="2025-07-16T14:11:10.186" v="3631" actId="403"/>
        <pc:sldMkLst>
          <pc:docMk/>
          <pc:sldMk cId="2171170721" sldId="372"/>
        </pc:sldMkLst>
      </pc:sldChg>
      <pc:sldChg chg="addSp delSp modSp add mod">
        <pc:chgData name="Diego Raul Guerrero Anaya" userId="0ce4d9aa-8e9a-49aa-b0f2-d17a32a3775a" providerId="ADAL" clId="{40073F68-D5FD-4935-B223-93F5B7479A5D}" dt="2025-07-16T14:32:23.132" v="3641" actId="403"/>
        <pc:sldMkLst>
          <pc:docMk/>
          <pc:sldMk cId="1510060465" sldId="373"/>
        </pc:sldMkLst>
      </pc:sldChg>
      <pc:sldChg chg="modSp add mod">
        <pc:chgData name="Diego Raul Guerrero Anaya" userId="0ce4d9aa-8e9a-49aa-b0f2-d17a32a3775a" providerId="ADAL" clId="{40073F68-D5FD-4935-B223-93F5B7479A5D}" dt="2025-07-16T13:44:38.217" v="3613"/>
        <pc:sldMkLst>
          <pc:docMk/>
          <pc:sldMk cId="59235949" sldId="374"/>
        </pc:sldMkLst>
      </pc:sldChg>
      <pc:sldChg chg="modSp add mod">
        <pc:chgData name="Diego Raul Guerrero Anaya" userId="0ce4d9aa-8e9a-49aa-b0f2-d17a32a3775a" providerId="ADAL" clId="{40073F68-D5FD-4935-B223-93F5B7479A5D}" dt="2025-07-15T16:51:27.414" v="3570"/>
        <pc:sldMkLst>
          <pc:docMk/>
          <pc:sldMk cId="442886564" sldId="375"/>
        </pc:sldMkLst>
      </pc:sldChg>
      <pc:sldChg chg="modSp add mod">
        <pc:chgData name="Diego Raul Guerrero Anaya" userId="0ce4d9aa-8e9a-49aa-b0f2-d17a32a3775a" providerId="ADAL" clId="{40073F68-D5FD-4935-B223-93F5B7479A5D}" dt="2025-07-15T17:34:36.260" v="3588"/>
        <pc:sldMkLst>
          <pc:docMk/>
          <pc:sldMk cId="558781250" sldId="376"/>
        </pc:sldMkLst>
      </pc:sldChg>
      <pc:sldChg chg="modSp add mod">
        <pc:chgData name="Diego Raul Guerrero Anaya" userId="0ce4d9aa-8e9a-49aa-b0f2-d17a32a3775a" providerId="ADAL" clId="{40073F68-D5FD-4935-B223-93F5B7479A5D}" dt="2025-07-16T14:11:42.500" v="3632"/>
        <pc:sldMkLst>
          <pc:docMk/>
          <pc:sldMk cId="1619484843" sldId="377"/>
        </pc:sldMkLst>
      </pc:sldChg>
    </pc:docChg>
  </pc:docChgLst>
  <pc:docChgLst>
    <pc:chgData name="Diego Raul Guerrero Anaya" userId="0ce4d9aa-8e9a-49aa-b0f2-d17a32a3775a" providerId="ADAL" clId="{B93415C3-480F-43C7-8153-0DEF1BDC1F50}"/>
    <pc:docChg chg="undo custSel addSld delSld modSld sldOrd modSection">
      <pc:chgData name="Diego Raul Guerrero Anaya" userId="0ce4d9aa-8e9a-49aa-b0f2-d17a32a3775a" providerId="ADAL" clId="{B93415C3-480F-43C7-8153-0DEF1BDC1F50}" dt="2025-10-07T16:17:41.359" v="8766" actId="1076"/>
      <pc:docMkLst>
        <pc:docMk/>
      </pc:docMkLst>
      <pc:sldChg chg="addSp delSp modSp mod">
        <pc:chgData name="Diego Raul Guerrero Anaya" userId="0ce4d9aa-8e9a-49aa-b0f2-d17a32a3775a" providerId="ADAL" clId="{B93415C3-480F-43C7-8153-0DEF1BDC1F50}" dt="2025-10-07T16:11:53.486" v="8717" actId="20577"/>
        <pc:sldMkLst>
          <pc:docMk/>
          <pc:sldMk cId="342973568" sldId="257"/>
        </pc:sldMkLst>
        <pc:spChg chg="mod">
          <ac:chgData name="Diego Raul Guerrero Anaya" userId="0ce4d9aa-8e9a-49aa-b0f2-d17a32a3775a" providerId="ADAL" clId="{B93415C3-480F-43C7-8153-0DEF1BDC1F50}" dt="2025-10-07T16:11:26.898" v="8709" actId="20577"/>
          <ac:spMkLst>
            <pc:docMk/>
            <pc:sldMk cId="342973568" sldId="257"/>
            <ac:spMk id="3" creationId="{5517A915-85AE-5FA2-8B73-8C6D4927CC78}"/>
          </ac:spMkLst>
        </pc:spChg>
        <pc:spChg chg="add mod">
          <ac:chgData name="Diego Raul Guerrero Anaya" userId="0ce4d9aa-8e9a-49aa-b0f2-d17a32a3775a" providerId="ADAL" clId="{B93415C3-480F-43C7-8153-0DEF1BDC1F50}" dt="2025-10-07T16:11:45.248" v="8711" actId="20577"/>
          <ac:spMkLst>
            <pc:docMk/>
            <pc:sldMk cId="342973568" sldId="257"/>
            <ac:spMk id="5" creationId="{25A2BDEC-FC4F-3BB7-67B3-E8303F8E62A7}"/>
          </ac:spMkLst>
        </pc:spChg>
        <pc:spChg chg="add mod">
          <ac:chgData name="Diego Raul Guerrero Anaya" userId="0ce4d9aa-8e9a-49aa-b0f2-d17a32a3775a" providerId="ADAL" clId="{B93415C3-480F-43C7-8153-0DEF1BDC1F50}" dt="2025-10-07T16:11:50.480" v="8715" actId="20577"/>
          <ac:spMkLst>
            <pc:docMk/>
            <pc:sldMk cId="342973568" sldId="257"/>
            <ac:spMk id="10" creationId="{7374F9DB-DD96-5F9C-475F-78396F8744CE}"/>
          </ac:spMkLst>
        </pc:spChg>
        <pc:spChg chg="add mod">
          <ac:chgData name="Diego Raul Guerrero Anaya" userId="0ce4d9aa-8e9a-49aa-b0f2-d17a32a3775a" providerId="ADAL" clId="{B93415C3-480F-43C7-8153-0DEF1BDC1F50}" dt="2025-10-07T16:11:53.486" v="8717" actId="20577"/>
          <ac:spMkLst>
            <pc:docMk/>
            <pc:sldMk cId="342973568" sldId="257"/>
            <ac:spMk id="18" creationId="{8290A232-2BF9-6D70-D1D7-026243808FBE}"/>
          </ac:spMkLst>
        </pc:spChg>
        <pc:spChg chg="mod">
          <ac:chgData name="Diego Raul Guerrero Anaya" userId="0ce4d9aa-8e9a-49aa-b0f2-d17a32a3775a" providerId="ADAL" clId="{B93415C3-480F-43C7-8153-0DEF1BDC1F50}" dt="2025-10-01T21:38:02.310" v="3165" actId="20577"/>
          <ac:spMkLst>
            <pc:docMk/>
            <pc:sldMk cId="342973568" sldId="257"/>
            <ac:spMk id="29" creationId="{C54A186A-8BB1-885B-9A38-62E4927CA8C1}"/>
          </ac:spMkLst>
        </pc:spChg>
        <pc:spChg chg="mod">
          <ac:chgData name="Diego Raul Guerrero Anaya" userId="0ce4d9aa-8e9a-49aa-b0f2-d17a32a3775a" providerId="ADAL" clId="{B93415C3-480F-43C7-8153-0DEF1BDC1F50}" dt="2025-10-01T21:41:25.872" v="3182" actId="1076"/>
          <ac:spMkLst>
            <pc:docMk/>
            <pc:sldMk cId="342973568" sldId="257"/>
            <ac:spMk id="44" creationId="{CBFD5C63-9190-FCFB-F015-5ECE2AE5FF00}"/>
          </ac:spMkLst>
        </pc:spChg>
        <pc:picChg chg="add mod">
          <ac:chgData name="Diego Raul Guerrero Anaya" userId="0ce4d9aa-8e9a-49aa-b0f2-d17a32a3775a" providerId="ADAL" clId="{B93415C3-480F-43C7-8153-0DEF1BDC1F50}" dt="2025-10-01T21:26:17.277" v="3135"/>
          <ac:picMkLst>
            <pc:docMk/>
            <pc:sldMk cId="342973568" sldId="257"/>
            <ac:picMk id="2" creationId="{184EB9BA-90F1-5066-E5BC-B3E06CC6FC53}"/>
          </ac:picMkLst>
        </pc:picChg>
        <pc:picChg chg="add mod">
          <ac:chgData name="Diego Raul Guerrero Anaya" userId="0ce4d9aa-8e9a-49aa-b0f2-d17a32a3775a" providerId="ADAL" clId="{B93415C3-480F-43C7-8153-0DEF1BDC1F50}" dt="2025-10-01T21:26:17.277" v="3135"/>
          <ac:picMkLst>
            <pc:docMk/>
            <pc:sldMk cId="342973568" sldId="257"/>
            <ac:picMk id="6" creationId="{B0D322DC-575D-819D-CEF6-2449D72F8AD2}"/>
          </ac:picMkLst>
        </pc:picChg>
        <pc:picChg chg="add mod">
          <ac:chgData name="Diego Raul Guerrero Anaya" userId="0ce4d9aa-8e9a-49aa-b0f2-d17a32a3775a" providerId="ADAL" clId="{B93415C3-480F-43C7-8153-0DEF1BDC1F50}" dt="2025-10-07T16:11:14.684" v="8703" actId="1076"/>
          <ac:picMkLst>
            <pc:docMk/>
            <pc:sldMk cId="342973568" sldId="257"/>
            <ac:picMk id="7" creationId="{D416CDFA-601C-FB7D-109A-52C860417841}"/>
          </ac:picMkLst>
        </pc:picChg>
        <pc:picChg chg="add mod">
          <ac:chgData name="Diego Raul Guerrero Anaya" userId="0ce4d9aa-8e9a-49aa-b0f2-d17a32a3775a" providerId="ADAL" clId="{B93415C3-480F-43C7-8153-0DEF1BDC1F50}" dt="2025-10-01T21:26:17.277" v="3135"/>
          <ac:picMkLst>
            <pc:docMk/>
            <pc:sldMk cId="342973568" sldId="257"/>
            <ac:picMk id="14" creationId="{45FDF563-09AD-9157-6B69-68F760EE58DC}"/>
          </ac:picMkLst>
        </pc:picChg>
        <pc:picChg chg="add del mod">
          <ac:chgData name="Diego Raul Guerrero Anaya" userId="0ce4d9aa-8e9a-49aa-b0f2-d17a32a3775a" providerId="ADAL" clId="{B93415C3-480F-43C7-8153-0DEF1BDC1F50}" dt="2025-10-07T16:11:08.978" v="8702" actId="478"/>
          <ac:picMkLst>
            <pc:docMk/>
            <pc:sldMk cId="342973568" sldId="257"/>
            <ac:picMk id="19" creationId="{DED0293D-4FB3-D211-40D0-3B195D508B7B}"/>
          </ac:picMkLst>
        </pc:picChg>
        <pc:picChg chg="add mod">
          <ac:chgData name="Diego Raul Guerrero Anaya" userId="0ce4d9aa-8e9a-49aa-b0f2-d17a32a3775a" providerId="ADAL" clId="{B93415C3-480F-43C7-8153-0DEF1BDC1F50}" dt="2025-10-01T21:41:25.872" v="3182" actId="1076"/>
          <ac:picMkLst>
            <pc:docMk/>
            <pc:sldMk cId="342973568" sldId="257"/>
            <ac:picMk id="23" creationId="{F5A288B5-2D1B-E831-8171-619CE50ECBCC}"/>
          </ac:picMkLst>
        </pc:picChg>
      </pc:sldChg>
      <pc:sldChg chg="modSp del mod">
        <pc:chgData name="Diego Raul Guerrero Anaya" userId="0ce4d9aa-8e9a-49aa-b0f2-d17a32a3775a" providerId="ADAL" clId="{B93415C3-480F-43C7-8153-0DEF1BDC1F50}" dt="2025-09-05T18:54:34.521" v="1426" actId="2696"/>
        <pc:sldMkLst>
          <pc:docMk/>
          <pc:sldMk cId="318633944" sldId="261"/>
        </pc:sldMkLst>
      </pc:sldChg>
      <pc:sldChg chg="delSp modSp mod">
        <pc:chgData name="Diego Raul Guerrero Anaya" userId="0ce4d9aa-8e9a-49aa-b0f2-d17a32a3775a" providerId="ADAL" clId="{B93415C3-480F-43C7-8153-0DEF1BDC1F50}" dt="2025-10-01T21:30:42.269" v="3138" actId="20577"/>
        <pc:sldMkLst>
          <pc:docMk/>
          <pc:sldMk cId="1408814012" sldId="276"/>
        </pc:sldMkLst>
        <pc:spChg chg="mod">
          <ac:chgData name="Diego Raul Guerrero Anaya" userId="0ce4d9aa-8e9a-49aa-b0f2-d17a32a3775a" providerId="ADAL" clId="{B93415C3-480F-43C7-8153-0DEF1BDC1F50}" dt="2025-10-01T21:25:47.353" v="3129" actId="1076"/>
          <ac:spMkLst>
            <pc:docMk/>
            <pc:sldMk cId="1408814012" sldId="276"/>
            <ac:spMk id="3" creationId="{1766130D-C1FE-B8C9-11B3-D53624FC41EB}"/>
          </ac:spMkLst>
        </pc:spChg>
        <pc:spChg chg="mod">
          <ac:chgData name="Diego Raul Guerrero Anaya" userId="0ce4d9aa-8e9a-49aa-b0f2-d17a32a3775a" providerId="ADAL" clId="{B93415C3-480F-43C7-8153-0DEF1BDC1F50}" dt="2025-10-01T21:25:47.353" v="3129" actId="1076"/>
          <ac:spMkLst>
            <pc:docMk/>
            <pc:sldMk cId="1408814012" sldId="276"/>
            <ac:spMk id="9" creationId="{93BF6B04-47FB-46D1-6390-2C9DA7827E82}"/>
          </ac:spMkLst>
        </pc:spChg>
        <pc:spChg chg="mod">
          <ac:chgData name="Diego Raul Guerrero Anaya" userId="0ce4d9aa-8e9a-49aa-b0f2-d17a32a3775a" providerId="ADAL" clId="{B93415C3-480F-43C7-8153-0DEF1BDC1F50}" dt="2025-10-01T21:25:47.353" v="3129" actId="1076"/>
          <ac:spMkLst>
            <pc:docMk/>
            <pc:sldMk cId="1408814012" sldId="276"/>
            <ac:spMk id="12" creationId="{B212B304-DE28-710D-590C-0138E2CAD040}"/>
          </ac:spMkLst>
        </pc:spChg>
        <pc:spChg chg="mod">
          <ac:chgData name="Diego Raul Guerrero Anaya" userId="0ce4d9aa-8e9a-49aa-b0f2-d17a32a3775a" providerId="ADAL" clId="{B93415C3-480F-43C7-8153-0DEF1BDC1F50}" dt="2025-10-01T21:30:42.269" v="3138" actId="20577"/>
          <ac:spMkLst>
            <pc:docMk/>
            <pc:sldMk cId="1408814012" sldId="276"/>
            <ac:spMk id="15" creationId="{155A1899-F51E-9451-B8A7-0A68A2BA8466}"/>
          </ac:spMkLst>
        </pc:spChg>
        <pc:spChg chg="mod">
          <ac:chgData name="Diego Raul Guerrero Anaya" userId="0ce4d9aa-8e9a-49aa-b0f2-d17a32a3775a" providerId="ADAL" clId="{B93415C3-480F-43C7-8153-0DEF1BDC1F50}" dt="2025-10-01T20:35:44.821" v="3122" actId="20577"/>
          <ac:spMkLst>
            <pc:docMk/>
            <pc:sldMk cId="1408814012" sldId="276"/>
            <ac:spMk id="26" creationId="{1D4B4EC2-2B82-9176-5626-2B64202C2BEA}"/>
          </ac:spMkLst>
        </pc:spChg>
        <pc:picChg chg="mod">
          <ac:chgData name="Diego Raul Guerrero Anaya" userId="0ce4d9aa-8e9a-49aa-b0f2-d17a32a3775a" providerId="ADAL" clId="{B93415C3-480F-43C7-8153-0DEF1BDC1F50}" dt="2025-10-01T21:25:47.353" v="3129" actId="1076"/>
          <ac:picMkLst>
            <pc:docMk/>
            <pc:sldMk cId="1408814012" sldId="276"/>
            <ac:picMk id="2" creationId="{D8108212-338F-F130-5DF0-136E0231198D}"/>
          </ac:picMkLst>
        </pc:picChg>
        <pc:picChg chg="mod">
          <ac:chgData name="Diego Raul Guerrero Anaya" userId="0ce4d9aa-8e9a-49aa-b0f2-d17a32a3775a" providerId="ADAL" clId="{B93415C3-480F-43C7-8153-0DEF1BDC1F50}" dt="2025-10-01T21:25:47.353" v="3129" actId="1076"/>
          <ac:picMkLst>
            <pc:docMk/>
            <pc:sldMk cId="1408814012" sldId="276"/>
            <ac:picMk id="5" creationId="{F9564634-75F9-4081-C030-4E3BC9DFE65C}"/>
          </ac:picMkLst>
        </pc:picChg>
        <pc:picChg chg="mod">
          <ac:chgData name="Diego Raul Guerrero Anaya" userId="0ce4d9aa-8e9a-49aa-b0f2-d17a32a3775a" providerId="ADAL" clId="{B93415C3-480F-43C7-8153-0DEF1BDC1F50}" dt="2025-10-01T21:25:47.353" v="3129" actId="1076"/>
          <ac:picMkLst>
            <pc:docMk/>
            <pc:sldMk cId="1408814012" sldId="276"/>
            <ac:picMk id="11" creationId="{95F441DE-423B-A34D-F752-7A9FDA3E60CB}"/>
          </ac:picMkLst>
        </pc:picChg>
      </pc:sldChg>
      <pc:sldChg chg="modSp del mod">
        <pc:chgData name="Diego Raul Guerrero Anaya" userId="0ce4d9aa-8e9a-49aa-b0f2-d17a32a3775a" providerId="ADAL" clId="{B93415C3-480F-43C7-8153-0DEF1BDC1F50}" dt="2025-10-01T21:55:17.279" v="3187" actId="2696"/>
        <pc:sldMkLst>
          <pc:docMk/>
          <pc:sldMk cId="458472891" sldId="311"/>
        </pc:sldMkLst>
      </pc:sldChg>
      <pc:sldChg chg="addSp delSp modSp mod ord">
        <pc:chgData name="Diego Raul Guerrero Anaya" userId="0ce4d9aa-8e9a-49aa-b0f2-d17a32a3775a" providerId="ADAL" clId="{B93415C3-480F-43C7-8153-0DEF1BDC1F50}" dt="2025-10-02T16:17:00.543" v="4610" actId="113"/>
        <pc:sldMkLst>
          <pc:docMk/>
          <pc:sldMk cId="4132532602" sldId="312"/>
        </pc:sldMkLst>
        <pc:spChg chg="mod">
          <ac:chgData name="Diego Raul Guerrero Anaya" userId="0ce4d9aa-8e9a-49aa-b0f2-d17a32a3775a" providerId="ADAL" clId="{B93415C3-480F-43C7-8153-0DEF1BDC1F50}" dt="2025-10-01T22:40:16.109" v="3508" actId="20577"/>
          <ac:spMkLst>
            <pc:docMk/>
            <pc:sldMk cId="4132532602" sldId="312"/>
            <ac:spMk id="3" creationId="{165D408B-AC6B-609B-FEBE-219986426F61}"/>
          </ac:spMkLst>
        </pc:spChg>
        <pc:spChg chg="add mod">
          <ac:chgData name="Diego Raul Guerrero Anaya" userId="0ce4d9aa-8e9a-49aa-b0f2-d17a32a3775a" providerId="ADAL" clId="{B93415C3-480F-43C7-8153-0DEF1BDC1F50}" dt="2025-10-01T22:43:32.897" v="3594" actId="6549"/>
          <ac:spMkLst>
            <pc:docMk/>
            <pc:sldMk cId="4132532602" sldId="312"/>
            <ac:spMk id="7" creationId="{55847042-714F-D1DE-CC32-9C3808E554B2}"/>
          </ac:spMkLst>
        </pc:spChg>
        <pc:spChg chg="add mod">
          <ac:chgData name="Diego Raul Guerrero Anaya" userId="0ce4d9aa-8e9a-49aa-b0f2-d17a32a3775a" providerId="ADAL" clId="{B93415C3-480F-43C7-8153-0DEF1BDC1F50}" dt="2025-10-02T16:17:00.543" v="4610" actId="113"/>
          <ac:spMkLst>
            <pc:docMk/>
            <pc:sldMk cId="4132532602" sldId="312"/>
            <ac:spMk id="11" creationId="{AC2060C1-0036-4183-E5A6-C2AE23FBDF77}"/>
          </ac:spMkLst>
        </pc:spChg>
        <pc:picChg chg="add mod">
          <ac:chgData name="Diego Raul Guerrero Anaya" userId="0ce4d9aa-8e9a-49aa-b0f2-d17a32a3775a" providerId="ADAL" clId="{B93415C3-480F-43C7-8153-0DEF1BDC1F50}" dt="2025-10-02T15:15:48.937" v="4202"/>
          <ac:picMkLst>
            <pc:docMk/>
            <pc:sldMk cId="4132532602" sldId="312"/>
            <ac:picMk id="2" creationId="{3200094B-5187-6C17-9521-89BFC25A5A3B}"/>
          </ac:picMkLst>
        </pc:picChg>
        <pc:picChg chg="add mod">
          <ac:chgData name="Diego Raul Guerrero Anaya" userId="0ce4d9aa-8e9a-49aa-b0f2-d17a32a3775a" providerId="ADAL" clId="{B93415C3-480F-43C7-8153-0DEF1BDC1F50}" dt="2025-10-02T16:16:42.918" v="4598" actId="1076"/>
          <ac:picMkLst>
            <pc:docMk/>
            <pc:sldMk cId="4132532602" sldId="312"/>
            <ac:picMk id="5" creationId="{40EC660D-0CDB-C0C1-D977-DC09FF934934}"/>
          </ac:picMkLst>
        </pc:picChg>
      </pc:sldChg>
      <pc:sldChg chg="addSp delSp modSp mod">
        <pc:chgData name="Diego Raul Guerrero Anaya" userId="0ce4d9aa-8e9a-49aa-b0f2-d17a32a3775a" providerId="ADAL" clId="{B93415C3-480F-43C7-8153-0DEF1BDC1F50}" dt="2025-10-02T15:22:47.229" v="4255" actId="14100"/>
        <pc:sldMkLst>
          <pc:docMk/>
          <pc:sldMk cId="1823940296" sldId="330"/>
        </pc:sldMkLst>
        <pc:spChg chg="mod">
          <ac:chgData name="Diego Raul Guerrero Anaya" userId="0ce4d9aa-8e9a-49aa-b0f2-d17a32a3775a" providerId="ADAL" clId="{B93415C3-480F-43C7-8153-0DEF1BDC1F50}" dt="2025-10-02T15:22:47.229" v="4255" actId="14100"/>
          <ac:spMkLst>
            <pc:docMk/>
            <pc:sldMk cId="1823940296" sldId="330"/>
            <ac:spMk id="7" creationId="{3C6363B1-09DA-100B-8CBE-639B6623CA69}"/>
          </ac:spMkLst>
        </pc:spChg>
        <pc:picChg chg="add mod">
          <ac:chgData name="Diego Raul Guerrero Anaya" userId="0ce4d9aa-8e9a-49aa-b0f2-d17a32a3775a" providerId="ADAL" clId="{B93415C3-480F-43C7-8153-0DEF1BDC1F50}" dt="2025-10-02T15:14:31.703" v="4169"/>
          <ac:picMkLst>
            <pc:docMk/>
            <pc:sldMk cId="1823940296" sldId="330"/>
            <ac:picMk id="2" creationId="{573C6342-79EA-66F6-3FE9-DED0F002CF90}"/>
          </ac:picMkLst>
        </pc:picChg>
      </pc:sldChg>
      <pc:sldChg chg="modSp mod">
        <pc:chgData name="Diego Raul Guerrero Anaya" userId="0ce4d9aa-8e9a-49aa-b0f2-d17a32a3775a" providerId="ADAL" clId="{B93415C3-480F-43C7-8153-0DEF1BDC1F50}" dt="2025-10-01T19:44:11.219" v="3106" actId="1076"/>
        <pc:sldMkLst>
          <pc:docMk/>
          <pc:sldMk cId="1254772405" sldId="331"/>
        </pc:sldMkLst>
        <pc:spChg chg="mod">
          <ac:chgData name="Diego Raul Guerrero Anaya" userId="0ce4d9aa-8e9a-49aa-b0f2-d17a32a3775a" providerId="ADAL" clId="{B93415C3-480F-43C7-8153-0DEF1BDC1F50}" dt="2025-10-01T19:44:11.219" v="3106" actId="1076"/>
          <ac:spMkLst>
            <pc:docMk/>
            <pc:sldMk cId="1254772405" sldId="331"/>
            <ac:spMk id="16" creationId="{CAD1F5A1-A45B-7474-6EF8-7CEEC5771C78}"/>
          </ac:spMkLst>
        </pc:spChg>
      </pc:sldChg>
      <pc:sldChg chg="modSp mod">
        <pc:chgData name="Diego Raul Guerrero Anaya" userId="0ce4d9aa-8e9a-49aa-b0f2-d17a32a3775a" providerId="ADAL" clId="{B93415C3-480F-43C7-8153-0DEF1BDC1F50}" dt="2025-10-01T17:23:22.721" v="2684" actId="1076"/>
        <pc:sldMkLst>
          <pc:docMk/>
          <pc:sldMk cId="3626027867" sldId="332"/>
        </pc:sldMkLst>
        <pc:spChg chg="mod">
          <ac:chgData name="Diego Raul Guerrero Anaya" userId="0ce4d9aa-8e9a-49aa-b0f2-d17a32a3775a" providerId="ADAL" clId="{B93415C3-480F-43C7-8153-0DEF1BDC1F50}" dt="2025-10-01T17:23:22.721" v="2684" actId="1076"/>
          <ac:spMkLst>
            <pc:docMk/>
            <pc:sldMk cId="3626027867" sldId="332"/>
            <ac:spMk id="16" creationId="{7B31CB7F-F65F-251B-F642-C7D40861EB8B}"/>
          </ac:spMkLst>
        </pc:spChg>
      </pc:sldChg>
      <pc:sldChg chg="modSp mod">
        <pc:chgData name="Diego Raul Guerrero Anaya" userId="0ce4d9aa-8e9a-49aa-b0f2-d17a32a3775a" providerId="ADAL" clId="{B93415C3-480F-43C7-8153-0DEF1BDC1F50}" dt="2025-10-01T18:25:13.801" v="2844" actId="1076"/>
        <pc:sldMkLst>
          <pc:docMk/>
          <pc:sldMk cId="1081019199" sldId="333"/>
        </pc:sldMkLst>
        <pc:spChg chg="mod">
          <ac:chgData name="Diego Raul Guerrero Anaya" userId="0ce4d9aa-8e9a-49aa-b0f2-d17a32a3775a" providerId="ADAL" clId="{B93415C3-480F-43C7-8153-0DEF1BDC1F50}" dt="2025-10-01T18:25:13.801" v="2844" actId="1076"/>
          <ac:spMkLst>
            <pc:docMk/>
            <pc:sldMk cId="1081019199" sldId="333"/>
            <ac:spMk id="2" creationId="{781E295D-2C0A-4EEA-216F-1F51D01B00DD}"/>
          </ac:spMkLst>
        </pc:spChg>
        <pc:spChg chg="mod">
          <ac:chgData name="Diego Raul Guerrero Anaya" userId="0ce4d9aa-8e9a-49aa-b0f2-d17a32a3775a" providerId="ADAL" clId="{B93415C3-480F-43C7-8153-0DEF1BDC1F50}" dt="2025-10-01T18:25:13.801" v="2844" actId="1076"/>
          <ac:spMkLst>
            <pc:docMk/>
            <pc:sldMk cId="1081019199" sldId="333"/>
            <ac:spMk id="7" creationId="{0E41E785-529C-A43B-8A21-629A13A8B856}"/>
          </ac:spMkLst>
        </pc:spChg>
        <pc:spChg chg="mod">
          <ac:chgData name="Diego Raul Guerrero Anaya" userId="0ce4d9aa-8e9a-49aa-b0f2-d17a32a3775a" providerId="ADAL" clId="{B93415C3-480F-43C7-8153-0DEF1BDC1F50}" dt="2025-10-01T18:25:13.801" v="2844" actId="1076"/>
          <ac:spMkLst>
            <pc:docMk/>
            <pc:sldMk cId="1081019199" sldId="333"/>
            <ac:spMk id="10" creationId="{EAD073F4-A477-AEE0-77F8-5D2AC485F9CF}"/>
          </ac:spMkLst>
        </pc:spChg>
        <pc:spChg chg="mod">
          <ac:chgData name="Diego Raul Guerrero Anaya" userId="0ce4d9aa-8e9a-49aa-b0f2-d17a32a3775a" providerId="ADAL" clId="{B93415C3-480F-43C7-8153-0DEF1BDC1F50}" dt="2025-10-01T18:25:13.801" v="2844" actId="1076"/>
          <ac:spMkLst>
            <pc:docMk/>
            <pc:sldMk cId="1081019199" sldId="333"/>
            <ac:spMk id="12" creationId="{1A100F43-6350-86BC-BFE8-EB7D82D0A2CF}"/>
          </ac:spMkLst>
        </pc:spChg>
        <pc:spChg chg="mod">
          <ac:chgData name="Diego Raul Guerrero Anaya" userId="0ce4d9aa-8e9a-49aa-b0f2-d17a32a3775a" providerId="ADAL" clId="{B93415C3-480F-43C7-8153-0DEF1BDC1F50}" dt="2025-10-01T17:29:17.375" v="2732" actId="20577"/>
          <ac:spMkLst>
            <pc:docMk/>
            <pc:sldMk cId="1081019199" sldId="333"/>
            <ac:spMk id="15" creationId="{155A1899-F51E-9451-B8A7-0A68A2BA8466}"/>
          </ac:spMkLst>
        </pc:spChg>
        <pc:spChg chg="mod">
          <ac:chgData name="Diego Raul Guerrero Anaya" userId="0ce4d9aa-8e9a-49aa-b0f2-d17a32a3775a" providerId="ADAL" clId="{B93415C3-480F-43C7-8153-0DEF1BDC1F50}" dt="2025-10-01T17:25:46.769" v="2704" actId="20577"/>
          <ac:spMkLst>
            <pc:docMk/>
            <pc:sldMk cId="1081019199" sldId="333"/>
            <ac:spMk id="26" creationId="{1D4B4EC2-2B82-9176-5626-2B64202C2BEA}"/>
          </ac:spMkLst>
        </pc:spChg>
        <pc:picChg chg="mod">
          <ac:chgData name="Diego Raul Guerrero Anaya" userId="0ce4d9aa-8e9a-49aa-b0f2-d17a32a3775a" providerId="ADAL" clId="{B93415C3-480F-43C7-8153-0DEF1BDC1F50}" dt="2025-10-01T18:25:13.801" v="2844" actId="1076"/>
          <ac:picMkLst>
            <pc:docMk/>
            <pc:sldMk cId="1081019199" sldId="333"/>
            <ac:picMk id="4" creationId="{BC58F7CD-DD33-B009-7CE4-45D7A9516366}"/>
          </ac:picMkLst>
        </pc:picChg>
        <pc:picChg chg="mod">
          <ac:chgData name="Diego Raul Guerrero Anaya" userId="0ce4d9aa-8e9a-49aa-b0f2-d17a32a3775a" providerId="ADAL" clId="{B93415C3-480F-43C7-8153-0DEF1BDC1F50}" dt="2025-10-01T18:25:13.801" v="2844" actId="1076"/>
          <ac:picMkLst>
            <pc:docMk/>
            <pc:sldMk cId="1081019199" sldId="333"/>
            <ac:picMk id="9" creationId="{B0A9F72B-E537-E615-BDF3-E778A4C02645}"/>
          </ac:picMkLst>
        </pc:picChg>
        <pc:picChg chg="mod">
          <ac:chgData name="Diego Raul Guerrero Anaya" userId="0ce4d9aa-8e9a-49aa-b0f2-d17a32a3775a" providerId="ADAL" clId="{B93415C3-480F-43C7-8153-0DEF1BDC1F50}" dt="2025-10-01T18:25:13.801" v="2844" actId="1076"/>
          <ac:picMkLst>
            <pc:docMk/>
            <pc:sldMk cId="1081019199" sldId="333"/>
            <ac:picMk id="11" creationId="{E20A277C-F2F0-93DA-EA64-922FBA47CD4A}"/>
          </ac:picMkLst>
        </pc:picChg>
      </pc:sldChg>
      <pc:sldChg chg="addSp delSp modSp mod">
        <pc:chgData name="Diego Raul Guerrero Anaya" userId="0ce4d9aa-8e9a-49aa-b0f2-d17a32a3775a" providerId="ADAL" clId="{B93415C3-480F-43C7-8153-0DEF1BDC1F50}" dt="2025-10-01T19:43:30.178" v="3085" actId="478"/>
        <pc:sldMkLst>
          <pc:docMk/>
          <pc:sldMk cId="3879780745" sldId="334"/>
        </pc:sldMkLst>
        <pc:spChg chg="mod">
          <ac:chgData name="Diego Raul Guerrero Anaya" userId="0ce4d9aa-8e9a-49aa-b0f2-d17a32a3775a" providerId="ADAL" clId="{B93415C3-480F-43C7-8153-0DEF1BDC1F50}" dt="2025-10-01T17:31:07.163" v="2745" actId="20577"/>
          <ac:spMkLst>
            <pc:docMk/>
            <pc:sldMk cId="3879780745" sldId="334"/>
            <ac:spMk id="3" creationId="{5517A915-85AE-5FA2-8B73-8C6D4927CC78}"/>
          </ac:spMkLst>
        </pc:spChg>
        <pc:spChg chg="add mod">
          <ac:chgData name="Diego Raul Guerrero Anaya" userId="0ce4d9aa-8e9a-49aa-b0f2-d17a32a3775a" providerId="ADAL" clId="{B93415C3-480F-43C7-8153-0DEF1BDC1F50}" dt="2025-10-01T18:25:28.768" v="2847"/>
          <ac:spMkLst>
            <pc:docMk/>
            <pc:sldMk cId="3879780745" sldId="334"/>
            <ac:spMk id="28" creationId="{C665902B-0556-6092-4B67-82E8F374751E}"/>
          </ac:spMkLst>
        </pc:spChg>
        <pc:spChg chg="mod">
          <ac:chgData name="Diego Raul Guerrero Anaya" userId="0ce4d9aa-8e9a-49aa-b0f2-d17a32a3775a" providerId="ADAL" clId="{B93415C3-480F-43C7-8153-0DEF1BDC1F50}" dt="2025-10-01T18:06:18.732" v="2770" actId="20577"/>
          <ac:spMkLst>
            <pc:docMk/>
            <pc:sldMk cId="3879780745" sldId="334"/>
            <ac:spMk id="29" creationId="{C54A186A-8BB1-885B-9A38-62E4927CA8C1}"/>
          </ac:spMkLst>
        </pc:spChg>
        <pc:spChg chg="add mod">
          <ac:chgData name="Diego Raul Guerrero Anaya" userId="0ce4d9aa-8e9a-49aa-b0f2-d17a32a3775a" providerId="ADAL" clId="{B93415C3-480F-43C7-8153-0DEF1BDC1F50}" dt="2025-10-01T18:25:28.768" v="2847"/>
          <ac:spMkLst>
            <pc:docMk/>
            <pc:sldMk cId="3879780745" sldId="334"/>
            <ac:spMk id="31" creationId="{012482E2-F490-736D-D513-8D13DD9270C8}"/>
          </ac:spMkLst>
        </pc:spChg>
        <pc:spChg chg="add mod">
          <ac:chgData name="Diego Raul Guerrero Anaya" userId="0ce4d9aa-8e9a-49aa-b0f2-d17a32a3775a" providerId="ADAL" clId="{B93415C3-480F-43C7-8153-0DEF1BDC1F50}" dt="2025-10-01T18:25:28.768" v="2847"/>
          <ac:spMkLst>
            <pc:docMk/>
            <pc:sldMk cId="3879780745" sldId="334"/>
            <ac:spMk id="32" creationId="{100684A5-3219-D58F-9FB0-033593411C70}"/>
          </ac:spMkLst>
        </pc:spChg>
        <pc:picChg chg="add mod">
          <ac:chgData name="Diego Raul Guerrero Anaya" userId="0ce4d9aa-8e9a-49aa-b0f2-d17a32a3775a" providerId="ADAL" clId="{B93415C3-480F-43C7-8153-0DEF1BDC1F50}" dt="2025-10-01T18:06:03.293" v="2754" actId="14100"/>
          <ac:picMkLst>
            <pc:docMk/>
            <pc:sldMk cId="3879780745" sldId="334"/>
            <ac:picMk id="18" creationId="{AF6B21A3-E612-0EC1-AA19-292CFC8C6ACB}"/>
          </ac:picMkLst>
        </pc:picChg>
        <pc:picChg chg="add mod">
          <ac:chgData name="Diego Raul Guerrero Anaya" userId="0ce4d9aa-8e9a-49aa-b0f2-d17a32a3775a" providerId="ADAL" clId="{B93415C3-480F-43C7-8153-0DEF1BDC1F50}" dt="2025-10-01T18:12:16.420" v="2787" actId="14100"/>
          <ac:picMkLst>
            <pc:docMk/>
            <pc:sldMk cId="3879780745" sldId="334"/>
            <ac:picMk id="25" creationId="{DF44F190-2FD4-0BAC-C2B0-F6FA7B34A2D5}"/>
          </ac:picMkLst>
        </pc:picChg>
        <pc:picChg chg="add mod">
          <ac:chgData name="Diego Raul Guerrero Anaya" userId="0ce4d9aa-8e9a-49aa-b0f2-d17a32a3775a" providerId="ADAL" clId="{B93415C3-480F-43C7-8153-0DEF1BDC1F50}" dt="2025-10-01T18:25:28.768" v="2847"/>
          <ac:picMkLst>
            <pc:docMk/>
            <pc:sldMk cId="3879780745" sldId="334"/>
            <ac:picMk id="27" creationId="{DDD5B792-79E5-503D-A2D8-AB72CB4339AD}"/>
          </ac:picMkLst>
        </pc:picChg>
        <pc:picChg chg="add mod">
          <ac:chgData name="Diego Raul Guerrero Anaya" userId="0ce4d9aa-8e9a-49aa-b0f2-d17a32a3775a" providerId="ADAL" clId="{B93415C3-480F-43C7-8153-0DEF1BDC1F50}" dt="2025-10-01T18:25:28.768" v="2847"/>
          <ac:picMkLst>
            <pc:docMk/>
            <pc:sldMk cId="3879780745" sldId="334"/>
            <ac:picMk id="30" creationId="{78A8DD85-41DA-D269-6CD1-CF8C7198CDCE}"/>
          </ac:picMkLst>
        </pc:picChg>
        <pc:picChg chg="add mod">
          <ac:chgData name="Diego Raul Guerrero Anaya" userId="0ce4d9aa-8e9a-49aa-b0f2-d17a32a3775a" providerId="ADAL" clId="{B93415C3-480F-43C7-8153-0DEF1BDC1F50}" dt="2025-10-01T18:25:28.768" v="2847"/>
          <ac:picMkLst>
            <pc:docMk/>
            <pc:sldMk cId="3879780745" sldId="334"/>
            <ac:picMk id="33" creationId="{13EB0AB8-FC87-8C02-2DCB-22D0A57456F1}"/>
          </ac:picMkLst>
        </pc:picChg>
      </pc:sldChg>
      <pc:sldChg chg="del">
        <pc:chgData name="Diego Raul Guerrero Anaya" userId="0ce4d9aa-8e9a-49aa-b0f2-d17a32a3775a" providerId="ADAL" clId="{B93415C3-480F-43C7-8153-0DEF1BDC1F50}" dt="2025-10-02T15:08:29.341" v="4113" actId="2696"/>
        <pc:sldMkLst>
          <pc:docMk/>
          <pc:sldMk cId="1507660225" sldId="338"/>
        </pc:sldMkLst>
      </pc:sldChg>
      <pc:sldChg chg="addSp delSp modSp mod ord">
        <pc:chgData name="Diego Raul Guerrero Anaya" userId="0ce4d9aa-8e9a-49aa-b0f2-d17a32a3775a" providerId="ADAL" clId="{B93415C3-480F-43C7-8153-0DEF1BDC1F50}" dt="2025-10-02T15:15:58.839" v="4206"/>
        <pc:sldMkLst>
          <pc:docMk/>
          <pc:sldMk cId="2549534976" sldId="344"/>
        </pc:sldMkLst>
        <pc:spChg chg="mod">
          <ac:chgData name="Diego Raul Guerrero Anaya" userId="0ce4d9aa-8e9a-49aa-b0f2-d17a32a3775a" providerId="ADAL" clId="{B93415C3-480F-43C7-8153-0DEF1BDC1F50}" dt="2025-10-01T22:38:08.997" v="3498" actId="1076"/>
          <ac:spMkLst>
            <pc:docMk/>
            <pc:sldMk cId="2549534976" sldId="344"/>
            <ac:spMk id="2" creationId="{FEA26E1E-4ACA-672A-001E-BC93500F1F11}"/>
          </ac:spMkLst>
        </pc:spChg>
        <pc:spChg chg="mod">
          <ac:chgData name="Diego Raul Guerrero Anaya" userId="0ce4d9aa-8e9a-49aa-b0f2-d17a32a3775a" providerId="ADAL" clId="{B93415C3-480F-43C7-8153-0DEF1BDC1F50}" dt="2025-10-01T22:46:38.646" v="3624" actId="20577"/>
          <ac:spMkLst>
            <pc:docMk/>
            <pc:sldMk cId="2549534976" sldId="344"/>
            <ac:spMk id="3" creationId="{644BDCA9-2876-7713-D4AD-8FFE2E0B8B0B}"/>
          </ac:spMkLst>
        </pc:spChg>
        <pc:spChg chg="mod">
          <ac:chgData name="Diego Raul Guerrero Anaya" userId="0ce4d9aa-8e9a-49aa-b0f2-d17a32a3775a" providerId="ADAL" clId="{B93415C3-480F-43C7-8153-0DEF1BDC1F50}" dt="2025-10-01T22:38:27.497" v="3501" actId="1076"/>
          <ac:spMkLst>
            <pc:docMk/>
            <pc:sldMk cId="2549534976" sldId="344"/>
            <ac:spMk id="14" creationId="{DD770501-E6E1-9A62-19AC-5020EA09D1EF}"/>
          </ac:spMkLst>
        </pc:spChg>
        <pc:picChg chg="add mod">
          <ac:chgData name="Diego Raul Guerrero Anaya" userId="0ce4d9aa-8e9a-49aa-b0f2-d17a32a3775a" providerId="ADAL" clId="{B93415C3-480F-43C7-8153-0DEF1BDC1F50}" dt="2025-10-02T15:15:58.839" v="4206"/>
          <ac:picMkLst>
            <pc:docMk/>
            <pc:sldMk cId="2549534976" sldId="344"/>
            <ac:picMk id="5" creationId="{76284FF0-B1E7-6358-0B01-15E6552A84EE}"/>
          </ac:picMkLst>
        </pc:picChg>
        <pc:picChg chg="add mod">
          <ac:chgData name="Diego Raul Guerrero Anaya" userId="0ce4d9aa-8e9a-49aa-b0f2-d17a32a3775a" providerId="ADAL" clId="{B93415C3-480F-43C7-8153-0DEF1BDC1F50}" dt="2025-10-01T22:33:50.620" v="3279" actId="14100"/>
          <ac:picMkLst>
            <pc:docMk/>
            <pc:sldMk cId="2549534976" sldId="344"/>
            <ac:picMk id="6" creationId="{423F57F9-CBAA-2CCA-2798-26B3D07E77F6}"/>
          </ac:picMkLst>
        </pc:picChg>
      </pc:sldChg>
      <pc:sldChg chg="del ord">
        <pc:chgData name="Diego Raul Guerrero Anaya" userId="0ce4d9aa-8e9a-49aa-b0f2-d17a32a3775a" providerId="ADAL" clId="{B93415C3-480F-43C7-8153-0DEF1BDC1F50}" dt="2025-10-01T22:45:33.410" v="3611" actId="2696"/>
        <pc:sldMkLst>
          <pc:docMk/>
          <pc:sldMk cId="3037264200" sldId="345"/>
        </pc:sldMkLst>
      </pc:sldChg>
      <pc:sldChg chg="del ord">
        <pc:chgData name="Diego Raul Guerrero Anaya" userId="0ce4d9aa-8e9a-49aa-b0f2-d17a32a3775a" providerId="ADAL" clId="{B93415C3-480F-43C7-8153-0DEF1BDC1F50}" dt="2025-10-01T22:45:42.317" v="3612" actId="2696"/>
        <pc:sldMkLst>
          <pc:docMk/>
          <pc:sldMk cId="2948970948" sldId="346"/>
        </pc:sldMkLst>
      </pc:sldChg>
      <pc:sldChg chg="del">
        <pc:chgData name="Diego Raul Guerrero Anaya" userId="0ce4d9aa-8e9a-49aa-b0f2-d17a32a3775a" providerId="ADAL" clId="{B93415C3-480F-43C7-8153-0DEF1BDC1F50}" dt="2025-10-01T22:59:36.618" v="3927" actId="2696"/>
        <pc:sldMkLst>
          <pc:docMk/>
          <pc:sldMk cId="2170750062" sldId="348"/>
        </pc:sldMkLst>
      </pc:sldChg>
      <pc:sldChg chg="del">
        <pc:chgData name="Diego Raul Guerrero Anaya" userId="0ce4d9aa-8e9a-49aa-b0f2-d17a32a3775a" providerId="ADAL" clId="{B93415C3-480F-43C7-8153-0DEF1BDC1F50}" dt="2025-09-05T21:29:47.896" v="2314" actId="2696"/>
        <pc:sldMkLst>
          <pc:docMk/>
          <pc:sldMk cId="503955803" sldId="352"/>
        </pc:sldMkLst>
      </pc:sldChg>
      <pc:sldChg chg="addSp delSp modSp mod">
        <pc:chgData name="Diego Raul Guerrero Anaya" userId="0ce4d9aa-8e9a-49aa-b0f2-d17a32a3775a" providerId="ADAL" clId="{B93415C3-480F-43C7-8153-0DEF1BDC1F50}" dt="2025-10-01T18:34:46.938" v="2897" actId="20577"/>
        <pc:sldMkLst>
          <pc:docMk/>
          <pc:sldMk cId="927672507" sldId="353"/>
        </pc:sldMkLst>
        <pc:spChg chg="add mod">
          <ac:chgData name="Diego Raul Guerrero Anaya" userId="0ce4d9aa-8e9a-49aa-b0f2-d17a32a3775a" providerId="ADAL" clId="{B93415C3-480F-43C7-8153-0DEF1BDC1F50}" dt="2025-10-01T18:33:50.619" v="2892" actId="1076"/>
          <ac:spMkLst>
            <pc:docMk/>
            <pc:sldMk cId="927672507" sldId="353"/>
            <ac:spMk id="5" creationId="{2F42A6AA-9A48-3BE0-4388-CAE4AF808B5C}"/>
          </ac:spMkLst>
        </pc:spChg>
        <pc:spChg chg="mod">
          <ac:chgData name="Diego Raul Guerrero Anaya" userId="0ce4d9aa-8e9a-49aa-b0f2-d17a32a3775a" providerId="ADAL" clId="{B93415C3-480F-43C7-8153-0DEF1BDC1F50}" dt="2025-10-01T18:30:07.168" v="2878"/>
          <ac:spMkLst>
            <pc:docMk/>
            <pc:sldMk cId="927672507" sldId="353"/>
            <ac:spMk id="6" creationId="{1BBFA755-0142-7649-A29A-918855F23B9F}"/>
          </ac:spMkLst>
        </pc:spChg>
        <pc:spChg chg="add mod">
          <ac:chgData name="Diego Raul Guerrero Anaya" userId="0ce4d9aa-8e9a-49aa-b0f2-d17a32a3775a" providerId="ADAL" clId="{B93415C3-480F-43C7-8153-0DEF1BDC1F50}" dt="2025-10-01T18:25:58.149" v="2849"/>
          <ac:spMkLst>
            <pc:docMk/>
            <pc:sldMk cId="927672507" sldId="353"/>
            <ac:spMk id="11" creationId="{552091D4-A685-5ACA-91C5-050EEF0B45E0}"/>
          </ac:spMkLst>
        </pc:spChg>
        <pc:spChg chg="mod">
          <ac:chgData name="Diego Raul Guerrero Anaya" userId="0ce4d9aa-8e9a-49aa-b0f2-d17a32a3775a" providerId="ADAL" clId="{B93415C3-480F-43C7-8153-0DEF1BDC1F50}" dt="2025-10-01T18:34:46.938" v="2897" actId="20577"/>
          <ac:spMkLst>
            <pc:docMk/>
            <pc:sldMk cId="927672507" sldId="353"/>
            <ac:spMk id="12" creationId="{6888C449-0716-96AD-3B34-F79A73842454}"/>
          </ac:spMkLst>
        </pc:spChg>
        <pc:spChg chg="add mod">
          <ac:chgData name="Diego Raul Guerrero Anaya" userId="0ce4d9aa-8e9a-49aa-b0f2-d17a32a3775a" providerId="ADAL" clId="{B93415C3-480F-43C7-8153-0DEF1BDC1F50}" dt="2025-10-01T18:26:12.946" v="2853" actId="20577"/>
          <ac:spMkLst>
            <pc:docMk/>
            <pc:sldMk cId="927672507" sldId="353"/>
            <ac:spMk id="15" creationId="{0D268E11-2063-DF35-5480-A53E0364DC24}"/>
          </ac:spMkLst>
        </pc:spChg>
        <pc:spChg chg="mod">
          <ac:chgData name="Diego Raul Guerrero Anaya" userId="0ce4d9aa-8e9a-49aa-b0f2-d17a32a3775a" providerId="ADAL" clId="{B93415C3-480F-43C7-8153-0DEF1BDC1F50}" dt="2025-10-01T18:27:45.136" v="2868" actId="20577"/>
          <ac:spMkLst>
            <pc:docMk/>
            <pc:sldMk cId="927672507" sldId="353"/>
            <ac:spMk id="30" creationId="{34C5FF2A-B91C-186B-3D4B-C76ECB4B9870}"/>
          </ac:spMkLst>
        </pc:spChg>
        <pc:graphicFrameChg chg="add mod">
          <ac:chgData name="Diego Raul Guerrero Anaya" userId="0ce4d9aa-8e9a-49aa-b0f2-d17a32a3775a" providerId="ADAL" clId="{B93415C3-480F-43C7-8153-0DEF1BDC1F50}" dt="2025-10-01T18:34:09.924" v="2894" actId="1076"/>
          <ac:graphicFrameMkLst>
            <pc:docMk/>
            <pc:sldMk cId="927672507" sldId="353"/>
            <ac:graphicFrameMk id="16" creationId="{A3AE9627-2BB3-ED2C-2C0E-5D34A80F2C6B}"/>
          </ac:graphicFrameMkLst>
        </pc:graphicFrameChg>
        <pc:picChg chg="add mod">
          <ac:chgData name="Diego Raul Guerrero Anaya" userId="0ce4d9aa-8e9a-49aa-b0f2-d17a32a3775a" providerId="ADAL" clId="{B93415C3-480F-43C7-8153-0DEF1BDC1F50}" dt="2025-10-01T18:25:58.149" v="2849"/>
          <ac:picMkLst>
            <pc:docMk/>
            <pc:sldMk cId="927672507" sldId="353"/>
            <ac:picMk id="13" creationId="{00266C6D-698C-D608-CF72-74128B7F32B0}"/>
          </ac:picMkLst>
        </pc:picChg>
        <pc:picChg chg="add mod">
          <ac:chgData name="Diego Raul Guerrero Anaya" userId="0ce4d9aa-8e9a-49aa-b0f2-d17a32a3775a" providerId="ADAL" clId="{B93415C3-480F-43C7-8153-0DEF1BDC1F50}" dt="2025-10-01T18:29:05.716" v="2874" actId="14100"/>
          <ac:picMkLst>
            <pc:docMk/>
            <pc:sldMk cId="927672507" sldId="353"/>
            <ac:picMk id="17" creationId="{413A0DFD-84FA-3179-AE51-9DF130B6244A}"/>
          </ac:picMkLst>
        </pc:picChg>
      </pc:sldChg>
      <pc:sldChg chg="addSp delSp modSp mod">
        <pc:chgData name="Diego Raul Guerrero Anaya" userId="0ce4d9aa-8e9a-49aa-b0f2-d17a32a3775a" providerId="ADAL" clId="{B93415C3-480F-43C7-8153-0DEF1BDC1F50}" dt="2025-10-01T18:22:52.792" v="2842" actId="1076"/>
        <pc:sldMkLst>
          <pc:docMk/>
          <pc:sldMk cId="3244617191" sldId="354"/>
        </pc:sldMkLst>
        <pc:spChg chg="mod">
          <ac:chgData name="Diego Raul Guerrero Anaya" userId="0ce4d9aa-8e9a-49aa-b0f2-d17a32a3775a" providerId="ADAL" clId="{B93415C3-480F-43C7-8153-0DEF1BDC1F50}" dt="2025-10-01T18:22:52.792" v="2842" actId="1076"/>
          <ac:spMkLst>
            <pc:docMk/>
            <pc:sldMk cId="3244617191" sldId="354"/>
            <ac:spMk id="6" creationId="{82359F3C-64F6-1870-6367-025E002D76DB}"/>
          </ac:spMkLst>
        </pc:spChg>
        <pc:spChg chg="mod">
          <ac:chgData name="Diego Raul Guerrero Anaya" userId="0ce4d9aa-8e9a-49aa-b0f2-d17a32a3775a" providerId="ADAL" clId="{B93415C3-480F-43C7-8153-0DEF1BDC1F50}" dt="2025-10-01T18:14:20.227" v="2816" actId="20577"/>
          <ac:spMkLst>
            <pc:docMk/>
            <pc:sldMk cId="3244617191" sldId="354"/>
            <ac:spMk id="12" creationId="{A56C0D7C-16C6-2D3B-B087-A36CC226F911}"/>
          </ac:spMkLst>
        </pc:spChg>
        <pc:spChg chg="mod">
          <ac:chgData name="Diego Raul Guerrero Anaya" userId="0ce4d9aa-8e9a-49aa-b0f2-d17a32a3775a" providerId="ADAL" clId="{B93415C3-480F-43C7-8153-0DEF1BDC1F50}" dt="2025-10-01T18:14:24.617" v="2820" actId="20577"/>
          <ac:spMkLst>
            <pc:docMk/>
            <pc:sldMk cId="3244617191" sldId="354"/>
            <ac:spMk id="19" creationId="{DC45A2B3-CBE7-6AF2-715B-B91866D1BE66}"/>
          </ac:spMkLst>
        </pc:spChg>
        <pc:spChg chg="mod">
          <ac:chgData name="Diego Raul Guerrero Anaya" userId="0ce4d9aa-8e9a-49aa-b0f2-d17a32a3775a" providerId="ADAL" clId="{B93415C3-480F-43C7-8153-0DEF1BDC1F50}" dt="2025-10-01T18:22:37.794" v="2841" actId="14100"/>
          <ac:spMkLst>
            <pc:docMk/>
            <pc:sldMk cId="3244617191" sldId="354"/>
            <ac:spMk id="29" creationId="{7CF8D2E1-1556-C801-9A4E-C3B7E8B3951B}"/>
          </ac:spMkLst>
        </pc:spChg>
        <pc:spChg chg="mod">
          <ac:chgData name="Diego Raul Guerrero Anaya" userId="0ce4d9aa-8e9a-49aa-b0f2-d17a32a3775a" providerId="ADAL" clId="{B93415C3-480F-43C7-8153-0DEF1BDC1F50}" dt="2025-10-01T18:22:52.792" v="2842" actId="1076"/>
          <ac:spMkLst>
            <pc:docMk/>
            <pc:sldMk cId="3244617191" sldId="354"/>
            <ac:spMk id="31" creationId="{A9D9D877-17BF-C4B1-DBE2-2D740DCE891B}"/>
          </ac:spMkLst>
        </pc:spChg>
        <pc:spChg chg="mod">
          <ac:chgData name="Diego Raul Guerrero Anaya" userId="0ce4d9aa-8e9a-49aa-b0f2-d17a32a3775a" providerId="ADAL" clId="{B93415C3-480F-43C7-8153-0DEF1BDC1F50}" dt="2025-10-01T18:22:52.792" v="2842" actId="1076"/>
          <ac:spMkLst>
            <pc:docMk/>
            <pc:sldMk cId="3244617191" sldId="354"/>
            <ac:spMk id="34" creationId="{F7E81395-129E-34AB-56A2-C2BF691746BB}"/>
          </ac:spMkLst>
        </pc:spChg>
        <pc:graphicFrameChg chg="mod">
          <ac:chgData name="Diego Raul Guerrero Anaya" userId="0ce4d9aa-8e9a-49aa-b0f2-d17a32a3775a" providerId="ADAL" clId="{B93415C3-480F-43C7-8153-0DEF1BDC1F50}" dt="2025-10-01T18:22:52.792" v="2842" actId="1076"/>
          <ac:graphicFrameMkLst>
            <pc:docMk/>
            <pc:sldMk cId="3244617191" sldId="354"/>
            <ac:graphicFrameMk id="21" creationId="{D999FE1A-6116-4188-4598-09A426373573}"/>
          </ac:graphicFrameMkLst>
        </pc:graphicFrameChg>
        <pc:picChg chg="mod">
          <ac:chgData name="Diego Raul Guerrero Anaya" userId="0ce4d9aa-8e9a-49aa-b0f2-d17a32a3775a" providerId="ADAL" clId="{B93415C3-480F-43C7-8153-0DEF1BDC1F50}" dt="2025-10-01T18:22:52.792" v="2842" actId="1076"/>
          <ac:picMkLst>
            <pc:docMk/>
            <pc:sldMk cId="3244617191" sldId="354"/>
            <ac:picMk id="5" creationId="{083BFBD1-B8C8-AD84-F992-BC2995A91E6F}"/>
          </ac:picMkLst>
        </pc:picChg>
        <pc:picChg chg="add mod">
          <ac:chgData name="Diego Raul Guerrero Anaya" userId="0ce4d9aa-8e9a-49aa-b0f2-d17a32a3775a" providerId="ADAL" clId="{B93415C3-480F-43C7-8153-0DEF1BDC1F50}" dt="2025-10-01T18:22:24.210" v="2838" actId="1076"/>
          <ac:picMkLst>
            <pc:docMk/>
            <pc:sldMk cId="3244617191" sldId="354"/>
            <ac:picMk id="7" creationId="{D9E2BDBC-143C-E0BD-CE04-018086BB5562}"/>
          </ac:picMkLst>
        </pc:picChg>
        <pc:picChg chg="add mod">
          <ac:chgData name="Diego Raul Guerrero Anaya" userId="0ce4d9aa-8e9a-49aa-b0f2-d17a32a3775a" providerId="ADAL" clId="{B93415C3-480F-43C7-8153-0DEF1BDC1F50}" dt="2025-10-01T18:22:26.893" v="2839" actId="1076"/>
          <ac:picMkLst>
            <pc:docMk/>
            <pc:sldMk cId="3244617191" sldId="354"/>
            <ac:picMk id="13" creationId="{798674ED-AD50-AC48-5FD9-00991A7E6ED1}"/>
          </ac:picMkLst>
        </pc:picChg>
      </pc:sldChg>
      <pc:sldChg chg="del">
        <pc:chgData name="Diego Raul Guerrero Anaya" userId="0ce4d9aa-8e9a-49aa-b0f2-d17a32a3775a" providerId="ADAL" clId="{B93415C3-480F-43C7-8153-0DEF1BDC1F50}" dt="2025-09-05T21:29:56.498" v="2315" actId="2696"/>
        <pc:sldMkLst>
          <pc:docMk/>
          <pc:sldMk cId="1098523409" sldId="356"/>
        </pc:sldMkLst>
      </pc:sldChg>
      <pc:sldChg chg="del">
        <pc:chgData name="Diego Raul Guerrero Anaya" userId="0ce4d9aa-8e9a-49aa-b0f2-d17a32a3775a" providerId="ADAL" clId="{B93415C3-480F-43C7-8153-0DEF1BDC1F50}" dt="2025-09-05T21:29:56.498" v="2315" actId="2696"/>
        <pc:sldMkLst>
          <pc:docMk/>
          <pc:sldMk cId="102732767" sldId="357"/>
        </pc:sldMkLst>
      </pc:sldChg>
      <pc:sldChg chg="addSp delSp modSp mod">
        <pc:chgData name="Diego Raul Guerrero Anaya" userId="0ce4d9aa-8e9a-49aa-b0f2-d17a32a3775a" providerId="ADAL" clId="{B93415C3-480F-43C7-8153-0DEF1BDC1F50}" dt="2025-10-02T15:19:03.360" v="4232" actId="14100"/>
        <pc:sldMkLst>
          <pc:docMk/>
          <pc:sldMk cId="111384307" sldId="361"/>
        </pc:sldMkLst>
        <pc:spChg chg="mod">
          <ac:chgData name="Diego Raul Guerrero Anaya" userId="0ce4d9aa-8e9a-49aa-b0f2-d17a32a3775a" providerId="ADAL" clId="{B93415C3-480F-43C7-8153-0DEF1BDC1F50}" dt="2025-10-02T15:06:20.058" v="4096" actId="20577"/>
          <ac:spMkLst>
            <pc:docMk/>
            <pc:sldMk cId="111384307" sldId="361"/>
            <ac:spMk id="3" creationId="{5B71B624-8335-4512-DA4C-EF7EE64FF616}"/>
          </ac:spMkLst>
        </pc:spChg>
        <pc:spChg chg="mod">
          <ac:chgData name="Diego Raul Guerrero Anaya" userId="0ce4d9aa-8e9a-49aa-b0f2-d17a32a3775a" providerId="ADAL" clId="{B93415C3-480F-43C7-8153-0DEF1BDC1F50}" dt="2025-10-02T15:18:58.353" v="4231" actId="14100"/>
          <ac:spMkLst>
            <pc:docMk/>
            <pc:sldMk cId="111384307" sldId="361"/>
            <ac:spMk id="5" creationId="{0DFFE4B8-13FB-ABB0-BFBC-74FFCE8618FA}"/>
          </ac:spMkLst>
        </pc:spChg>
        <pc:spChg chg="mod">
          <ac:chgData name="Diego Raul Guerrero Anaya" userId="0ce4d9aa-8e9a-49aa-b0f2-d17a32a3775a" providerId="ADAL" clId="{B93415C3-480F-43C7-8153-0DEF1BDC1F50}" dt="2025-10-02T15:19:03.360" v="4232" actId="14100"/>
          <ac:spMkLst>
            <pc:docMk/>
            <pc:sldMk cId="111384307" sldId="361"/>
            <ac:spMk id="7" creationId="{20EE4ACA-59EE-FFEC-19FE-E9C36071562E}"/>
          </ac:spMkLst>
        </pc:spChg>
        <pc:picChg chg="add mod">
          <ac:chgData name="Diego Raul Guerrero Anaya" userId="0ce4d9aa-8e9a-49aa-b0f2-d17a32a3775a" providerId="ADAL" clId="{B93415C3-480F-43C7-8153-0DEF1BDC1F50}" dt="2025-10-02T15:14:53.904" v="4176"/>
          <ac:picMkLst>
            <pc:docMk/>
            <pc:sldMk cId="111384307" sldId="361"/>
            <ac:picMk id="2" creationId="{127EEF72-AF88-03B9-7DC5-5042AE6337CF}"/>
          </ac:picMkLst>
        </pc:picChg>
      </pc:sldChg>
      <pc:sldChg chg="del">
        <pc:chgData name="Diego Raul Guerrero Anaya" userId="0ce4d9aa-8e9a-49aa-b0f2-d17a32a3775a" providerId="ADAL" clId="{B93415C3-480F-43C7-8153-0DEF1BDC1F50}" dt="2025-09-05T21:30:18.559" v="2327" actId="2696"/>
        <pc:sldMkLst>
          <pc:docMk/>
          <pc:sldMk cId="3010174008" sldId="364"/>
        </pc:sldMkLst>
      </pc:sldChg>
      <pc:sldChg chg="del">
        <pc:chgData name="Diego Raul Guerrero Anaya" userId="0ce4d9aa-8e9a-49aa-b0f2-d17a32a3775a" providerId="ADAL" clId="{B93415C3-480F-43C7-8153-0DEF1BDC1F50}" dt="2025-09-05T21:29:56.498" v="2315" actId="2696"/>
        <pc:sldMkLst>
          <pc:docMk/>
          <pc:sldMk cId="73220245" sldId="366"/>
        </pc:sldMkLst>
      </pc:sldChg>
      <pc:sldChg chg="del">
        <pc:chgData name="Diego Raul Guerrero Anaya" userId="0ce4d9aa-8e9a-49aa-b0f2-d17a32a3775a" providerId="ADAL" clId="{B93415C3-480F-43C7-8153-0DEF1BDC1F50}" dt="2025-10-01T22:58:46.344" v="3926" actId="2696"/>
        <pc:sldMkLst>
          <pc:docMk/>
          <pc:sldMk cId="2051792291" sldId="367"/>
        </pc:sldMkLst>
      </pc:sldChg>
      <pc:sldChg chg="del">
        <pc:chgData name="Diego Raul Guerrero Anaya" userId="0ce4d9aa-8e9a-49aa-b0f2-d17a32a3775a" providerId="ADAL" clId="{B93415C3-480F-43C7-8153-0DEF1BDC1F50}" dt="2025-10-01T22:58:46.344" v="3926" actId="2696"/>
        <pc:sldMkLst>
          <pc:docMk/>
          <pc:sldMk cId="3537418374" sldId="368"/>
        </pc:sldMkLst>
      </pc:sldChg>
      <pc:sldChg chg="del">
        <pc:chgData name="Diego Raul Guerrero Anaya" userId="0ce4d9aa-8e9a-49aa-b0f2-d17a32a3775a" providerId="ADAL" clId="{B93415C3-480F-43C7-8153-0DEF1BDC1F50}" dt="2025-10-01T22:58:46.344" v="3926" actId="2696"/>
        <pc:sldMkLst>
          <pc:docMk/>
          <pc:sldMk cId="2752626407" sldId="369"/>
        </pc:sldMkLst>
      </pc:sldChg>
      <pc:sldChg chg="del">
        <pc:chgData name="Diego Raul Guerrero Anaya" userId="0ce4d9aa-8e9a-49aa-b0f2-d17a32a3775a" providerId="ADAL" clId="{B93415C3-480F-43C7-8153-0DEF1BDC1F50}" dt="2025-10-01T22:58:46.344" v="3926" actId="2696"/>
        <pc:sldMkLst>
          <pc:docMk/>
          <pc:sldMk cId="2005288587" sldId="370"/>
        </pc:sldMkLst>
      </pc:sldChg>
      <pc:sldChg chg="del">
        <pc:chgData name="Diego Raul Guerrero Anaya" userId="0ce4d9aa-8e9a-49aa-b0f2-d17a32a3775a" providerId="ADAL" clId="{B93415C3-480F-43C7-8153-0DEF1BDC1F50}" dt="2025-10-01T22:58:46.344" v="3926" actId="2696"/>
        <pc:sldMkLst>
          <pc:docMk/>
          <pc:sldMk cId="3824062648" sldId="371"/>
        </pc:sldMkLst>
      </pc:sldChg>
      <pc:sldChg chg="del">
        <pc:chgData name="Diego Raul Guerrero Anaya" userId="0ce4d9aa-8e9a-49aa-b0f2-d17a32a3775a" providerId="ADAL" clId="{B93415C3-480F-43C7-8153-0DEF1BDC1F50}" dt="2025-10-01T22:59:36.618" v="3927" actId="2696"/>
        <pc:sldMkLst>
          <pc:docMk/>
          <pc:sldMk cId="2171170721" sldId="372"/>
        </pc:sldMkLst>
      </pc:sldChg>
      <pc:sldChg chg="del">
        <pc:chgData name="Diego Raul Guerrero Anaya" userId="0ce4d9aa-8e9a-49aa-b0f2-d17a32a3775a" providerId="ADAL" clId="{B93415C3-480F-43C7-8153-0DEF1BDC1F50}" dt="2025-10-01T22:59:36.618" v="3927" actId="2696"/>
        <pc:sldMkLst>
          <pc:docMk/>
          <pc:sldMk cId="1510060465" sldId="373"/>
        </pc:sldMkLst>
      </pc:sldChg>
      <pc:sldChg chg="del">
        <pc:chgData name="Diego Raul Guerrero Anaya" userId="0ce4d9aa-8e9a-49aa-b0f2-d17a32a3775a" providerId="ADAL" clId="{B93415C3-480F-43C7-8153-0DEF1BDC1F50}" dt="2025-10-01T22:58:46.344" v="3926" actId="2696"/>
        <pc:sldMkLst>
          <pc:docMk/>
          <pc:sldMk cId="59235949" sldId="374"/>
        </pc:sldMkLst>
      </pc:sldChg>
      <pc:sldChg chg="del">
        <pc:chgData name="Diego Raul Guerrero Anaya" userId="0ce4d9aa-8e9a-49aa-b0f2-d17a32a3775a" providerId="ADAL" clId="{B93415C3-480F-43C7-8153-0DEF1BDC1F50}" dt="2025-10-02T15:08:29.341" v="4113" actId="2696"/>
        <pc:sldMkLst>
          <pc:docMk/>
          <pc:sldMk cId="442886564" sldId="375"/>
        </pc:sldMkLst>
      </pc:sldChg>
      <pc:sldChg chg="del">
        <pc:chgData name="Diego Raul Guerrero Anaya" userId="0ce4d9aa-8e9a-49aa-b0f2-d17a32a3775a" providerId="ADAL" clId="{B93415C3-480F-43C7-8153-0DEF1BDC1F50}" dt="2025-10-02T15:08:29.341" v="4113" actId="2696"/>
        <pc:sldMkLst>
          <pc:docMk/>
          <pc:sldMk cId="558781250" sldId="376"/>
        </pc:sldMkLst>
      </pc:sldChg>
      <pc:sldChg chg="del">
        <pc:chgData name="Diego Raul Guerrero Anaya" userId="0ce4d9aa-8e9a-49aa-b0f2-d17a32a3775a" providerId="ADAL" clId="{B93415C3-480F-43C7-8153-0DEF1BDC1F50}" dt="2025-10-02T15:08:29.341" v="4113" actId="2696"/>
        <pc:sldMkLst>
          <pc:docMk/>
          <pc:sldMk cId="1619484843" sldId="377"/>
        </pc:sldMkLst>
      </pc:sldChg>
      <pc:sldChg chg="addSp delSp modSp add mod ord">
        <pc:chgData name="Diego Raul Guerrero Anaya" userId="0ce4d9aa-8e9a-49aa-b0f2-d17a32a3775a" providerId="ADAL" clId="{B93415C3-480F-43C7-8153-0DEF1BDC1F50}" dt="2025-10-07T16:14:27.101" v="8752" actId="1076"/>
        <pc:sldMkLst>
          <pc:docMk/>
          <pc:sldMk cId="3135349836" sldId="378"/>
        </pc:sldMkLst>
        <pc:spChg chg="add mod">
          <ac:chgData name="Diego Raul Guerrero Anaya" userId="0ce4d9aa-8e9a-49aa-b0f2-d17a32a3775a" providerId="ADAL" clId="{B93415C3-480F-43C7-8153-0DEF1BDC1F50}" dt="2025-10-07T16:12:03.243" v="8719" actId="20577"/>
          <ac:spMkLst>
            <pc:docMk/>
            <pc:sldMk cId="3135349836" sldId="378"/>
            <ac:spMk id="3" creationId="{06BABA66-8FC4-5423-BC26-3D93AF81BDE7}"/>
          </ac:spMkLst>
        </pc:spChg>
        <pc:spChg chg="add mod">
          <ac:chgData name="Diego Raul Guerrero Anaya" userId="0ce4d9aa-8e9a-49aa-b0f2-d17a32a3775a" providerId="ADAL" clId="{B93415C3-480F-43C7-8153-0DEF1BDC1F50}" dt="2025-10-07T16:12:06.698" v="8723" actId="20577"/>
          <ac:spMkLst>
            <pc:docMk/>
            <pc:sldMk cId="3135349836" sldId="378"/>
            <ac:spMk id="6" creationId="{C57FE07E-E4A1-39E1-BF4D-5CA4ECBC7F31}"/>
          </ac:spMkLst>
        </pc:spChg>
        <pc:spChg chg="mod">
          <ac:chgData name="Diego Raul Guerrero Anaya" userId="0ce4d9aa-8e9a-49aa-b0f2-d17a32a3775a" providerId="ADAL" clId="{B93415C3-480F-43C7-8153-0DEF1BDC1F50}" dt="2025-10-01T22:02:57.873" v="3242" actId="20577"/>
          <ac:spMkLst>
            <pc:docMk/>
            <pc:sldMk cId="3135349836" sldId="378"/>
            <ac:spMk id="12" creationId="{CA99E943-61C2-001F-2E86-6BB504A8BCA5}"/>
          </ac:spMkLst>
        </pc:spChg>
        <pc:spChg chg="add mod">
          <ac:chgData name="Diego Raul Guerrero Anaya" userId="0ce4d9aa-8e9a-49aa-b0f2-d17a32a3775a" providerId="ADAL" clId="{B93415C3-480F-43C7-8153-0DEF1BDC1F50}" dt="2025-10-07T16:12:10.146" v="8725" actId="20577"/>
          <ac:spMkLst>
            <pc:docMk/>
            <pc:sldMk cId="3135349836" sldId="378"/>
            <ac:spMk id="15" creationId="{7B222006-D34D-0D04-A1A3-647651C61B91}"/>
          </ac:spMkLst>
        </pc:spChg>
        <pc:spChg chg="mod">
          <ac:chgData name="Diego Raul Guerrero Anaya" userId="0ce4d9aa-8e9a-49aa-b0f2-d17a32a3775a" providerId="ADAL" clId="{B93415C3-480F-43C7-8153-0DEF1BDC1F50}" dt="2025-10-07T16:12:31.314" v="8729" actId="20577"/>
          <ac:spMkLst>
            <pc:docMk/>
            <pc:sldMk cId="3135349836" sldId="378"/>
            <ac:spMk id="19" creationId="{AAF4DEE6-769C-B912-0714-4AF45BCDF5A3}"/>
          </ac:spMkLst>
        </pc:spChg>
        <pc:spChg chg="mod">
          <ac:chgData name="Diego Raul Guerrero Anaya" userId="0ce4d9aa-8e9a-49aa-b0f2-d17a32a3775a" providerId="ADAL" clId="{B93415C3-480F-43C7-8153-0DEF1BDC1F50}" dt="2025-10-07T16:14:27.101" v="8752" actId="1076"/>
          <ac:spMkLst>
            <pc:docMk/>
            <pc:sldMk cId="3135349836" sldId="378"/>
            <ac:spMk id="29" creationId="{FD6FA386-4DA2-F905-4FF4-15EB8127A018}"/>
          </ac:spMkLst>
        </pc:spChg>
        <pc:spChg chg="mod">
          <ac:chgData name="Diego Raul Guerrero Anaya" userId="0ce4d9aa-8e9a-49aa-b0f2-d17a32a3775a" providerId="ADAL" clId="{B93415C3-480F-43C7-8153-0DEF1BDC1F50}" dt="2025-10-07T16:12:38.136" v="8734" actId="20577"/>
          <ac:spMkLst>
            <pc:docMk/>
            <pc:sldMk cId="3135349836" sldId="378"/>
            <ac:spMk id="31" creationId="{29C5ECE4-EA9C-AB55-6217-E09024B4BBC3}"/>
          </ac:spMkLst>
        </pc:spChg>
        <pc:graphicFrameChg chg="mod">
          <ac:chgData name="Diego Raul Guerrero Anaya" userId="0ce4d9aa-8e9a-49aa-b0f2-d17a32a3775a" providerId="ADAL" clId="{B93415C3-480F-43C7-8153-0DEF1BDC1F50}" dt="2025-10-07T16:12:54.923" v="8739" actId="1076"/>
          <ac:graphicFrameMkLst>
            <pc:docMk/>
            <pc:sldMk cId="3135349836" sldId="378"/>
            <ac:graphicFrameMk id="21" creationId="{9953217C-18DA-CBB4-48A3-E9B18F19458C}"/>
          </ac:graphicFrameMkLst>
        </pc:graphicFrameChg>
        <pc:picChg chg="add mod">
          <ac:chgData name="Diego Raul Guerrero Anaya" userId="0ce4d9aa-8e9a-49aa-b0f2-d17a32a3775a" providerId="ADAL" clId="{B93415C3-480F-43C7-8153-0DEF1BDC1F50}" dt="2025-10-01T21:56:06.367" v="3192" actId="1076"/>
          <ac:picMkLst>
            <pc:docMk/>
            <pc:sldMk cId="3135349836" sldId="378"/>
            <ac:picMk id="2" creationId="{71F8047B-FD0A-725E-B960-675865150D31}"/>
          </ac:picMkLst>
        </pc:picChg>
        <pc:picChg chg="add mod">
          <ac:chgData name="Diego Raul Guerrero Anaya" userId="0ce4d9aa-8e9a-49aa-b0f2-d17a32a3775a" providerId="ADAL" clId="{B93415C3-480F-43C7-8153-0DEF1BDC1F50}" dt="2025-10-01T21:56:06.367" v="3192" actId="1076"/>
          <ac:picMkLst>
            <pc:docMk/>
            <pc:sldMk cId="3135349836" sldId="378"/>
            <ac:picMk id="5" creationId="{9C026AFE-3DAD-A2BB-03E5-C3BA94909C10}"/>
          </ac:picMkLst>
        </pc:picChg>
        <pc:picChg chg="add del mod">
          <ac:chgData name="Diego Raul Guerrero Anaya" userId="0ce4d9aa-8e9a-49aa-b0f2-d17a32a3775a" providerId="ADAL" clId="{B93415C3-480F-43C7-8153-0DEF1BDC1F50}" dt="2025-10-07T16:13:37.377" v="8744" actId="478"/>
          <ac:picMkLst>
            <pc:docMk/>
            <pc:sldMk cId="3135349836" sldId="378"/>
            <ac:picMk id="7" creationId="{EDC90D93-F5AA-7A4A-2F06-02414D0F1E30}"/>
          </ac:picMkLst>
        </pc:picChg>
        <pc:picChg chg="add del mod">
          <ac:chgData name="Diego Raul Guerrero Anaya" userId="0ce4d9aa-8e9a-49aa-b0f2-d17a32a3775a" providerId="ADAL" clId="{B93415C3-480F-43C7-8153-0DEF1BDC1F50}" dt="2025-10-07T16:14:17.713" v="8750" actId="478"/>
          <ac:picMkLst>
            <pc:docMk/>
            <pc:sldMk cId="3135349836" sldId="378"/>
            <ac:picMk id="11" creationId="{3450DD1D-5006-99DC-9FC6-C6E67BFEBE60}"/>
          </ac:picMkLst>
        </pc:picChg>
        <pc:picChg chg="add mod">
          <ac:chgData name="Diego Raul Guerrero Anaya" userId="0ce4d9aa-8e9a-49aa-b0f2-d17a32a3775a" providerId="ADAL" clId="{B93415C3-480F-43C7-8153-0DEF1BDC1F50}" dt="2025-10-07T16:13:48.462" v="8745" actId="1076"/>
          <ac:picMkLst>
            <pc:docMk/>
            <pc:sldMk cId="3135349836" sldId="378"/>
            <ac:picMk id="13" creationId="{BB004C0B-2574-64C5-F2FC-303492E038B5}"/>
          </ac:picMkLst>
        </pc:picChg>
        <pc:picChg chg="add mod">
          <ac:chgData name="Diego Raul Guerrero Anaya" userId="0ce4d9aa-8e9a-49aa-b0f2-d17a32a3775a" providerId="ADAL" clId="{B93415C3-480F-43C7-8153-0DEF1BDC1F50}" dt="2025-10-01T21:56:06.367" v="3192" actId="1076"/>
          <ac:picMkLst>
            <pc:docMk/>
            <pc:sldMk cId="3135349836" sldId="378"/>
            <ac:picMk id="14" creationId="{B6C6107A-1712-3750-886E-A82AE9ED7E8A}"/>
          </ac:picMkLst>
        </pc:picChg>
        <pc:picChg chg="add mod">
          <ac:chgData name="Diego Raul Guerrero Anaya" userId="0ce4d9aa-8e9a-49aa-b0f2-d17a32a3775a" providerId="ADAL" clId="{B93415C3-480F-43C7-8153-0DEF1BDC1F50}" dt="2025-10-07T16:14:23.681" v="8751" actId="1076"/>
          <ac:picMkLst>
            <pc:docMk/>
            <pc:sldMk cId="3135349836" sldId="378"/>
            <ac:picMk id="16" creationId="{09E85B62-1E85-7F24-6D06-110068A262F0}"/>
          </ac:picMkLst>
        </pc:picChg>
      </pc:sldChg>
      <pc:sldChg chg="addSp delSp modSp add mod">
        <pc:chgData name="Diego Raul Guerrero Anaya" userId="0ce4d9aa-8e9a-49aa-b0f2-d17a32a3775a" providerId="ADAL" clId="{B93415C3-480F-43C7-8153-0DEF1BDC1F50}" dt="2025-10-02T16:09:02.440" v="4472" actId="20577"/>
        <pc:sldMkLst>
          <pc:docMk/>
          <pc:sldMk cId="3231623758" sldId="379"/>
        </pc:sldMkLst>
        <pc:spChg chg="add mod">
          <ac:chgData name="Diego Raul Guerrero Anaya" userId="0ce4d9aa-8e9a-49aa-b0f2-d17a32a3775a" providerId="ADAL" clId="{B93415C3-480F-43C7-8153-0DEF1BDC1F50}" dt="2025-10-01T18:37:11.538" v="2921" actId="20577"/>
          <ac:spMkLst>
            <pc:docMk/>
            <pc:sldMk cId="3231623758" sldId="379"/>
            <ac:spMk id="5" creationId="{82C82FA7-32AD-FC07-FCD6-2BD86DBF9AAE}"/>
          </ac:spMkLst>
        </pc:spChg>
        <pc:spChg chg="add mod">
          <ac:chgData name="Diego Raul Guerrero Anaya" userId="0ce4d9aa-8e9a-49aa-b0f2-d17a32a3775a" providerId="ADAL" clId="{B93415C3-480F-43C7-8153-0DEF1BDC1F50}" dt="2025-10-01T18:26:20.013" v="2854"/>
          <ac:spMkLst>
            <pc:docMk/>
            <pc:sldMk cId="3231623758" sldId="379"/>
            <ac:spMk id="10" creationId="{200380F2-3C52-A285-21F6-D248482675A1}"/>
          </ac:spMkLst>
        </pc:spChg>
        <pc:spChg chg="add mod">
          <ac:chgData name="Diego Raul Guerrero Anaya" userId="0ce4d9aa-8e9a-49aa-b0f2-d17a32a3775a" providerId="ADAL" clId="{B93415C3-480F-43C7-8153-0DEF1BDC1F50}" dt="2025-10-01T18:26:20.013" v="2854"/>
          <ac:spMkLst>
            <pc:docMk/>
            <pc:sldMk cId="3231623758" sldId="379"/>
            <ac:spMk id="15" creationId="{E02B89B5-17AB-F994-2BB3-27C71C1F3BD1}"/>
          </ac:spMkLst>
        </pc:spChg>
        <pc:spChg chg="add mod">
          <ac:chgData name="Diego Raul Guerrero Anaya" userId="0ce4d9aa-8e9a-49aa-b0f2-d17a32a3775a" providerId="ADAL" clId="{B93415C3-480F-43C7-8153-0DEF1BDC1F50}" dt="2025-10-02T16:09:02.440" v="4472" actId="20577"/>
          <ac:spMkLst>
            <pc:docMk/>
            <pc:sldMk cId="3231623758" sldId="379"/>
            <ac:spMk id="17" creationId="{F63994A9-9D61-E1B4-4ECF-4E6E0138BED2}"/>
          </ac:spMkLst>
        </pc:spChg>
        <pc:spChg chg="add mod">
          <ac:chgData name="Diego Raul Guerrero Anaya" userId="0ce4d9aa-8e9a-49aa-b0f2-d17a32a3775a" providerId="ADAL" clId="{B93415C3-480F-43C7-8153-0DEF1BDC1F50}" dt="2025-10-02T16:08:52.001" v="4471" actId="1076"/>
          <ac:spMkLst>
            <pc:docMk/>
            <pc:sldMk cId="3231623758" sldId="379"/>
            <ac:spMk id="18" creationId="{FB1B2FE3-5A21-7072-5A93-D55ED8223954}"/>
          </ac:spMkLst>
        </pc:spChg>
        <pc:spChg chg="mod">
          <ac:chgData name="Diego Raul Guerrero Anaya" userId="0ce4d9aa-8e9a-49aa-b0f2-d17a32a3775a" providerId="ADAL" clId="{B93415C3-480F-43C7-8153-0DEF1BDC1F50}" dt="2025-10-01T18:35:21.112" v="2899" actId="20577"/>
          <ac:spMkLst>
            <pc:docMk/>
            <pc:sldMk cId="3231623758" sldId="379"/>
            <ac:spMk id="30" creationId="{66A5E136-7154-3260-1737-F7AE658A220B}"/>
          </ac:spMkLst>
        </pc:spChg>
        <pc:graphicFrameChg chg="add mod">
          <ac:chgData name="Diego Raul Guerrero Anaya" userId="0ce4d9aa-8e9a-49aa-b0f2-d17a32a3775a" providerId="ADAL" clId="{B93415C3-480F-43C7-8153-0DEF1BDC1F50}" dt="2025-10-01T18:37:28.637" v="2926" actId="1076"/>
          <ac:graphicFrameMkLst>
            <pc:docMk/>
            <pc:sldMk cId="3231623758" sldId="379"/>
            <ac:graphicFrameMk id="16" creationId="{45182172-ABF6-76C8-FC59-61C84F44CB7B}"/>
          </ac:graphicFrameMkLst>
        </pc:graphicFrameChg>
        <pc:picChg chg="add mod">
          <ac:chgData name="Diego Raul Guerrero Anaya" userId="0ce4d9aa-8e9a-49aa-b0f2-d17a32a3775a" providerId="ADAL" clId="{B93415C3-480F-43C7-8153-0DEF1BDC1F50}" dt="2025-10-01T18:26:20.013" v="2854"/>
          <ac:picMkLst>
            <pc:docMk/>
            <pc:sldMk cId="3231623758" sldId="379"/>
            <ac:picMk id="13" creationId="{512D4FA8-D24C-CF84-134E-92162465C59D}"/>
          </ac:picMkLst>
        </pc:picChg>
        <pc:picChg chg="add mod">
          <ac:chgData name="Diego Raul Guerrero Anaya" userId="0ce4d9aa-8e9a-49aa-b0f2-d17a32a3775a" providerId="ADAL" clId="{B93415C3-480F-43C7-8153-0DEF1BDC1F50}" dt="2025-10-01T18:36:41.186" v="2912" actId="1076"/>
          <ac:picMkLst>
            <pc:docMk/>
            <pc:sldMk cId="3231623758" sldId="379"/>
            <ac:picMk id="21" creationId="{8DDCF817-6908-9191-8471-267F59C0CE3B}"/>
          </ac:picMkLst>
        </pc:picChg>
      </pc:sldChg>
      <pc:sldChg chg="addSp delSp modSp add del mod">
        <pc:chgData name="Diego Raul Guerrero Anaya" userId="0ce4d9aa-8e9a-49aa-b0f2-d17a32a3775a" providerId="ADAL" clId="{B93415C3-480F-43C7-8153-0DEF1BDC1F50}" dt="2025-10-01T18:24:20.698" v="2843" actId="2696"/>
        <pc:sldMkLst>
          <pc:docMk/>
          <pc:sldMk cId="1326243601" sldId="380"/>
        </pc:sldMkLst>
      </pc:sldChg>
      <pc:sldChg chg="addSp delSp modSp add del mod">
        <pc:chgData name="Diego Raul Guerrero Anaya" userId="0ce4d9aa-8e9a-49aa-b0f2-d17a32a3775a" providerId="ADAL" clId="{B93415C3-480F-43C7-8153-0DEF1BDC1F50}" dt="2025-10-01T18:40:19.468" v="2930" actId="2696"/>
        <pc:sldMkLst>
          <pc:docMk/>
          <pc:sldMk cId="1631267226" sldId="381"/>
        </pc:sldMkLst>
      </pc:sldChg>
      <pc:sldChg chg="addSp delSp modSp add del mod">
        <pc:chgData name="Diego Raul Guerrero Anaya" userId="0ce4d9aa-8e9a-49aa-b0f2-d17a32a3775a" providerId="ADAL" clId="{B93415C3-480F-43C7-8153-0DEF1BDC1F50}" dt="2025-10-01T18:24:20.698" v="2843" actId="2696"/>
        <pc:sldMkLst>
          <pc:docMk/>
          <pc:sldMk cId="1403532612" sldId="382"/>
        </pc:sldMkLst>
      </pc:sldChg>
      <pc:sldChg chg="addSp delSp modSp add del mod">
        <pc:chgData name="Diego Raul Guerrero Anaya" userId="0ce4d9aa-8e9a-49aa-b0f2-d17a32a3775a" providerId="ADAL" clId="{B93415C3-480F-43C7-8153-0DEF1BDC1F50}" dt="2025-10-01T18:24:20.698" v="2843" actId="2696"/>
        <pc:sldMkLst>
          <pc:docMk/>
          <pc:sldMk cId="3792315684" sldId="383"/>
        </pc:sldMkLst>
      </pc:sldChg>
      <pc:sldChg chg="addSp delSp modSp add del mod">
        <pc:chgData name="Diego Raul Guerrero Anaya" userId="0ce4d9aa-8e9a-49aa-b0f2-d17a32a3775a" providerId="ADAL" clId="{B93415C3-480F-43C7-8153-0DEF1BDC1F50}" dt="2025-10-01T18:24:20.698" v="2843" actId="2696"/>
        <pc:sldMkLst>
          <pc:docMk/>
          <pc:sldMk cId="1357842604" sldId="384"/>
        </pc:sldMkLst>
      </pc:sldChg>
      <pc:sldChg chg="addSp delSp modSp add del mod">
        <pc:chgData name="Diego Raul Guerrero Anaya" userId="0ce4d9aa-8e9a-49aa-b0f2-d17a32a3775a" providerId="ADAL" clId="{B93415C3-480F-43C7-8153-0DEF1BDC1F50}" dt="2025-10-01T18:24:20.698" v="2843" actId="2696"/>
        <pc:sldMkLst>
          <pc:docMk/>
          <pc:sldMk cId="1202563564" sldId="385"/>
        </pc:sldMkLst>
      </pc:sldChg>
      <pc:sldChg chg="addSp delSp modSp add del mod">
        <pc:chgData name="Diego Raul Guerrero Anaya" userId="0ce4d9aa-8e9a-49aa-b0f2-d17a32a3775a" providerId="ADAL" clId="{B93415C3-480F-43C7-8153-0DEF1BDC1F50}" dt="2025-10-01T18:24:20.698" v="2843" actId="2696"/>
        <pc:sldMkLst>
          <pc:docMk/>
          <pc:sldMk cId="1430763965" sldId="386"/>
        </pc:sldMkLst>
      </pc:sldChg>
      <pc:sldChg chg="addSp delSp modSp add del mod">
        <pc:chgData name="Diego Raul Guerrero Anaya" userId="0ce4d9aa-8e9a-49aa-b0f2-d17a32a3775a" providerId="ADAL" clId="{B93415C3-480F-43C7-8153-0DEF1BDC1F50}" dt="2025-10-01T18:24:20.698" v="2843" actId="2696"/>
        <pc:sldMkLst>
          <pc:docMk/>
          <pc:sldMk cId="3609324266" sldId="387"/>
        </pc:sldMkLst>
      </pc:sldChg>
      <pc:sldChg chg="addSp delSp modSp add del mod">
        <pc:chgData name="Diego Raul Guerrero Anaya" userId="0ce4d9aa-8e9a-49aa-b0f2-d17a32a3775a" providerId="ADAL" clId="{B93415C3-480F-43C7-8153-0DEF1BDC1F50}" dt="2025-10-01T18:24:20.698" v="2843" actId="2696"/>
        <pc:sldMkLst>
          <pc:docMk/>
          <pc:sldMk cId="113030418" sldId="388"/>
        </pc:sldMkLst>
      </pc:sldChg>
      <pc:sldChg chg="addSp delSp modSp add mod ord">
        <pc:chgData name="Diego Raul Guerrero Anaya" userId="0ce4d9aa-8e9a-49aa-b0f2-d17a32a3775a" providerId="ADAL" clId="{B93415C3-480F-43C7-8153-0DEF1BDC1F50}" dt="2025-10-06T14:34:38.112" v="7849" actId="20577"/>
        <pc:sldMkLst>
          <pc:docMk/>
          <pc:sldMk cId="4030159341" sldId="389"/>
        </pc:sldMkLst>
        <pc:spChg chg="mod">
          <ac:chgData name="Diego Raul Guerrero Anaya" userId="0ce4d9aa-8e9a-49aa-b0f2-d17a32a3775a" providerId="ADAL" clId="{B93415C3-480F-43C7-8153-0DEF1BDC1F50}" dt="2025-10-01T18:42:03.205" v="2967" actId="20577"/>
          <ac:spMkLst>
            <pc:docMk/>
            <pc:sldMk cId="4030159341" sldId="389"/>
            <ac:spMk id="3" creationId="{90CC7BA8-462E-3CE8-E3A4-EA533E1CD942}"/>
          </ac:spMkLst>
        </pc:spChg>
        <pc:spChg chg="mod">
          <ac:chgData name="Diego Raul Guerrero Anaya" userId="0ce4d9aa-8e9a-49aa-b0f2-d17a32a3775a" providerId="ADAL" clId="{B93415C3-480F-43C7-8153-0DEF1BDC1F50}" dt="2025-10-06T14:33:36.006" v="7768" actId="20577"/>
          <ac:spMkLst>
            <pc:docMk/>
            <pc:sldMk cId="4030159341" sldId="389"/>
            <ac:spMk id="5" creationId="{F222933C-BA12-E063-5BCF-E0BE2956583D}"/>
          </ac:spMkLst>
        </pc:spChg>
        <pc:spChg chg="mod">
          <ac:chgData name="Diego Raul Guerrero Anaya" userId="0ce4d9aa-8e9a-49aa-b0f2-d17a32a3775a" providerId="ADAL" clId="{B93415C3-480F-43C7-8153-0DEF1BDC1F50}" dt="2025-10-06T14:34:38.112" v="7849" actId="20577"/>
          <ac:spMkLst>
            <pc:docMk/>
            <pc:sldMk cId="4030159341" sldId="389"/>
            <ac:spMk id="7" creationId="{7C36C4AD-C372-41E2-ECDF-7124B0517EF8}"/>
          </ac:spMkLst>
        </pc:spChg>
        <pc:picChg chg="add mod">
          <ac:chgData name="Diego Raul Guerrero Anaya" userId="0ce4d9aa-8e9a-49aa-b0f2-d17a32a3775a" providerId="ADAL" clId="{B93415C3-480F-43C7-8153-0DEF1BDC1F50}" dt="2025-10-02T15:16:26.430" v="4218"/>
          <ac:picMkLst>
            <pc:docMk/>
            <pc:sldMk cId="4030159341" sldId="389"/>
            <ac:picMk id="2" creationId="{7CB25710-62D1-D60E-F4F8-346AD4010FA2}"/>
          </ac:picMkLst>
        </pc:picChg>
      </pc:sldChg>
      <pc:sldChg chg="addSp delSp modSp add mod">
        <pc:chgData name="Diego Raul Guerrero Anaya" userId="0ce4d9aa-8e9a-49aa-b0f2-d17a32a3775a" providerId="ADAL" clId="{B93415C3-480F-43C7-8153-0DEF1BDC1F50}" dt="2025-10-07T15:56:23.214" v="8488" actId="20577"/>
        <pc:sldMkLst>
          <pc:docMk/>
          <pc:sldMk cId="880970840" sldId="390"/>
        </pc:sldMkLst>
        <pc:spChg chg="add mod">
          <ac:chgData name="Diego Raul Guerrero Anaya" userId="0ce4d9aa-8e9a-49aa-b0f2-d17a32a3775a" providerId="ADAL" clId="{B93415C3-480F-43C7-8153-0DEF1BDC1F50}" dt="2025-10-01T18:44:19.513" v="2999"/>
          <ac:spMkLst>
            <pc:docMk/>
            <pc:sldMk cId="880970840" sldId="390"/>
            <ac:spMk id="2" creationId="{B813CBB1-8775-1FA4-C7E5-86742DFEF373}"/>
          </ac:spMkLst>
        </pc:spChg>
        <pc:spChg chg="mod">
          <ac:chgData name="Diego Raul Guerrero Anaya" userId="0ce4d9aa-8e9a-49aa-b0f2-d17a32a3775a" providerId="ADAL" clId="{B93415C3-480F-43C7-8153-0DEF1BDC1F50}" dt="2025-10-01T18:42:23.926" v="2969" actId="20577"/>
          <ac:spMkLst>
            <pc:docMk/>
            <pc:sldMk cId="880970840" sldId="390"/>
            <ac:spMk id="3" creationId="{E57D05FD-9316-F285-DAC8-25D77B8F531B}"/>
          </ac:spMkLst>
        </pc:spChg>
        <pc:spChg chg="add mod">
          <ac:chgData name="Diego Raul Guerrero Anaya" userId="0ce4d9aa-8e9a-49aa-b0f2-d17a32a3775a" providerId="ADAL" clId="{B93415C3-480F-43C7-8153-0DEF1BDC1F50}" dt="2025-10-06T14:34:42.589" v="7863" actId="20577"/>
          <ac:spMkLst>
            <pc:docMk/>
            <pc:sldMk cId="880970840" sldId="390"/>
            <ac:spMk id="10" creationId="{E0345A4E-C073-88EB-2444-456242F6A8F5}"/>
          </ac:spMkLst>
        </pc:spChg>
        <pc:spChg chg="add mod">
          <ac:chgData name="Diego Raul Guerrero Anaya" userId="0ce4d9aa-8e9a-49aa-b0f2-d17a32a3775a" providerId="ADAL" clId="{B93415C3-480F-43C7-8153-0DEF1BDC1F50}" dt="2025-10-07T15:56:23.214" v="8488" actId="20577"/>
          <ac:spMkLst>
            <pc:docMk/>
            <pc:sldMk cId="880970840" sldId="390"/>
            <ac:spMk id="11" creationId="{A17D31AC-9A6A-8F19-E40B-F8961AB69F73}"/>
          </ac:spMkLst>
        </pc:spChg>
        <pc:picChg chg="add mod">
          <ac:chgData name="Diego Raul Guerrero Anaya" userId="0ce4d9aa-8e9a-49aa-b0f2-d17a32a3775a" providerId="ADAL" clId="{B93415C3-480F-43C7-8153-0DEF1BDC1F50}" dt="2025-10-02T15:16:23.386" v="4216"/>
          <ac:picMkLst>
            <pc:docMk/>
            <pc:sldMk cId="880970840" sldId="390"/>
            <ac:picMk id="5" creationId="{66E9BC07-480A-5128-EF50-7502309F6C30}"/>
          </ac:picMkLst>
        </pc:picChg>
      </pc:sldChg>
      <pc:sldChg chg="addSp delSp modSp add mod">
        <pc:chgData name="Diego Raul Guerrero Anaya" userId="0ce4d9aa-8e9a-49aa-b0f2-d17a32a3775a" providerId="ADAL" clId="{B93415C3-480F-43C7-8153-0DEF1BDC1F50}" dt="2025-10-07T15:56:40.635" v="8492" actId="20577"/>
        <pc:sldMkLst>
          <pc:docMk/>
          <pc:sldMk cId="1788796161" sldId="391"/>
        </pc:sldMkLst>
        <pc:spChg chg="add mod">
          <ac:chgData name="Diego Raul Guerrero Anaya" userId="0ce4d9aa-8e9a-49aa-b0f2-d17a32a3775a" providerId="ADAL" clId="{B93415C3-480F-43C7-8153-0DEF1BDC1F50}" dt="2025-10-06T14:34:49.392" v="7878" actId="20577"/>
          <ac:spMkLst>
            <pc:docMk/>
            <pc:sldMk cId="1788796161" sldId="391"/>
            <ac:spMk id="2" creationId="{686F0888-5E27-713B-1857-BD0F78FCE666}"/>
          </ac:spMkLst>
        </pc:spChg>
        <pc:spChg chg="mod">
          <ac:chgData name="Diego Raul Guerrero Anaya" userId="0ce4d9aa-8e9a-49aa-b0f2-d17a32a3775a" providerId="ADAL" clId="{B93415C3-480F-43C7-8153-0DEF1BDC1F50}" dt="2025-10-01T18:45:43.669" v="3031" actId="20577"/>
          <ac:spMkLst>
            <pc:docMk/>
            <pc:sldMk cId="1788796161" sldId="391"/>
            <ac:spMk id="3" creationId="{45E01CB2-7ED7-CEE3-6ED6-1BBA43CC1EF5}"/>
          </ac:spMkLst>
        </pc:spChg>
        <pc:spChg chg="add mod">
          <ac:chgData name="Diego Raul Guerrero Anaya" userId="0ce4d9aa-8e9a-49aa-b0f2-d17a32a3775a" providerId="ADAL" clId="{B93415C3-480F-43C7-8153-0DEF1BDC1F50}" dt="2025-10-07T15:56:40.635" v="8492" actId="20577"/>
          <ac:spMkLst>
            <pc:docMk/>
            <pc:sldMk cId="1788796161" sldId="391"/>
            <ac:spMk id="10" creationId="{33F78E47-312C-F2CF-99FD-7B996F479A9B}"/>
          </ac:spMkLst>
        </pc:spChg>
        <pc:picChg chg="add mod">
          <ac:chgData name="Diego Raul Guerrero Anaya" userId="0ce4d9aa-8e9a-49aa-b0f2-d17a32a3775a" providerId="ADAL" clId="{B93415C3-480F-43C7-8153-0DEF1BDC1F50}" dt="2025-10-02T15:16:19.027" v="4214"/>
          <ac:picMkLst>
            <pc:docMk/>
            <pc:sldMk cId="1788796161" sldId="391"/>
            <ac:picMk id="5" creationId="{5EB6B137-483B-CC1C-6CC6-7C51A6EA20C6}"/>
          </ac:picMkLst>
        </pc:picChg>
      </pc:sldChg>
      <pc:sldChg chg="modSp add del mod">
        <pc:chgData name="Diego Raul Guerrero Anaya" userId="0ce4d9aa-8e9a-49aa-b0f2-d17a32a3775a" providerId="ADAL" clId="{B93415C3-480F-43C7-8153-0DEF1BDC1F50}" dt="2025-10-01T18:46:29.221" v="3040" actId="2696"/>
        <pc:sldMkLst>
          <pc:docMk/>
          <pc:sldMk cId="1960454848" sldId="392"/>
        </pc:sldMkLst>
      </pc:sldChg>
      <pc:sldChg chg="modSp add mod ord">
        <pc:chgData name="Diego Raul Guerrero Anaya" userId="0ce4d9aa-8e9a-49aa-b0f2-d17a32a3775a" providerId="ADAL" clId="{B93415C3-480F-43C7-8153-0DEF1BDC1F50}" dt="2025-10-01T18:40:59.793" v="2935" actId="20577"/>
        <pc:sldMkLst>
          <pc:docMk/>
          <pc:sldMk cId="2889885394" sldId="393"/>
        </pc:sldMkLst>
        <pc:spChg chg="mod">
          <ac:chgData name="Diego Raul Guerrero Anaya" userId="0ce4d9aa-8e9a-49aa-b0f2-d17a32a3775a" providerId="ADAL" clId="{B93415C3-480F-43C7-8153-0DEF1BDC1F50}" dt="2025-10-01T18:40:59.793" v="2935" actId="20577"/>
          <ac:spMkLst>
            <pc:docMk/>
            <pc:sldMk cId="2889885394" sldId="393"/>
            <ac:spMk id="12" creationId="{89FDEE15-832F-919D-5FED-35FBCA31F2B7}"/>
          </ac:spMkLst>
        </pc:spChg>
        <pc:spChg chg="mod">
          <ac:chgData name="Diego Raul Guerrero Anaya" userId="0ce4d9aa-8e9a-49aa-b0f2-d17a32a3775a" providerId="ADAL" clId="{B93415C3-480F-43C7-8153-0DEF1BDC1F50}" dt="2025-10-01T18:40:42.127" v="2932" actId="20577"/>
          <ac:spMkLst>
            <pc:docMk/>
            <pc:sldMk cId="2889885394" sldId="393"/>
            <ac:spMk id="30" creationId="{BCCC925C-A107-9CC2-0BA2-288C63F96D2A}"/>
          </ac:spMkLst>
        </pc:spChg>
      </pc:sldChg>
      <pc:sldChg chg="addSp delSp modSp add mod">
        <pc:chgData name="Diego Raul Guerrero Anaya" userId="0ce4d9aa-8e9a-49aa-b0f2-d17a32a3775a" providerId="ADAL" clId="{B93415C3-480F-43C7-8153-0DEF1BDC1F50}" dt="2025-10-07T15:56:52.921" v="8496" actId="20577"/>
        <pc:sldMkLst>
          <pc:docMk/>
          <pc:sldMk cId="1238948948" sldId="394"/>
        </pc:sldMkLst>
        <pc:spChg chg="mod">
          <ac:chgData name="Diego Raul Guerrero Anaya" userId="0ce4d9aa-8e9a-49aa-b0f2-d17a32a3775a" providerId="ADAL" clId="{B93415C3-480F-43C7-8153-0DEF1BDC1F50}" dt="2025-10-06T14:40:58.997" v="8033" actId="20577"/>
          <ac:spMkLst>
            <pc:docMk/>
            <pc:sldMk cId="1238948948" sldId="394"/>
            <ac:spMk id="2" creationId="{1BA5B50B-1BA7-ED2A-5C5B-7EFD75A57C0B}"/>
          </ac:spMkLst>
        </pc:spChg>
        <pc:spChg chg="mod">
          <ac:chgData name="Diego Raul Guerrero Anaya" userId="0ce4d9aa-8e9a-49aa-b0f2-d17a32a3775a" providerId="ADAL" clId="{B93415C3-480F-43C7-8153-0DEF1BDC1F50}" dt="2025-10-01T18:46:45.517" v="3042"/>
          <ac:spMkLst>
            <pc:docMk/>
            <pc:sldMk cId="1238948948" sldId="394"/>
            <ac:spMk id="3" creationId="{725495F2-04BD-418B-BB67-897151FB5FFB}"/>
          </ac:spMkLst>
        </pc:spChg>
        <pc:spChg chg="mod">
          <ac:chgData name="Diego Raul Guerrero Anaya" userId="0ce4d9aa-8e9a-49aa-b0f2-d17a32a3775a" providerId="ADAL" clId="{B93415C3-480F-43C7-8153-0DEF1BDC1F50}" dt="2025-10-07T15:56:52.921" v="8496" actId="20577"/>
          <ac:spMkLst>
            <pc:docMk/>
            <pc:sldMk cId="1238948948" sldId="394"/>
            <ac:spMk id="10" creationId="{E2F4CBF2-2CB3-E523-0E38-53732DA21BE8}"/>
          </ac:spMkLst>
        </pc:spChg>
        <pc:picChg chg="add mod">
          <ac:chgData name="Diego Raul Guerrero Anaya" userId="0ce4d9aa-8e9a-49aa-b0f2-d17a32a3775a" providerId="ADAL" clId="{B93415C3-480F-43C7-8153-0DEF1BDC1F50}" dt="2025-10-02T15:16:14.709" v="4212"/>
          <ac:picMkLst>
            <pc:docMk/>
            <pc:sldMk cId="1238948948" sldId="394"/>
            <ac:picMk id="5" creationId="{8933B152-B7D8-8D92-050E-28EA8138D074}"/>
          </ac:picMkLst>
        </pc:picChg>
      </pc:sldChg>
      <pc:sldChg chg="addSp delSp modSp add mod">
        <pc:chgData name="Diego Raul Guerrero Anaya" userId="0ce4d9aa-8e9a-49aa-b0f2-d17a32a3775a" providerId="ADAL" clId="{B93415C3-480F-43C7-8153-0DEF1BDC1F50}" dt="2025-10-06T14:44:12.600" v="8160" actId="20577"/>
        <pc:sldMkLst>
          <pc:docMk/>
          <pc:sldMk cId="635395755" sldId="395"/>
        </pc:sldMkLst>
        <pc:spChg chg="mod">
          <ac:chgData name="Diego Raul Guerrero Anaya" userId="0ce4d9aa-8e9a-49aa-b0f2-d17a32a3775a" providerId="ADAL" clId="{B93415C3-480F-43C7-8153-0DEF1BDC1F50}" dt="2025-10-06T14:44:12.600" v="8160" actId="20577"/>
          <ac:spMkLst>
            <pc:docMk/>
            <pc:sldMk cId="635395755" sldId="395"/>
            <ac:spMk id="2" creationId="{C7A5093A-A0FF-29EF-AF06-0B1FD7E5BBD3}"/>
          </ac:spMkLst>
        </pc:spChg>
        <pc:spChg chg="mod">
          <ac:chgData name="Diego Raul Guerrero Anaya" userId="0ce4d9aa-8e9a-49aa-b0f2-d17a32a3775a" providerId="ADAL" clId="{B93415C3-480F-43C7-8153-0DEF1BDC1F50}" dt="2025-10-01T18:47:33.594" v="3051" actId="20577"/>
          <ac:spMkLst>
            <pc:docMk/>
            <pc:sldMk cId="635395755" sldId="395"/>
            <ac:spMk id="3" creationId="{4B85A88E-1B70-5569-0D9F-564701DCE10F}"/>
          </ac:spMkLst>
        </pc:spChg>
        <pc:spChg chg="mod">
          <ac:chgData name="Diego Raul Guerrero Anaya" userId="0ce4d9aa-8e9a-49aa-b0f2-d17a32a3775a" providerId="ADAL" clId="{B93415C3-480F-43C7-8153-0DEF1BDC1F50}" dt="2025-10-06T14:43:03.406" v="8102" actId="20577"/>
          <ac:spMkLst>
            <pc:docMk/>
            <pc:sldMk cId="635395755" sldId="395"/>
            <ac:spMk id="10" creationId="{0E409622-73E6-EE6E-7D27-A564F3727776}"/>
          </ac:spMkLst>
        </pc:spChg>
        <pc:picChg chg="add mod">
          <ac:chgData name="Diego Raul Guerrero Anaya" userId="0ce4d9aa-8e9a-49aa-b0f2-d17a32a3775a" providerId="ADAL" clId="{B93415C3-480F-43C7-8153-0DEF1BDC1F50}" dt="2025-10-02T15:16:09.456" v="4210"/>
          <ac:picMkLst>
            <pc:docMk/>
            <pc:sldMk cId="635395755" sldId="395"/>
            <ac:picMk id="5" creationId="{5639995F-E061-7170-6800-2B1ACBB34A82}"/>
          </ac:picMkLst>
        </pc:picChg>
      </pc:sldChg>
      <pc:sldChg chg="addSp delSp modSp add mod">
        <pc:chgData name="Diego Raul Guerrero Anaya" userId="0ce4d9aa-8e9a-49aa-b0f2-d17a32a3775a" providerId="ADAL" clId="{B93415C3-480F-43C7-8153-0DEF1BDC1F50}" dt="2025-10-07T15:57:13.053" v="8500" actId="20577"/>
        <pc:sldMkLst>
          <pc:docMk/>
          <pc:sldMk cId="492614338" sldId="396"/>
        </pc:sldMkLst>
        <pc:spChg chg="mod">
          <ac:chgData name="Diego Raul Guerrero Anaya" userId="0ce4d9aa-8e9a-49aa-b0f2-d17a32a3775a" providerId="ADAL" clId="{B93415C3-480F-43C7-8153-0DEF1BDC1F50}" dt="2025-10-06T14:44:21.719" v="8174" actId="20577"/>
          <ac:spMkLst>
            <pc:docMk/>
            <pc:sldMk cId="492614338" sldId="396"/>
            <ac:spMk id="2" creationId="{FCABF593-D796-F156-64A1-1F3BD8E537F2}"/>
          </ac:spMkLst>
        </pc:spChg>
        <pc:spChg chg="mod">
          <ac:chgData name="Diego Raul Guerrero Anaya" userId="0ce4d9aa-8e9a-49aa-b0f2-d17a32a3775a" providerId="ADAL" clId="{B93415C3-480F-43C7-8153-0DEF1BDC1F50}" dt="2025-10-01T18:48:40.932" v="3078" actId="20577"/>
          <ac:spMkLst>
            <pc:docMk/>
            <pc:sldMk cId="492614338" sldId="396"/>
            <ac:spMk id="3" creationId="{1060924D-EDDB-8B28-549A-0D48FECD0FE8}"/>
          </ac:spMkLst>
        </pc:spChg>
        <pc:spChg chg="mod">
          <ac:chgData name="Diego Raul Guerrero Anaya" userId="0ce4d9aa-8e9a-49aa-b0f2-d17a32a3775a" providerId="ADAL" clId="{B93415C3-480F-43C7-8153-0DEF1BDC1F50}" dt="2025-10-07T15:57:13.053" v="8500" actId="20577"/>
          <ac:spMkLst>
            <pc:docMk/>
            <pc:sldMk cId="492614338" sldId="396"/>
            <ac:spMk id="10" creationId="{F7F5D428-33DB-6CD0-B1EC-090EECEF2B48}"/>
          </ac:spMkLst>
        </pc:spChg>
        <pc:picChg chg="add mod">
          <ac:chgData name="Diego Raul Guerrero Anaya" userId="0ce4d9aa-8e9a-49aa-b0f2-d17a32a3775a" providerId="ADAL" clId="{B93415C3-480F-43C7-8153-0DEF1BDC1F50}" dt="2025-10-02T15:16:04.851" v="4208"/>
          <ac:picMkLst>
            <pc:docMk/>
            <pc:sldMk cId="492614338" sldId="396"/>
            <ac:picMk id="5" creationId="{61FA7208-79F2-B4FB-D87D-153F4B0168D8}"/>
          </ac:picMkLst>
        </pc:picChg>
      </pc:sldChg>
      <pc:sldChg chg="add del ord">
        <pc:chgData name="Diego Raul Guerrero Anaya" userId="0ce4d9aa-8e9a-49aa-b0f2-d17a32a3775a" providerId="ADAL" clId="{B93415C3-480F-43C7-8153-0DEF1BDC1F50}" dt="2025-10-01T22:45:29.067" v="3610" actId="2696"/>
        <pc:sldMkLst>
          <pc:docMk/>
          <pc:sldMk cId="3292612848" sldId="397"/>
        </pc:sldMkLst>
      </pc:sldChg>
      <pc:sldChg chg="addSp delSp modSp add mod">
        <pc:chgData name="Diego Raul Guerrero Anaya" userId="0ce4d9aa-8e9a-49aa-b0f2-d17a32a3775a" providerId="ADAL" clId="{B93415C3-480F-43C7-8153-0DEF1BDC1F50}" dt="2025-10-02T15:15:45.789" v="4200"/>
        <pc:sldMkLst>
          <pc:docMk/>
          <pc:sldMk cId="4191660484" sldId="398"/>
        </pc:sldMkLst>
        <pc:spChg chg="mod">
          <ac:chgData name="Diego Raul Guerrero Anaya" userId="0ce4d9aa-8e9a-49aa-b0f2-d17a32a3775a" providerId="ADAL" clId="{B93415C3-480F-43C7-8153-0DEF1BDC1F50}" dt="2025-10-01T22:43:07.464" v="3590" actId="20577"/>
          <ac:spMkLst>
            <pc:docMk/>
            <pc:sldMk cId="4191660484" sldId="398"/>
            <ac:spMk id="3" creationId="{0E2745FE-A0F9-27E0-71F2-773BAF3F720B}"/>
          </ac:spMkLst>
        </pc:spChg>
        <pc:spChg chg="add mod">
          <ac:chgData name="Diego Raul Guerrero Anaya" userId="0ce4d9aa-8e9a-49aa-b0f2-d17a32a3775a" providerId="ADAL" clId="{B93415C3-480F-43C7-8153-0DEF1BDC1F50}" dt="2025-10-01T22:45:14.335" v="3609"/>
          <ac:spMkLst>
            <pc:docMk/>
            <pc:sldMk cId="4191660484" sldId="398"/>
            <ac:spMk id="5" creationId="{20A34FFA-D8B6-B012-9C6B-FFF26F57682C}"/>
          </ac:spMkLst>
        </pc:spChg>
        <pc:spChg chg="mod">
          <ac:chgData name="Diego Raul Guerrero Anaya" userId="0ce4d9aa-8e9a-49aa-b0f2-d17a32a3775a" providerId="ADAL" clId="{B93415C3-480F-43C7-8153-0DEF1BDC1F50}" dt="2025-10-01T22:43:52.382" v="3598" actId="6549"/>
          <ac:spMkLst>
            <pc:docMk/>
            <pc:sldMk cId="4191660484" sldId="398"/>
            <ac:spMk id="7" creationId="{A49F2CA2-9CE3-D419-32BB-88B456FF0B65}"/>
          </ac:spMkLst>
        </pc:spChg>
        <pc:picChg chg="add mod">
          <ac:chgData name="Diego Raul Guerrero Anaya" userId="0ce4d9aa-8e9a-49aa-b0f2-d17a32a3775a" providerId="ADAL" clId="{B93415C3-480F-43C7-8153-0DEF1BDC1F50}" dt="2025-10-01T22:44:45.133" v="3607" actId="1076"/>
          <ac:picMkLst>
            <pc:docMk/>
            <pc:sldMk cId="4191660484" sldId="398"/>
            <ac:picMk id="2" creationId="{043B9BAF-14E4-38CC-2432-75EE1537A0DB}"/>
          </ac:picMkLst>
        </pc:picChg>
        <pc:picChg chg="add mod">
          <ac:chgData name="Diego Raul Guerrero Anaya" userId="0ce4d9aa-8e9a-49aa-b0f2-d17a32a3775a" providerId="ADAL" clId="{B93415C3-480F-43C7-8153-0DEF1BDC1F50}" dt="2025-10-02T15:15:45.789" v="4200"/>
          <ac:picMkLst>
            <pc:docMk/>
            <pc:sldMk cId="4191660484" sldId="398"/>
            <ac:picMk id="6" creationId="{63C17357-0230-100E-48E4-3703AFE108E0}"/>
          </ac:picMkLst>
        </pc:picChg>
      </pc:sldChg>
      <pc:sldChg chg="addSp delSp modSp add mod ord">
        <pc:chgData name="Diego Raul Guerrero Anaya" userId="0ce4d9aa-8e9a-49aa-b0f2-d17a32a3775a" providerId="ADAL" clId="{B93415C3-480F-43C7-8153-0DEF1BDC1F50}" dt="2025-10-02T15:15:55.100" v="4204"/>
        <pc:sldMkLst>
          <pc:docMk/>
          <pc:sldMk cId="1402810735" sldId="399"/>
        </pc:sldMkLst>
        <pc:spChg chg="mod">
          <ac:chgData name="Diego Raul Guerrero Anaya" userId="0ce4d9aa-8e9a-49aa-b0f2-d17a32a3775a" providerId="ADAL" clId="{B93415C3-480F-43C7-8153-0DEF1BDC1F50}" dt="2025-10-01T22:46:35.762" v="3623" actId="20577"/>
          <ac:spMkLst>
            <pc:docMk/>
            <pc:sldMk cId="1402810735" sldId="399"/>
            <ac:spMk id="3" creationId="{9CC63C1B-15C6-38F0-DFCC-D05E89BDF3B7}"/>
          </ac:spMkLst>
        </pc:spChg>
        <pc:spChg chg="mod">
          <ac:chgData name="Diego Raul Guerrero Anaya" userId="0ce4d9aa-8e9a-49aa-b0f2-d17a32a3775a" providerId="ADAL" clId="{B93415C3-480F-43C7-8153-0DEF1BDC1F50}" dt="2025-10-01T22:47:02.052" v="3628" actId="6549"/>
          <ac:spMkLst>
            <pc:docMk/>
            <pc:sldMk cId="1402810735" sldId="399"/>
            <ac:spMk id="14" creationId="{1565E58F-2F0B-F305-4892-FC848228E513}"/>
          </ac:spMkLst>
        </pc:spChg>
        <pc:picChg chg="add mod">
          <ac:chgData name="Diego Raul Guerrero Anaya" userId="0ce4d9aa-8e9a-49aa-b0f2-d17a32a3775a" providerId="ADAL" clId="{B93415C3-480F-43C7-8153-0DEF1BDC1F50}" dt="2025-10-02T15:15:55.100" v="4204"/>
          <ac:picMkLst>
            <pc:docMk/>
            <pc:sldMk cId="1402810735" sldId="399"/>
            <ac:picMk id="5" creationId="{753213D4-329B-A371-2681-78C92E0F4496}"/>
          </ac:picMkLst>
        </pc:picChg>
      </pc:sldChg>
      <pc:sldChg chg="addSp delSp modSp add del mod ord">
        <pc:chgData name="Diego Raul Guerrero Anaya" userId="0ce4d9aa-8e9a-49aa-b0f2-d17a32a3775a" providerId="ADAL" clId="{B93415C3-480F-43C7-8153-0DEF1BDC1F50}" dt="2025-10-07T15:58:08.882" v="8501" actId="2696"/>
        <pc:sldMkLst>
          <pc:docMk/>
          <pc:sldMk cId="1862460764" sldId="400"/>
        </pc:sldMkLst>
        <pc:spChg chg="mod">
          <ac:chgData name="Diego Raul Guerrero Anaya" userId="0ce4d9aa-8e9a-49aa-b0f2-d17a32a3775a" providerId="ADAL" clId="{B93415C3-480F-43C7-8153-0DEF1BDC1F50}" dt="2025-10-07T14:04:46.210" v="8257" actId="20577"/>
          <ac:spMkLst>
            <pc:docMk/>
            <pc:sldMk cId="1862460764" sldId="400"/>
            <ac:spMk id="2" creationId="{A6496B07-2295-B7D9-A7FC-69EC6171B5E5}"/>
          </ac:spMkLst>
        </pc:spChg>
      </pc:sldChg>
      <pc:sldChg chg="addSp delSp modSp add mod ord">
        <pc:chgData name="Diego Raul Guerrero Anaya" userId="0ce4d9aa-8e9a-49aa-b0f2-d17a32a3775a" providerId="ADAL" clId="{B93415C3-480F-43C7-8153-0DEF1BDC1F50}" dt="2025-10-07T14:06:05.952" v="8323" actId="20577"/>
        <pc:sldMkLst>
          <pc:docMk/>
          <pc:sldMk cId="1400296140" sldId="401"/>
        </pc:sldMkLst>
        <pc:spChg chg="mod">
          <ac:chgData name="Diego Raul Guerrero Anaya" userId="0ce4d9aa-8e9a-49aa-b0f2-d17a32a3775a" providerId="ADAL" clId="{B93415C3-480F-43C7-8153-0DEF1BDC1F50}" dt="2025-10-07T14:06:05.952" v="8323" actId="20577"/>
          <ac:spMkLst>
            <pc:docMk/>
            <pc:sldMk cId="1400296140" sldId="401"/>
            <ac:spMk id="2" creationId="{64758085-AC22-3707-5227-9B6A02545A13}"/>
          </ac:spMkLst>
        </pc:spChg>
        <pc:spChg chg="mod">
          <ac:chgData name="Diego Raul Guerrero Anaya" userId="0ce4d9aa-8e9a-49aa-b0f2-d17a32a3775a" providerId="ADAL" clId="{B93415C3-480F-43C7-8153-0DEF1BDC1F50}" dt="2025-10-01T22:50:32.335" v="3724" actId="20577"/>
          <ac:spMkLst>
            <pc:docMk/>
            <pc:sldMk cId="1400296140" sldId="401"/>
            <ac:spMk id="3" creationId="{A66DC645-DE56-2EF0-CD3A-D7263C64FCE0}"/>
          </ac:spMkLst>
        </pc:spChg>
        <pc:spChg chg="mod">
          <ac:chgData name="Diego Raul Guerrero Anaya" userId="0ce4d9aa-8e9a-49aa-b0f2-d17a32a3775a" providerId="ADAL" clId="{B93415C3-480F-43C7-8153-0DEF1BDC1F50}" dt="2025-10-01T22:50:52.026" v="3728" actId="6549"/>
          <ac:spMkLst>
            <pc:docMk/>
            <pc:sldMk cId="1400296140" sldId="401"/>
            <ac:spMk id="14" creationId="{B4742446-4754-38C3-5F11-1AB17C37D33F}"/>
          </ac:spMkLst>
        </pc:spChg>
        <pc:picChg chg="add mod">
          <ac:chgData name="Diego Raul Guerrero Anaya" userId="0ce4d9aa-8e9a-49aa-b0f2-d17a32a3775a" providerId="ADAL" clId="{B93415C3-480F-43C7-8153-0DEF1BDC1F50}" dt="2025-10-02T15:15:36.789" v="4196"/>
          <ac:picMkLst>
            <pc:docMk/>
            <pc:sldMk cId="1400296140" sldId="401"/>
            <ac:picMk id="5" creationId="{CF97A416-B3E9-A094-9A76-17BEFAE61B75}"/>
          </ac:picMkLst>
        </pc:picChg>
      </pc:sldChg>
      <pc:sldChg chg="addSp delSp modSp add mod ord">
        <pc:chgData name="Diego Raul Guerrero Anaya" userId="0ce4d9aa-8e9a-49aa-b0f2-d17a32a3775a" providerId="ADAL" clId="{B93415C3-480F-43C7-8153-0DEF1BDC1F50}" dt="2025-10-02T16:45:15.650" v="5866" actId="1076"/>
        <pc:sldMkLst>
          <pc:docMk/>
          <pc:sldMk cId="1719078866" sldId="402"/>
        </pc:sldMkLst>
        <pc:spChg chg="mod">
          <ac:chgData name="Diego Raul Guerrero Anaya" userId="0ce4d9aa-8e9a-49aa-b0f2-d17a32a3775a" providerId="ADAL" clId="{B93415C3-480F-43C7-8153-0DEF1BDC1F50}" dt="2025-10-01T22:51:43.823" v="3749" actId="20577"/>
          <ac:spMkLst>
            <pc:docMk/>
            <pc:sldMk cId="1719078866" sldId="402"/>
            <ac:spMk id="3" creationId="{F1546181-85FD-BFBA-9FA9-616E4AA6EF37}"/>
          </ac:spMkLst>
        </pc:spChg>
        <pc:spChg chg="mod">
          <ac:chgData name="Diego Raul Guerrero Anaya" userId="0ce4d9aa-8e9a-49aa-b0f2-d17a32a3775a" providerId="ADAL" clId="{B93415C3-480F-43C7-8153-0DEF1BDC1F50}" dt="2025-10-02T16:45:15.650" v="5866" actId="1076"/>
          <ac:spMkLst>
            <pc:docMk/>
            <pc:sldMk cId="1719078866" sldId="402"/>
            <ac:spMk id="5" creationId="{CFDBEDA3-09C5-EDE2-729B-EEA1375D3E26}"/>
          </ac:spMkLst>
        </pc:spChg>
        <pc:spChg chg="mod">
          <ac:chgData name="Diego Raul Guerrero Anaya" userId="0ce4d9aa-8e9a-49aa-b0f2-d17a32a3775a" providerId="ADAL" clId="{B93415C3-480F-43C7-8153-0DEF1BDC1F50}" dt="2025-10-02T16:45:15.650" v="5866" actId="1076"/>
          <ac:spMkLst>
            <pc:docMk/>
            <pc:sldMk cId="1719078866" sldId="402"/>
            <ac:spMk id="7" creationId="{869404B4-B2B9-A33C-C573-BC7BF0265BA3}"/>
          </ac:spMkLst>
        </pc:spChg>
        <pc:picChg chg="add mod">
          <ac:chgData name="Diego Raul Guerrero Anaya" userId="0ce4d9aa-8e9a-49aa-b0f2-d17a32a3775a" providerId="ADAL" clId="{B93415C3-480F-43C7-8153-0DEF1BDC1F50}" dt="2025-10-02T15:15:33.606" v="4194"/>
          <ac:picMkLst>
            <pc:docMk/>
            <pc:sldMk cId="1719078866" sldId="402"/>
            <ac:picMk id="2" creationId="{D4462658-BC3D-C3ED-D7C4-EE44E7189B36}"/>
          </ac:picMkLst>
        </pc:picChg>
        <pc:picChg chg="add mod">
          <ac:chgData name="Diego Raul Guerrero Anaya" userId="0ce4d9aa-8e9a-49aa-b0f2-d17a32a3775a" providerId="ADAL" clId="{B93415C3-480F-43C7-8153-0DEF1BDC1F50}" dt="2025-10-02T16:45:15.650" v="5866" actId="1076"/>
          <ac:picMkLst>
            <pc:docMk/>
            <pc:sldMk cId="1719078866" sldId="402"/>
            <ac:picMk id="6" creationId="{F794B83E-C2DC-6FCA-DEC2-49B40196AB7B}"/>
          </ac:picMkLst>
        </pc:picChg>
      </pc:sldChg>
      <pc:sldChg chg="addSp delSp modSp add mod ord">
        <pc:chgData name="Diego Raul Guerrero Anaya" userId="0ce4d9aa-8e9a-49aa-b0f2-d17a32a3775a" providerId="ADAL" clId="{B93415C3-480F-43C7-8153-0DEF1BDC1F50}" dt="2025-10-02T15:15:27.739" v="4192"/>
        <pc:sldMkLst>
          <pc:docMk/>
          <pc:sldMk cId="334999155" sldId="403"/>
        </pc:sldMkLst>
        <pc:spChg chg="mod">
          <ac:chgData name="Diego Raul Guerrero Anaya" userId="0ce4d9aa-8e9a-49aa-b0f2-d17a32a3775a" providerId="ADAL" clId="{B93415C3-480F-43C7-8153-0DEF1BDC1F50}" dt="2025-10-01T22:53:15.473" v="3784" actId="20577"/>
          <ac:spMkLst>
            <pc:docMk/>
            <pc:sldMk cId="334999155" sldId="403"/>
            <ac:spMk id="3" creationId="{785B33A6-0571-4DDE-B7AC-1B1CC8C0A985}"/>
          </ac:spMkLst>
        </pc:spChg>
        <pc:spChg chg="mod">
          <ac:chgData name="Diego Raul Guerrero Anaya" userId="0ce4d9aa-8e9a-49aa-b0f2-d17a32a3775a" providerId="ADAL" clId="{B93415C3-480F-43C7-8153-0DEF1BDC1F50}" dt="2025-10-01T22:53:32.370" v="3788" actId="6549"/>
          <ac:spMkLst>
            <pc:docMk/>
            <pc:sldMk cId="334999155" sldId="403"/>
            <ac:spMk id="7" creationId="{09EECA1A-ADCC-B127-6743-F5B487CC6779}"/>
          </ac:spMkLst>
        </pc:spChg>
        <pc:picChg chg="add mod">
          <ac:chgData name="Diego Raul Guerrero Anaya" userId="0ce4d9aa-8e9a-49aa-b0f2-d17a32a3775a" providerId="ADAL" clId="{B93415C3-480F-43C7-8153-0DEF1BDC1F50}" dt="2025-10-02T15:15:27.739" v="4192"/>
          <ac:picMkLst>
            <pc:docMk/>
            <pc:sldMk cId="334999155" sldId="403"/>
            <ac:picMk id="6" creationId="{116F6C0A-5815-6002-4D88-5407621B04F8}"/>
          </ac:picMkLst>
        </pc:picChg>
      </pc:sldChg>
      <pc:sldChg chg="addSp delSp modSp add mod ord">
        <pc:chgData name="Diego Raul Guerrero Anaya" userId="0ce4d9aa-8e9a-49aa-b0f2-d17a32a3775a" providerId="ADAL" clId="{B93415C3-480F-43C7-8153-0DEF1BDC1F50}" dt="2025-10-07T16:16:07.961" v="8758" actId="1076"/>
        <pc:sldMkLst>
          <pc:docMk/>
          <pc:sldMk cId="976649190" sldId="404"/>
        </pc:sldMkLst>
        <pc:spChg chg="mod">
          <ac:chgData name="Diego Raul Guerrero Anaya" userId="0ce4d9aa-8e9a-49aa-b0f2-d17a32a3775a" providerId="ADAL" clId="{B93415C3-480F-43C7-8153-0DEF1BDC1F50}" dt="2025-10-01T22:54:25.791" v="3799" actId="20577"/>
          <ac:spMkLst>
            <pc:docMk/>
            <pc:sldMk cId="976649190" sldId="404"/>
            <ac:spMk id="3" creationId="{F4817C59-4072-F3DA-3C15-19BDCE4FA437}"/>
          </ac:spMkLst>
        </pc:spChg>
        <pc:spChg chg="mod">
          <ac:chgData name="Diego Raul Guerrero Anaya" userId="0ce4d9aa-8e9a-49aa-b0f2-d17a32a3775a" providerId="ADAL" clId="{B93415C3-480F-43C7-8153-0DEF1BDC1F50}" dt="2025-10-07T16:00:20.258" v="8503" actId="20577"/>
          <ac:spMkLst>
            <pc:docMk/>
            <pc:sldMk cId="976649190" sldId="404"/>
            <ac:spMk id="5" creationId="{A2D5A41E-6B66-927B-6B31-D753D3B388F0}"/>
          </ac:spMkLst>
        </pc:spChg>
        <pc:spChg chg="mod">
          <ac:chgData name="Diego Raul Guerrero Anaya" userId="0ce4d9aa-8e9a-49aa-b0f2-d17a32a3775a" providerId="ADAL" clId="{B93415C3-480F-43C7-8153-0DEF1BDC1F50}" dt="2025-10-02T16:45:00.179" v="5865" actId="1076"/>
          <ac:spMkLst>
            <pc:docMk/>
            <pc:sldMk cId="976649190" sldId="404"/>
            <ac:spMk id="7" creationId="{FC7FACC7-C51D-8B54-B494-82CEDEA74E8B}"/>
          </ac:spMkLst>
        </pc:spChg>
        <pc:picChg chg="add del mod">
          <ac:chgData name="Diego Raul Guerrero Anaya" userId="0ce4d9aa-8e9a-49aa-b0f2-d17a32a3775a" providerId="ADAL" clId="{B93415C3-480F-43C7-8153-0DEF1BDC1F50}" dt="2025-10-07T16:16:03.854" v="8757" actId="478"/>
          <ac:picMkLst>
            <pc:docMk/>
            <pc:sldMk cId="976649190" sldId="404"/>
            <ac:picMk id="2" creationId="{D24EFB7F-0135-AAF9-BCB5-7DFBBA515479}"/>
          </ac:picMkLst>
        </pc:picChg>
        <pc:picChg chg="add mod">
          <ac:chgData name="Diego Raul Guerrero Anaya" userId="0ce4d9aa-8e9a-49aa-b0f2-d17a32a3775a" providerId="ADAL" clId="{B93415C3-480F-43C7-8153-0DEF1BDC1F50}" dt="2025-10-07T16:16:07.961" v="8758" actId="1076"/>
          <ac:picMkLst>
            <pc:docMk/>
            <pc:sldMk cId="976649190" sldId="404"/>
            <ac:picMk id="4" creationId="{3CC8A012-ADF1-652B-A1DE-805D0A8F28AF}"/>
          </ac:picMkLst>
        </pc:picChg>
        <pc:picChg chg="add mod">
          <ac:chgData name="Diego Raul Guerrero Anaya" userId="0ce4d9aa-8e9a-49aa-b0f2-d17a32a3775a" providerId="ADAL" clId="{B93415C3-480F-43C7-8153-0DEF1BDC1F50}" dt="2025-10-02T15:15:24.589" v="4190"/>
          <ac:picMkLst>
            <pc:docMk/>
            <pc:sldMk cId="976649190" sldId="404"/>
            <ac:picMk id="6" creationId="{6133590E-C3DD-BDFD-0ACE-702CF196F7BD}"/>
          </ac:picMkLst>
        </pc:picChg>
      </pc:sldChg>
      <pc:sldChg chg="addSp delSp modSp add mod">
        <pc:chgData name="Diego Raul Guerrero Anaya" userId="0ce4d9aa-8e9a-49aa-b0f2-d17a32a3775a" providerId="ADAL" clId="{B93415C3-480F-43C7-8153-0DEF1BDC1F50}" dt="2025-10-02T16:48:46.467" v="6019" actId="113"/>
        <pc:sldMkLst>
          <pc:docMk/>
          <pc:sldMk cId="2978977849" sldId="405"/>
        </pc:sldMkLst>
        <pc:spChg chg="mod">
          <ac:chgData name="Diego Raul Guerrero Anaya" userId="0ce4d9aa-8e9a-49aa-b0f2-d17a32a3775a" providerId="ADAL" clId="{B93415C3-480F-43C7-8153-0DEF1BDC1F50}" dt="2025-10-01T22:55:52.942" v="3829" actId="20577"/>
          <ac:spMkLst>
            <pc:docMk/>
            <pc:sldMk cId="2978977849" sldId="405"/>
            <ac:spMk id="3" creationId="{1BFA6211-C0B2-DC72-DD8D-6FF2AA45A951}"/>
          </ac:spMkLst>
        </pc:spChg>
        <pc:spChg chg="mod">
          <ac:chgData name="Diego Raul Guerrero Anaya" userId="0ce4d9aa-8e9a-49aa-b0f2-d17a32a3775a" providerId="ADAL" clId="{B93415C3-480F-43C7-8153-0DEF1BDC1F50}" dt="2025-10-02T16:48:46.467" v="6019" actId="113"/>
          <ac:spMkLst>
            <pc:docMk/>
            <pc:sldMk cId="2978977849" sldId="405"/>
            <ac:spMk id="5" creationId="{0E42EEF9-F091-7E09-F390-E86202B87E71}"/>
          </ac:spMkLst>
        </pc:spChg>
        <pc:spChg chg="mod">
          <ac:chgData name="Diego Raul Guerrero Anaya" userId="0ce4d9aa-8e9a-49aa-b0f2-d17a32a3775a" providerId="ADAL" clId="{B93415C3-480F-43C7-8153-0DEF1BDC1F50}" dt="2025-10-01T22:56:06.703" v="3833" actId="6549"/>
          <ac:spMkLst>
            <pc:docMk/>
            <pc:sldMk cId="2978977849" sldId="405"/>
            <ac:spMk id="7" creationId="{D6C31999-DAD9-095D-2FFF-604B90069E06}"/>
          </ac:spMkLst>
        </pc:spChg>
        <pc:picChg chg="add mod">
          <ac:chgData name="Diego Raul Guerrero Anaya" userId="0ce4d9aa-8e9a-49aa-b0f2-d17a32a3775a" providerId="ADAL" clId="{B93415C3-480F-43C7-8153-0DEF1BDC1F50}" dt="2025-10-02T15:15:21.511" v="4188"/>
          <ac:picMkLst>
            <pc:docMk/>
            <pc:sldMk cId="2978977849" sldId="405"/>
            <ac:picMk id="2" creationId="{FC68689E-AC58-20B9-860B-3ACCCE86516E}"/>
          </ac:picMkLst>
        </pc:picChg>
        <pc:picChg chg="add mod">
          <ac:chgData name="Diego Raul Guerrero Anaya" userId="0ce4d9aa-8e9a-49aa-b0f2-d17a32a3775a" providerId="ADAL" clId="{B93415C3-480F-43C7-8153-0DEF1BDC1F50}" dt="2025-10-01T22:56:30.667" v="3839" actId="1076"/>
          <ac:picMkLst>
            <pc:docMk/>
            <pc:sldMk cId="2978977849" sldId="405"/>
            <ac:picMk id="6" creationId="{76035605-47EF-4B63-462E-5F880D99FAA5}"/>
          </ac:picMkLst>
        </pc:picChg>
      </pc:sldChg>
      <pc:sldChg chg="addSp delSp modSp add mod ord">
        <pc:chgData name="Diego Raul Guerrero Anaya" userId="0ce4d9aa-8e9a-49aa-b0f2-d17a32a3775a" providerId="ADAL" clId="{B93415C3-480F-43C7-8153-0DEF1BDC1F50}" dt="2025-10-02T16:51:21.352" v="6288" actId="20577"/>
        <pc:sldMkLst>
          <pc:docMk/>
          <pc:sldMk cId="791561583" sldId="406"/>
        </pc:sldMkLst>
        <pc:spChg chg="mod">
          <ac:chgData name="Diego Raul Guerrero Anaya" userId="0ce4d9aa-8e9a-49aa-b0f2-d17a32a3775a" providerId="ADAL" clId="{B93415C3-480F-43C7-8153-0DEF1BDC1F50}" dt="2025-10-01T22:57:40.700" v="3900" actId="20577"/>
          <ac:spMkLst>
            <pc:docMk/>
            <pc:sldMk cId="791561583" sldId="406"/>
            <ac:spMk id="3" creationId="{F5308811-C5C6-DB62-D2C0-7CF8AEA87AA2}"/>
          </ac:spMkLst>
        </pc:spChg>
        <pc:spChg chg="mod">
          <ac:chgData name="Diego Raul Guerrero Anaya" userId="0ce4d9aa-8e9a-49aa-b0f2-d17a32a3775a" providerId="ADAL" clId="{B93415C3-480F-43C7-8153-0DEF1BDC1F50}" dt="2025-10-02T16:51:21.352" v="6288" actId="20577"/>
          <ac:spMkLst>
            <pc:docMk/>
            <pc:sldMk cId="791561583" sldId="406"/>
            <ac:spMk id="5" creationId="{49EA5BBE-4F1E-87EF-F934-30E80E5BFAF0}"/>
          </ac:spMkLst>
        </pc:spChg>
        <pc:spChg chg="mod">
          <ac:chgData name="Diego Raul Guerrero Anaya" userId="0ce4d9aa-8e9a-49aa-b0f2-d17a32a3775a" providerId="ADAL" clId="{B93415C3-480F-43C7-8153-0DEF1BDC1F50}" dt="2025-10-01T22:58:01.549" v="3906" actId="20577"/>
          <ac:spMkLst>
            <pc:docMk/>
            <pc:sldMk cId="791561583" sldId="406"/>
            <ac:spMk id="7" creationId="{4B8A30D8-FAB4-180E-1B91-E68601AAFC62}"/>
          </ac:spMkLst>
        </pc:spChg>
        <pc:picChg chg="add mod">
          <ac:chgData name="Diego Raul Guerrero Anaya" userId="0ce4d9aa-8e9a-49aa-b0f2-d17a32a3775a" providerId="ADAL" clId="{B93415C3-480F-43C7-8153-0DEF1BDC1F50}" dt="2025-10-01T22:57:29.593" v="3898" actId="1076"/>
          <ac:picMkLst>
            <pc:docMk/>
            <pc:sldMk cId="791561583" sldId="406"/>
            <ac:picMk id="2" creationId="{28B6C237-1499-7839-D3B4-D484223E9F25}"/>
          </ac:picMkLst>
        </pc:picChg>
        <pc:picChg chg="add mod">
          <ac:chgData name="Diego Raul Guerrero Anaya" userId="0ce4d9aa-8e9a-49aa-b0f2-d17a32a3775a" providerId="ADAL" clId="{B93415C3-480F-43C7-8153-0DEF1BDC1F50}" dt="2025-10-02T15:15:14.499" v="4186"/>
          <ac:picMkLst>
            <pc:docMk/>
            <pc:sldMk cId="791561583" sldId="406"/>
            <ac:picMk id="6" creationId="{E9EA68F6-6448-7854-106E-2AEC425A48D7}"/>
          </ac:picMkLst>
        </pc:picChg>
      </pc:sldChg>
      <pc:sldChg chg="addSp delSp modSp add mod ord">
        <pc:chgData name="Diego Raul Guerrero Anaya" userId="0ce4d9aa-8e9a-49aa-b0f2-d17a32a3775a" providerId="ADAL" clId="{B93415C3-480F-43C7-8153-0DEF1BDC1F50}" dt="2025-10-02T16:55:44.501" v="6535" actId="113"/>
        <pc:sldMkLst>
          <pc:docMk/>
          <pc:sldMk cId="3810162633" sldId="407"/>
        </pc:sldMkLst>
        <pc:spChg chg="mod">
          <ac:chgData name="Diego Raul Guerrero Anaya" userId="0ce4d9aa-8e9a-49aa-b0f2-d17a32a3775a" providerId="ADAL" clId="{B93415C3-480F-43C7-8153-0DEF1BDC1F50}" dt="2025-10-02T16:55:44.501" v="6535" actId="113"/>
          <ac:spMkLst>
            <pc:docMk/>
            <pc:sldMk cId="3810162633" sldId="407"/>
            <ac:spMk id="2" creationId="{8CE4105D-0AF3-D8F4-1F35-EDA4F1D0568D}"/>
          </ac:spMkLst>
        </pc:spChg>
        <pc:spChg chg="mod">
          <ac:chgData name="Diego Raul Guerrero Anaya" userId="0ce4d9aa-8e9a-49aa-b0f2-d17a32a3775a" providerId="ADAL" clId="{B93415C3-480F-43C7-8153-0DEF1BDC1F50}" dt="2025-10-01T23:00:27.523" v="3942" actId="20577"/>
          <ac:spMkLst>
            <pc:docMk/>
            <pc:sldMk cId="3810162633" sldId="407"/>
            <ac:spMk id="3" creationId="{9BDC4903-0BAF-92BC-8694-E7E78D67E6E4}"/>
          </ac:spMkLst>
        </pc:spChg>
        <pc:spChg chg="mod">
          <ac:chgData name="Diego Raul Guerrero Anaya" userId="0ce4d9aa-8e9a-49aa-b0f2-d17a32a3775a" providerId="ADAL" clId="{B93415C3-480F-43C7-8153-0DEF1BDC1F50}" dt="2025-10-01T23:01:09.925" v="3952" actId="6549"/>
          <ac:spMkLst>
            <pc:docMk/>
            <pc:sldMk cId="3810162633" sldId="407"/>
            <ac:spMk id="14" creationId="{BC92C002-3BA7-CDBD-87EA-B8CF557E3780}"/>
          </ac:spMkLst>
        </pc:spChg>
        <pc:picChg chg="add mod">
          <ac:chgData name="Diego Raul Guerrero Anaya" userId="0ce4d9aa-8e9a-49aa-b0f2-d17a32a3775a" providerId="ADAL" clId="{B93415C3-480F-43C7-8153-0DEF1BDC1F50}" dt="2025-10-02T15:15:11.107" v="4184"/>
          <ac:picMkLst>
            <pc:docMk/>
            <pc:sldMk cId="3810162633" sldId="407"/>
            <ac:picMk id="5" creationId="{33E30EC3-0910-6F16-6AF6-A2D5F8CCC419}"/>
          </ac:picMkLst>
        </pc:picChg>
        <pc:picChg chg="add mod">
          <ac:chgData name="Diego Raul Guerrero Anaya" userId="0ce4d9aa-8e9a-49aa-b0f2-d17a32a3775a" providerId="ADAL" clId="{B93415C3-480F-43C7-8153-0DEF1BDC1F50}" dt="2025-10-02T16:55:36.257" v="6522" actId="1076"/>
          <ac:picMkLst>
            <pc:docMk/>
            <pc:sldMk cId="3810162633" sldId="407"/>
            <ac:picMk id="7" creationId="{1FA84A99-EE61-0C15-25E0-11864B444729}"/>
          </ac:picMkLst>
        </pc:picChg>
      </pc:sldChg>
      <pc:sldChg chg="addSp delSp modSp add mod">
        <pc:chgData name="Diego Raul Guerrero Anaya" userId="0ce4d9aa-8e9a-49aa-b0f2-d17a32a3775a" providerId="ADAL" clId="{B93415C3-480F-43C7-8153-0DEF1BDC1F50}" dt="2025-10-07T16:01:42.388" v="8540" actId="20577"/>
        <pc:sldMkLst>
          <pc:docMk/>
          <pc:sldMk cId="824399522" sldId="408"/>
        </pc:sldMkLst>
        <pc:spChg chg="mod">
          <ac:chgData name="Diego Raul Guerrero Anaya" userId="0ce4d9aa-8e9a-49aa-b0f2-d17a32a3775a" providerId="ADAL" clId="{B93415C3-480F-43C7-8153-0DEF1BDC1F50}" dt="2025-10-07T16:01:42.388" v="8540" actId="20577"/>
          <ac:spMkLst>
            <pc:docMk/>
            <pc:sldMk cId="824399522" sldId="408"/>
            <ac:spMk id="2" creationId="{6EFBDCA2-8997-EC2B-5210-1FA66587FA27}"/>
          </ac:spMkLst>
        </pc:spChg>
        <pc:spChg chg="mod">
          <ac:chgData name="Diego Raul Guerrero Anaya" userId="0ce4d9aa-8e9a-49aa-b0f2-d17a32a3775a" providerId="ADAL" clId="{B93415C3-480F-43C7-8153-0DEF1BDC1F50}" dt="2025-10-01T23:01:47.904" v="3978" actId="20577"/>
          <ac:spMkLst>
            <pc:docMk/>
            <pc:sldMk cId="824399522" sldId="408"/>
            <ac:spMk id="3" creationId="{9056DE70-7C3F-7219-2033-8A3ED6F4EA7D}"/>
          </ac:spMkLst>
        </pc:spChg>
        <pc:spChg chg="mod">
          <ac:chgData name="Diego Raul Guerrero Anaya" userId="0ce4d9aa-8e9a-49aa-b0f2-d17a32a3775a" providerId="ADAL" clId="{B93415C3-480F-43C7-8153-0DEF1BDC1F50}" dt="2025-10-01T23:02:56.168" v="4013" actId="6549"/>
          <ac:spMkLst>
            <pc:docMk/>
            <pc:sldMk cId="824399522" sldId="408"/>
            <ac:spMk id="14" creationId="{B542995C-220F-DF62-821B-E682F656A453}"/>
          </ac:spMkLst>
        </pc:spChg>
        <pc:picChg chg="add mod">
          <ac:chgData name="Diego Raul Guerrero Anaya" userId="0ce4d9aa-8e9a-49aa-b0f2-d17a32a3775a" providerId="ADAL" clId="{B93415C3-480F-43C7-8153-0DEF1BDC1F50}" dt="2025-10-01T23:02:15.873" v="3984" actId="1076"/>
          <ac:picMkLst>
            <pc:docMk/>
            <pc:sldMk cId="824399522" sldId="408"/>
            <ac:picMk id="5" creationId="{84FAC78A-9D4B-4A8F-B6F0-18A91A53F65E}"/>
          </ac:picMkLst>
        </pc:picChg>
        <pc:picChg chg="add mod">
          <ac:chgData name="Diego Raul Guerrero Anaya" userId="0ce4d9aa-8e9a-49aa-b0f2-d17a32a3775a" providerId="ADAL" clId="{B93415C3-480F-43C7-8153-0DEF1BDC1F50}" dt="2025-10-02T15:15:07.938" v="4182"/>
          <ac:picMkLst>
            <pc:docMk/>
            <pc:sldMk cId="824399522" sldId="408"/>
            <ac:picMk id="6" creationId="{4C7B32EC-7DFB-BBF3-4F72-7F3E7A087885}"/>
          </ac:picMkLst>
        </pc:picChg>
      </pc:sldChg>
      <pc:sldChg chg="addSp delSp modSp add del mod">
        <pc:chgData name="Diego Raul Guerrero Anaya" userId="0ce4d9aa-8e9a-49aa-b0f2-d17a32a3775a" providerId="ADAL" clId="{B93415C3-480F-43C7-8153-0DEF1BDC1F50}" dt="2025-10-07T16:03:58.469" v="8541" actId="2696"/>
        <pc:sldMkLst>
          <pc:docMk/>
          <pc:sldMk cId="211872078" sldId="409"/>
        </pc:sldMkLst>
        <pc:spChg chg="mod">
          <ac:chgData name="Diego Raul Guerrero Anaya" userId="0ce4d9aa-8e9a-49aa-b0f2-d17a32a3775a" providerId="ADAL" clId="{B93415C3-480F-43C7-8153-0DEF1BDC1F50}" dt="2025-10-07T15:20:08.009" v="8474" actId="20577"/>
          <ac:spMkLst>
            <pc:docMk/>
            <pc:sldMk cId="211872078" sldId="409"/>
            <ac:spMk id="2" creationId="{03A46540-EC03-95EC-8A18-CEEFD653FDD6}"/>
          </ac:spMkLst>
        </pc:spChg>
      </pc:sldChg>
      <pc:sldChg chg="addSp delSp modSp add mod ord">
        <pc:chgData name="Diego Raul Guerrero Anaya" userId="0ce4d9aa-8e9a-49aa-b0f2-d17a32a3775a" providerId="ADAL" clId="{B93415C3-480F-43C7-8153-0DEF1BDC1F50}" dt="2025-10-07T16:17:41.359" v="8766" actId="1076"/>
        <pc:sldMkLst>
          <pc:docMk/>
          <pc:sldMk cId="1400461882" sldId="410"/>
        </pc:sldMkLst>
        <pc:spChg chg="mod">
          <ac:chgData name="Diego Raul Guerrero Anaya" userId="0ce4d9aa-8e9a-49aa-b0f2-d17a32a3775a" providerId="ADAL" clId="{B93415C3-480F-43C7-8153-0DEF1BDC1F50}" dt="2025-10-01T23:06:15.736" v="4075" actId="20577"/>
          <ac:spMkLst>
            <pc:docMk/>
            <pc:sldMk cId="1400461882" sldId="410"/>
            <ac:spMk id="3" creationId="{82E4A479-D395-D650-572D-BD35354365E6}"/>
          </ac:spMkLst>
        </pc:spChg>
        <pc:spChg chg="mod">
          <ac:chgData name="Diego Raul Guerrero Anaya" userId="0ce4d9aa-8e9a-49aa-b0f2-d17a32a3775a" providerId="ADAL" clId="{B93415C3-480F-43C7-8153-0DEF1BDC1F50}" dt="2025-10-07T16:06:58.894" v="8697" actId="113"/>
          <ac:spMkLst>
            <pc:docMk/>
            <pc:sldMk cId="1400461882" sldId="410"/>
            <ac:spMk id="5" creationId="{B4927A27-5871-CCA3-1685-0AB947BCDB2B}"/>
          </ac:spMkLst>
        </pc:spChg>
        <pc:spChg chg="mod">
          <ac:chgData name="Diego Raul Guerrero Anaya" userId="0ce4d9aa-8e9a-49aa-b0f2-d17a32a3775a" providerId="ADAL" clId="{B93415C3-480F-43C7-8153-0DEF1BDC1F50}" dt="2025-10-02T17:10:08.007" v="7640" actId="14100"/>
          <ac:spMkLst>
            <pc:docMk/>
            <pc:sldMk cId="1400461882" sldId="410"/>
            <ac:spMk id="7" creationId="{5D53AEF5-4ECE-498F-FAAD-BDF1B9FBFCB4}"/>
          </ac:spMkLst>
        </pc:spChg>
        <pc:graphicFrameChg chg="add del mod">
          <ac:chgData name="Diego Raul Guerrero Anaya" userId="0ce4d9aa-8e9a-49aa-b0f2-d17a32a3775a" providerId="ADAL" clId="{B93415C3-480F-43C7-8153-0DEF1BDC1F50}" dt="2025-10-07T16:17:19.518" v="8760" actId="478"/>
          <ac:graphicFrameMkLst>
            <pc:docMk/>
            <pc:sldMk cId="1400461882" sldId="410"/>
            <ac:graphicFrameMk id="4" creationId="{B4810A07-E07F-2895-D74D-A7A586C66B1A}"/>
          </ac:graphicFrameMkLst>
        </pc:graphicFrameChg>
        <pc:picChg chg="add mod">
          <ac:chgData name="Diego Raul Guerrero Anaya" userId="0ce4d9aa-8e9a-49aa-b0f2-d17a32a3775a" providerId="ADAL" clId="{B93415C3-480F-43C7-8153-0DEF1BDC1F50}" dt="2025-10-02T15:14:57.742" v="4178"/>
          <ac:picMkLst>
            <pc:docMk/>
            <pc:sldMk cId="1400461882" sldId="410"/>
            <ac:picMk id="2" creationId="{7FF09595-609C-E37D-92CD-BA8F7EC39859}"/>
          </ac:picMkLst>
        </pc:picChg>
        <pc:picChg chg="add del mod">
          <ac:chgData name="Diego Raul Guerrero Anaya" userId="0ce4d9aa-8e9a-49aa-b0f2-d17a32a3775a" providerId="ADAL" clId="{B93415C3-480F-43C7-8153-0DEF1BDC1F50}" dt="2025-10-07T16:17:30.923" v="8765" actId="478"/>
          <ac:picMkLst>
            <pc:docMk/>
            <pc:sldMk cId="1400461882" sldId="410"/>
            <ac:picMk id="6" creationId="{AB36CFCE-B190-8369-59C7-1049069906A7}"/>
          </ac:picMkLst>
        </pc:picChg>
        <pc:picChg chg="add mod">
          <ac:chgData name="Diego Raul Guerrero Anaya" userId="0ce4d9aa-8e9a-49aa-b0f2-d17a32a3775a" providerId="ADAL" clId="{B93415C3-480F-43C7-8153-0DEF1BDC1F50}" dt="2025-10-07T16:17:41.359" v="8766" actId="1076"/>
          <ac:picMkLst>
            <pc:docMk/>
            <pc:sldMk cId="1400461882" sldId="410"/>
            <ac:picMk id="11" creationId="{1D0E2087-C048-B52B-79E0-2A30CFCCF1B3}"/>
          </ac:picMkLst>
        </pc:picChg>
      </pc:sldChg>
      <pc:sldChg chg="addSp delSp modSp add mod">
        <pc:chgData name="Diego Raul Guerrero Anaya" userId="0ce4d9aa-8e9a-49aa-b0f2-d17a32a3775a" providerId="ADAL" clId="{B93415C3-480F-43C7-8153-0DEF1BDC1F50}" dt="2025-10-02T15:19:43.159" v="4235" actId="1076"/>
        <pc:sldMkLst>
          <pc:docMk/>
          <pc:sldMk cId="3466042604" sldId="411"/>
        </pc:sldMkLst>
        <pc:spChg chg="mod">
          <ac:chgData name="Diego Raul Guerrero Anaya" userId="0ce4d9aa-8e9a-49aa-b0f2-d17a32a3775a" providerId="ADAL" clId="{B93415C3-480F-43C7-8153-0DEF1BDC1F50}" dt="2025-10-02T15:08:52.864" v="4120" actId="20577"/>
          <ac:spMkLst>
            <pc:docMk/>
            <pc:sldMk cId="3466042604" sldId="411"/>
            <ac:spMk id="3" creationId="{4D783B2E-FEBD-AA35-8C2B-274BC52DB4F5}"/>
          </ac:spMkLst>
        </pc:spChg>
        <pc:spChg chg="mod">
          <ac:chgData name="Diego Raul Guerrero Anaya" userId="0ce4d9aa-8e9a-49aa-b0f2-d17a32a3775a" providerId="ADAL" clId="{B93415C3-480F-43C7-8153-0DEF1BDC1F50}" dt="2025-10-02T15:19:43.159" v="4235" actId="1076"/>
          <ac:spMkLst>
            <pc:docMk/>
            <pc:sldMk cId="3466042604" sldId="411"/>
            <ac:spMk id="5" creationId="{327C5E83-9DA9-6D16-1A70-340204D54B8A}"/>
          </ac:spMkLst>
        </pc:spChg>
        <pc:spChg chg="mod">
          <ac:chgData name="Diego Raul Guerrero Anaya" userId="0ce4d9aa-8e9a-49aa-b0f2-d17a32a3775a" providerId="ADAL" clId="{B93415C3-480F-43C7-8153-0DEF1BDC1F50}" dt="2025-10-02T15:19:43.159" v="4235" actId="1076"/>
          <ac:spMkLst>
            <pc:docMk/>
            <pc:sldMk cId="3466042604" sldId="411"/>
            <ac:spMk id="7" creationId="{0805D2D7-C0A0-4238-9604-007798E8B9CC}"/>
          </ac:spMkLst>
        </pc:spChg>
        <pc:picChg chg="add mod">
          <ac:chgData name="Diego Raul Guerrero Anaya" userId="0ce4d9aa-8e9a-49aa-b0f2-d17a32a3775a" providerId="ADAL" clId="{B93415C3-480F-43C7-8153-0DEF1BDC1F50}" dt="2025-10-02T15:14:47.306" v="4174"/>
          <ac:picMkLst>
            <pc:docMk/>
            <pc:sldMk cId="3466042604" sldId="411"/>
            <ac:picMk id="2" creationId="{0F0B82DC-0037-1539-5BA6-57C54628833C}"/>
          </ac:picMkLst>
        </pc:picChg>
      </pc:sldChg>
      <pc:sldChg chg="addSp delSp modSp add mod">
        <pc:chgData name="Diego Raul Guerrero Anaya" userId="0ce4d9aa-8e9a-49aa-b0f2-d17a32a3775a" providerId="ADAL" clId="{B93415C3-480F-43C7-8153-0DEF1BDC1F50}" dt="2025-10-02T15:20:12.849" v="4239" actId="1076"/>
        <pc:sldMkLst>
          <pc:docMk/>
          <pc:sldMk cId="1012902265" sldId="412"/>
        </pc:sldMkLst>
        <pc:spChg chg="mod">
          <ac:chgData name="Diego Raul Guerrero Anaya" userId="0ce4d9aa-8e9a-49aa-b0f2-d17a32a3775a" providerId="ADAL" clId="{B93415C3-480F-43C7-8153-0DEF1BDC1F50}" dt="2025-10-02T15:09:46.107" v="4125" actId="20577"/>
          <ac:spMkLst>
            <pc:docMk/>
            <pc:sldMk cId="1012902265" sldId="412"/>
            <ac:spMk id="3" creationId="{F5471455-B021-2F64-6312-99AF52B08991}"/>
          </ac:spMkLst>
        </pc:spChg>
        <pc:spChg chg="mod">
          <ac:chgData name="Diego Raul Guerrero Anaya" userId="0ce4d9aa-8e9a-49aa-b0f2-d17a32a3775a" providerId="ADAL" clId="{B93415C3-480F-43C7-8153-0DEF1BDC1F50}" dt="2025-10-02T15:20:12.849" v="4239" actId="1076"/>
          <ac:spMkLst>
            <pc:docMk/>
            <pc:sldMk cId="1012902265" sldId="412"/>
            <ac:spMk id="5" creationId="{3A576B9F-8E3D-53EB-4E1C-F9A4A6A9DD11}"/>
          </ac:spMkLst>
        </pc:spChg>
        <pc:spChg chg="mod">
          <ac:chgData name="Diego Raul Guerrero Anaya" userId="0ce4d9aa-8e9a-49aa-b0f2-d17a32a3775a" providerId="ADAL" clId="{B93415C3-480F-43C7-8153-0DEF1BDC1F50}" dt="2025-10-02T15:20:12.849" v="4239" actId="1076"/>
          <ac:spMkLst>
            <pc:docMk/>
            <pc:sldMk cId="1012902265" sldId="412"/>
            <ac:spMk id="7" creationId="{52FFFADC-2150-4258-3BA2-6F2EB2C2E57E}"/>
          </ac:spMkLst>
        </pc:spChg>
        <pc:picChg chg="add mod">
          <ac:chgData name="Diego Raul Guerrero Anaya" userId="0ce4d9aa-8e9a-49aa-b0f2-d17a32a3775a" providerId="ADAL" clId="{B93415C3-480F-43C7-8153-0DEF1BDC1F50}" dt="2025-10-02T15:14:37.200" v="4172"/>
          <ac:picMkLst>
            <pc:docMk/>
            <pc:sldMk cId="1012902265" sldId="412"/>
            <ac:picMk id="2" creationId="{ECC45959-8247-57CB-CA42-109ED6EE470E}"/>
          </ac:picMkLst>
        </pc:picChg>
      </pc:sldChg>
      <pc:sldChg chg="addSp delSp modSp add mod">
        <pc:chgData name="Diego Raul Guerrero Anaya" userId="0ce4d9aa-8e9a-49aa-b0f2-d17a32a3775a" providerId="ADAL" clId="{B93415C3-480F-43C7-8153-0DEF1BDC1F50}" dt="2025-10-02T15:20:28.853" v="4241" actId="14100"/>
        <pc:sldMkLst>
          <pc:docMk/>
          <pc:sldMk cId="1448327475" sldId="413"/>
        </pc:sldMkLst>
        <pc:spChg chg="mod">
          <ac:chgData name="Diego Raul Guerrero Anaya" userId="0ce4d9aa-8e9a-49aa-b0f2-d17a32a3775a" providerId="ADAL" clId="{B93415C3-480F-43C7-8153-0DEF1BDC1F50}" dt="2025-10-02T15:10:25.546" v="4132" actId="14100"/>
          <ac:spMkLst>
            <pc:docMk/>
            <pc:sldMk cId="1448327475" sldId="413"/>
            <ac:spMk id="3" creationId="{0FC399B0-4A48-142A-723A-5471BA100979}"/>
          </ac:spMkLst>
        </pc:spChg>
        <pc:spChg chg="mod">
          <ac:chgData name="Diego Raul Guerrero Anaya" userId="0ce4d9aa-8e9a-49aa-b0f2-d17a32a3775a" providerId="ADAL" clId="{B93415C3-480F-43C7-8153-0DEF1BDC1F50}" dt="2025-10-02T15:20:28.853" v="4241" actId="14100"/>
          <ac:spMkLst>
            <pc:docMk/>
            <pc:sldMk cId="1448327475" sldId="413"/>
            <ac:spMk id="5" creationId="{FEE7BABA-F77D-BC7D-B624-5CFADC8DAFC3}"/>
          </ac:spMkLst>
        </pc:spChg>
        <pc:spChg chg="mod">
          <ac:chgData name="Diego Raul Guerrero Anaya" userId="0ce4d9aa-8e9a-49aa-b0f2-d17a32a3775a" providerId="ADAL" clId="{B93415C3-480F-43C7-8153-0DEF1BDC1F50}" dt="2025-10-02T15:20:28.853" v="4241" actId="14100"/>
          <ac:spMkLst>
            <pc:docMk/>
            <pc:sldMk cId="1448327475" sldId="413"/>
            <ac:spMk id="7" creationId="{6A71443E-7241-90AC-B531-6610D567E17B}"/>
          </ac:spMkLst>
        </pc:spChg>
        <pc:picChg chg="add mod">
          <ac:chgData name="Diego Raul Guerrero Anaya" userId="0ce4d9aa-8e9a-49aa-b0f2-d17a32a3775a" providerId="ADAL" clId="{B93415C3-480F-43C7-8153-0DEF1BDC1F50}" dt="2025-10-02T15:14:34.031" v="4170"/>
          <ac:picMkLst>
            <pc:docMk/>
            <pc:sldMk cId="1448327475" sldId="413"/>
            <ac:picMk id="2" creationId="{272347CE-CA17-58EB-4D30-CA7A76F9B553}"/>
          </ac:picMkLst>
        </pc:picChg>
      </pc:sldChg>
      <pc:sldChg chg="modSp add mod">
        <pc:chgData name="Diego Raul Guerrero Anaya" userId="0ce4d9aa-8e9a-49aa-b0f2-d17a32a3775a" providerId="ADAL" clId="{B93415C3-480F-43C7-8153-0DEF1BDC1F50}" dt="2025-10-02T15:20:46.233" v="4245" actId="14100"/>
        <pc:sldMkLst>
          <pc:docMk/>
          <pc:sldMk cId="3876399242" sldId="414"/>
        </pc:sldMkLst>
        <pc:spChg chg="mod">
          <ac:chgData name="Diego Raul Guerrero Anaya" userId="0ce4d9aa-8e9a-49aa-b0f2-d17a32a3775a" providerId="ADAL" clId="{B93415C3-480F-43C7-8153-0DEF1BDC1F50}" dt="2025-10-02T15:11:03.213" v="4137" actId="20577"/>
          <ac:spMkLst>
            <pc:docMk/>
            <pc:sldMk cId="3876399242" sldId="414"/>
            <ac:spMk id="3" creationId="{C4205DF9-0723-50D3-BFCD-978E51B89FFF}"/>
          </ac:spMkLst>
        </pc:spChg>
        <pc:spChg chg="mod">
          <ac:chgData name="Diego Raul Guerrero Anaya" userId="0ce4d9aa-8e9a-49aa-b0f2-d17a32a3775a" providerId="ADAL" clId="{B93415C3-480F-43C7-8153-0DEF1BDC1F50}" dt="2025-10-02T15:20:46.233" v="4245" actId="14100"/>
          <ac:spMkLst>
            <pc:docMk/>
            <pc:sldMk cId="3876399242" sldId="414"/>
            <ac:spMk id="5" creationId="{79B4BFBF-BA9E-5055-DDEF-C84567058F16}"/>
          </ac:spMkLst>
        </pc:spChg>
        <pc:spChg chg="mod">
          <ac:chgData name="Diego Raul Guerrero Anaya" userId="0ce4d9aa-8e9a-49aa-b0f2-d17a32a3775a" providerId="ADAL" clId="{B93415C3-480F-43C7-8153-0DEF1BDC1F50}" dt="2025-10-02T15:20:46.233" v="4245" actId="14100"/>
          <ac:spMkLst>
            <pc:docMk/>
            <pc:sldMk cId="3876399242" sldId="414"/>
            <ac:spMk id="7" creationId="{357FCBB2-9C31-B560-31A4-FE5479198E53}"/>
          </ac:spMkLst>
        </pc:spChg>
        <pc:picChg chg="mod">
          <ac:chgData name="Diego Raul Guerrero Anaya" userId="0ce4d9aa-8e9a-49aa-b0f2-d17a32a3775a" providerId="ADAL" clId="{B93415C3-480F-43C7-8153-0DEF1BDC1F50}" dt="2025-10-02T15:14:16.274" v="4166" actId="1076"/>
          <ac:picMkLst>
            <pc:docMk/>
            <pc:sldMk cId="3876399242" sldId="414"/>
            <ac:picMk id="4" creationId="{AF889DE9-3E61-8672-DE2A-0D38C1024044}"/>
          </ac:picMkLst>
        </pc:picChg>
      </pc:sldChg>
    </pc:docChg>
  </pc:docChgLst>
  <pc:docChgLst>
    <pc:chgData name="Diego Raul Guerrero Anaya" userId="0ce4d9aa-8e9a-49aa-b0f2-d17a32a3775a" providerId="ADAL" clId="{5662A781-BFEB-4167-BC8B-6C14CC8AF6A3}"/>
    <pc:docChg chg="undo custSel addSld delSld modSld sldOrd modSection">
      <pc:chgData name="Diego Raul Guerrero Anaya" userId="0ce4d9aa-8e9a-49aa-b0f2-d17a32a3775a" providerId="ADAL" clId="{5662A781-BFEB-4167-BC8B-6C14CC8AF6A3}" dt="2025-04-30T20:03:46.676" v="4372" actId="14100"/>
      <pc:docMkLst>
        <pc:docMk/>
      </pc:docMkLst>
      <pc:sldChg chg="addSp delSp modSp mod">
        <pc:chgData name="Diego Raul Guerrero Anaya" userId="0ce4d9aa-8e9a-49aa-b0f2-d17a32a3775a" providerId="ADAL" clId="{5662A781-BFEB-4167-BC8B-6C14CC8AF6A3}" dt="2025-04-30T19:19:29.384" v="3420" actId="1076"/>
        <pc:sldMkLst>
          <pc:docMk/>
          <pc:sldMk cId="342973568" sldId="257"/>
        </pc:sldMkLst>
      </pc:sldChg>
      <pc:sldChg chg="addSp delSp modSp mod">
        <pc:chgData name="Diego Raul Guerrero Anaya" userId="0ce4d9aa-8e9a-49aa-b0f2-d17a32a3775a" providerId="ADAL" clId="{5662A781-BFEB-4167-BC8B-6C14CC8AF6A3}" dt="2025-04-30T18:29:09.915" v="2149" actId="14100"/>
        <pc:sldMkLst>
          <pc:docMk/>
          <pc:sldMk cId="318633944" sldId="261"/>
        </pc:sldMkLst>
      </pc:sldChg>
      <pc:sldChg chg="addSp modSp mod">
        <pc:chgData name="Diego Raul Guerrero Anaya" userId="0ce4d9aa-8e9a-49aa-b0f2-d17a32a3775a" providerId="ADAL" clId="{5662A781-BFEB-4167-BC8B-6C14CC8AF6A3}" dt="2025-04-30T09:34:09.483" v="49" actId="20577"/>
        <pc:sldMkLst>
          <pc:docMk/>
          <pc:sldMk cId="1408814012" sldId="276"/>
        </pc:sldMkLst>
      </pc:sldChg>
      <pc:sldChg chg="addSp delSp modSp mod">
        <pc:chgData name="Diego Raul Guerrero Anaya" userId="0ce4d9aa-8e9a-49aa-b0f2-d17a32a3775a" providerId="ADAL" clId="{5662A781-BFEB-4167-BC8B-6C14CC8AF6A3}" dt="2025-04-30T18:16:13.399" v="1840" actId="20577"/>
        <pc:sldMkLst>
          <pc:docMk/>
          <pc:sldMk cId="458472891" sldId="311"/>
        </pc:sldMkLst>
      </pc:sldChg>
      <pc:sldChg chg="addSp delSp modSp mod">
        <pc:chgData name="Diego Raul Guerrero Anaya" userId="0ce4d9aa-8e9a-49aa-b0f2-d17a32a3775a" providerId="ADAL" clId="{5662A781-BFEB-4167-BC8B-6C14CC8AF6A3}" dt="2025-04-30T17:28:18.583" v="1610" actId="14100"/>
        <pc:sldMkLst>
          <pc:docMk/>
          <pc:sldMk cId="4132532602" sldId="312"/>
        </pc:sldMkLst>
      </pc:sldChg>
      <pc:sldChg chg="del">
        <pc:chgData name="Diego Raul Guerrero Anaya" userId="0ce4d9aa-8e9a-49aa-b0f2-d17a32a3775a" providerId="ADAL" clId="{5662A781-BFEB-4167-BC8B-6C14CC8AF6A3}" dt="2025-04-30T19:14:42.914" v="3403" actId="47"/>
        <pc:sldMkLst>
          <pc:docMk/>
          <pc:sldMk cId="3272317102" sldId="325"/>
        </pc:sldMkLst>
      </pc:sldChg>
      <pc:sldChg chg="modSp mod">
        <pc:chgData name="Diego Raul Guerrero Anaya" userId="0ce4d9aa-8e9a-49aa-b0f2-d17a32a3775a" providerId="ADAL" clId="{5662A781-BFEB-4167-BC8B-6C14CC8AF6A3}" dt="2025-04-30T19:40:32.465" v="3867" actId="20577"/>
        <pc:sldMkLst>
          <pc:docMk/>
          <pc:sldMk cId="1823940296" sldId="330"/>
        </pc:sldMkLst>
      </pc:sldChg>
      <pc:sldChg chg="modSp mod">
        <pc:chgData name="Diego Raul Guerrero Anaya" userId="0ce4d9aa-8e9a-49aa-b0f2-d17a32a3775a" providerId="ADAL" clId="{5662A781-BFEB-4167-BC8B-6C14CC8AF6A3}" dt="2025-04-29T22:52:39.968" v="9" actId="20577"/>
        <pc:sldMkLst>
          <pc:docMk/>
          <pc:sldMk cId="1254772405" sldId="331"/>
        </pc:sldMkLst>
      </pc:sldChg>
      <pc:sldChg chg="addSp delSp modSp mod">
        <pc:chgData name="Diego Raul Guerrero Anaya" userId="0ce4d9aa-8e9a-49aa-b0f2-d17a32a3775a" providerId="ADAL" clId="{5662A781-BFEB-4167-BC8B-6C14CC8AF6A3}" dt="2025-04-30T09:38:48.845" v="99" actId="20577"/>
        <pc:sldMkLst>
          <pc:docMk/>
          <pc:sldMk cId="1081019199" sldId="333"/>
        </pc:sldMkLst>
      </pc:sldChg>
      <pc:sldChg chg="addSp delSp modSp mod">
        <pc:chgData name="Diego Raul Guerrero Anaya" userId="0ce4d9aa-8e9a-49aa-b0f2-d17a32a3775a" providerId="ADAL" clId="{5662A781-BFEB-4167-BC8B-6C14CC8AF6A3}" dt="2025-04-30T20:03:46.676" v="4372" actId="14100"/>
        <pc:sldMkLst>
          <pc:docMk/>
          <pc:sldMk cId="3879780745" sldId="334"/>
        </pc:sldMkLst>
      </pc:sldChg>
      <pc:sldChg chg="addSp delSp modSp del mod ord">
        <pc:chgData name="Diego Raul Guerrero Anaya" userId="0ce4d9aa-8e9a-49aa-b0f2-d17a32a3775a" providerId="ADAL" clId="{5662A781-BFEB-4167-BC8B-6C14CC8AF6A3}" dt="2025-04-30T19:59:25.147" v="4365" actId="47"/>
        <pc:sldMkLst>
          <pc:docMk/>
          <pc:sldMk cId="3957929565" sldId="335"/>
        </pc:sldMkLst>
      </pc:sldChg>
      <pc:sldChg chg="addSp delSp modSp del mod">
        <pc:chgData name="Diego Raul Guerrero Anaya" userId="0ce4d9aa-8e9a-49aa-b0f2-d17a32a3775a" providerId="ADAL" clId="{5662A781-BFEB-4167-BC8B-6C14CC8AF6A3}" dt="2025-04-30T10:24:05.260" v="682" actId="2696"/>
        <pc:sldMkLst>
          <pc:docMk/>
          <pc:sldMk cId="511676516" sldId="337"/>
        </pc:sldMkLst>
      </pc:sldChg>
      <pc:sldChg chg="modSp mod">
        <pc:chgData name="Diego Raul Guerrero Anaya" userId="0ce4d9aa-8e9a-49aa-b0f2-d17a32a3775a" providerId="ADAL" clId="{5662A781-BFEB-4167-BC8B-6C14CC8AF6A3}" dt="2025-04-30T19:26:10.968" v="3461" actId="313"/>
        <pc:sldMkLst>
          <pc:docMk/>
          <pc:sldMk cId="1507660225" sldId="338"/>
        </pc:sldMkLst>
      </pc:sldChg>
      <pc:sldChg chg="modSp mod">
        <pc:chgData name="Diego Raul Guerrero Anaya" userId="0ce4d9aa-8e9a-49aa-b0f2-d17a32a3775a" providerId="ADAL" clId="{5662A781-BFEB-4167-BC8B-6C14CC8AF6A3}" dt="2025-04-30T19:27:23.109" v="3480" actId="20577"/>
        <pc:sldMkLst>
          <pc:docMk/>
          <pc:sldMk cId="361658754" sldId="339"/>
        </pc:sldMkLst>
      </pc:sldChg>
      <pc:sldChg chg="del">
        <pc:chgData name="Diego Raul Guerrero Anaya" userId="0ce4d9aa-8e9a-49aa-b0f2-d17a32a3775a" providerId="ADAL" clId="{5662A781-BFEB-4167-BC8B-6C14CC8AF6A3}" dt="2025-04-30T19:29:51.846" v="3493" actId="47"/>
        <pc:sldMkLst>
          <pc:docMk/>
          <pc:sldMk cId="1239987690" sldId="340"/>
        </pc:sldMkLst>
      </pc:sldChg>
      <pc:sldChg chg="del">
        <pc:chgData name="Diego Raul Guerrero Anaya" userId="0ce4d9aa-8e9a-49aa-b0f2-d17a32a3775a" providerId="ADAL" clId="{5662A781-BFEB-4167-BC8B-6C14CC8AF6A3}" dt="2025-04-30T19:14:41.400" v="3402" actId="47"/>
        <pc:sldMkLst>
          <pc:docMk/>
          <pc:sldMk cId="1289236783" sldId="341"/>
        </pc:sldMkLst>
      </pc:sldChg>
      <pc:sldChg chg="del">
        <pc:chgData name="Diego Raul Guerrero Anaya" userId="0ce4d9aa-8e9a-49aa-b0f2-d17a32a3775a" providerId="ADAL" clId="{5662A781-BFEB-4167-BC8B-6C14CC8AF6A3}" dt="2025-04-30T19:29:53.355" v="3494" actId="47"/>
        <pc:sldMkLst>
          <pc:docMk/>
          <pc:sldMk cId="389141832" sldId="342"/>
        </pc:sldMkLst>
      </pc:sldChg>
      <pc:sldChg chg="del">
        <pc:chgData name="Diego Raul Guerrero Anaya" userId="0ce4d9aa-8e9a-49aa-b0f2-d17a32a3775a" providerId="ADAL" clId="{5662A781-BFEB-4167-BC8B-6C14CC8AF6A3}" dt="2025-04-30T19:14:40.614" v="3401" actId="47"/>
        <pc:sldMkLst>
          <pc:docMk/>
          <pc:sldMk cId="95358513" sldId="343"/>
        </pc:sldMkLst>
      </pc:sldChg>
      <pc:sldChg chg="addSp delSp modSp mod">
        <pc:chgData name="Diego Raul Guerrero Anaya" userId="0ce4d9aa-8e9a-49aa-b0f2-d17a32a3775a" providerId="ADAL" clId="{5662A781-BFEB-4167-BC8B-6C14CC8AF6A3}" dt="2025-04-30T17:36:42.228" v="1770" actId="1076"/>
        <pc:sldMkLst>
          <pc:docMk/>
          <pc:sldMk cId="2549534976" sldId="344"/>
        </pc:sldMkLst>
      </pc:sldChg>
      <pc:sldChg chg="addSp delSp modSp mod">
        <pc:chgData name="Diego Raul Guerrero Anaya" userId="0ce4d9aa-8e9a-49aa-b0f2-d17a32a3775a" providerId="ADAL" clId="{5662A781-BFEB-4167-BC8B-6C14CC8AF6A3}" dt="2025-04-30T18:41:41.864" v="2506" actId="20577"/>
        <pc:sldMkLst>
          <pc:docMk/>
          <pc:sldMk cId="3037264200" sldId="345"/>
        </pc:sldMkLst>
      </pc:sldChg>
      <pc:sldChg chg="addSp delSp modSp mod">
        <pc:chgData name="Diego Raul Guerrero Anaya" userId="0ce4d9aa-8e9a-49aa-b0f2-d17a32a3775a" providerId="ADAL" clId="{5662A781-BFEB-4167-BC8B-6C14CC8AF6A3}" dt="2025-04-30T18:51:25.143" v="2722" actId="20577"/>
        <pc:sldMkLst>
          <pc:docMk/>
          <pc:sldMk cId="2948970948" sldId="346"/>
        </pc:sldMkLst>
      </pc:sldChg>
      <pc:sldChg chg="addSp delSp modSp mod">
        <pc:chgData name="Diego Raul Guerrero Anaya" userId="0ce4d9aa-8e9a-49aa-b0f2-d17a32a3775a" providerId="ADAL" clId="{5662A781-BFEB-4167-BC8B-6C14CC8AF6A3}" dt="2025-04-30T19:01:17.645" v="3082" actId="20577"/>
        <pc:sldMkLst>
          <pc:docMk/>
          <pc:sldMk cId="3564541686" sldId="347"/>
        </pc:sldMkLst>
      </pc:sldChg>
      <pc:sldChg chg="addSp delSp modSp mod">
        <pc:chgData name="Diego Raul Guerrero Anaya" userId="0ce4d9aa-8e9a-49aa-b0f2-d17a32a3775a" providerId="ADAL" clId="{5662A781-BFEB-4167-BC8B-6C14CC8AF6A3}" dt="2025-04-30T19:06:50.618" v="3258" actId="20577"/>
        <pc:sldMkLst>
          <pc:docMk/>
          <pc:sldMk cId="2170750062" sldId="348"/>
        </pc:sldMkLst>
      </pc:sldChg>
      <pc:sldChg chg="del">
        <pc:chgData name="Diego Raul Guerrero Anaya" userId="0ce4d9aa-8e9a-49aa-b0f2-d17a32a3775a" providerId="ADAL" clId="{5662A781-BFEB-4167-BC8B-6C14CC8AF6A3}" dt="2025-04-30T19:14:35.598" v="3398" actId="47"/>
        <pc:sldMkLst>
          <pc:docMk/>
          <pc:sldMk cId="2439014390" sldId="349"/>
        </pc:sldMkLst>
      </pc:sldChg>
      <pc:sldChg chg="del">
        <pc:chgData name="Diego Raul Guerrero Anaya" userId="0ce4d9aa-8e9a-49aa-b0f2-d17a32a3775a" providerId="ADAL" clId="{5662A781-BFEB-4167-BC8B-6C14CC8AF6A3}" dt="2025-04-30T19:14:37.285" v="3399" actId="47"/>
        <pc:sldMkLst>
          <pc:docMk/>
          <pc:sldMk cId="36709805" sldId="350"/>
        </pc:sldMkLst>
      </pc:sldChg>
      <pc:sldChg chg="del">
        <pc:chgData name="Diego Raul Guerrero Anaya" userId="0ce4d9aa-8e9a-49aa-b0f2-d17a32a3775a" providerId="ADAL" clId="{5662A781-BFEB-4167-BC8B-6C14CC8AF6A3}" dt="2025-04-30T19:14:39.351" v="3400" actId="47"/>
        <pc:sldMkLst>
          <pc:docMk/>
          <pc:sldMk cId="480113249" sldId="351"/>
        </pc:sldMkLst>
      </pc:sldChg>
      <pc:sldChg chg="addSp delSp modSp mod ord">
        <pc:chgData name="Diego Raul Guerrero Anaya" userId="0ce4d9aa-8e9a-49aa-b0f2-d17a32a3775a" providerId="ADAL" clId="{5662A781-BFEB-4167-BC8B-6C14CC8AF6A3}" dt="2025-04-30T19:58:50.896" v="4364" actId="20577"/>
        <pc:sldMkLst>
          <pc:docMk/>
          <pc:sldMk cId="503955803" sldId="352"/>
        </pc:sldMkLst>
      </pc:sldChg>
      <pc:sldChg chg="addSp delSp modSp mod ord">
        <pc:chgData name="Diego Raul Guerrero Anaya" userId="0ce4d9aa-8e9a-49aa-b0f2-d17a32a3775a" providerId="ADAL" clId="{5662A781-BFEB-4167-BC8B-6C14CC8AF6A3}" dt="2025-04-30T19:54:35.494" v="4073" actId="20577"/>
        <pc:sldMkLst>
          <pc:docMk/>
          <pc:sldMk cId="927672507" sldId="353"/>
        </pc:sldMkLst>
      </pc:sldChg>
      <pc:sldChg chg="addSp delSp modSp mod">
        <pc:chgData name="Diego Raul Guerrero Anaya" userId="0ce4d9aa-8e9a-49aa-b0f2-d17a32a3775a" providerId="ADAL" clId="{5662A781-BFEB-4167-BC8B-6C14CC8AF6A3}" dt="2025-04-30T19:42:24.643" v="4059" actId="20577"/>
        <pc:sldMkLst>
          <pc:docMk/>
          <pc:sldMk cId="3244617191" sldId="354"/>
        </pc:sldMkLst>
      </pc:sldChg>
      <pc:sldChg chg="modSp add mod ord">
        <pc:chgData name="Diego Raul Guerrero Anaya" userId="0ce4d9aa-8e9a-49aa-b0f2-d17a32a3775a" providerId="ADAL" clId="{5662A781-BFEB-4167-BC8B-6C14CC8AF6A3}" dt="2025-04-30T17:13:39.470" v="1321" actId="5793"/>
        <pc:sldMkLst>
          <pc:docMk/>
          <pc:sldMk cId="3508524949" sldId="355"/>
        </pc:sldMkLst>
      </pc:sldChg>
      <pc:sldChg chg="modSp add mod">
        <pc:chgData name="Diego Raul Guerrero Anaya" userId="0ce4d9aa-8e9a-49aa-b0f2-d17a32a3775a" providerId="ADAL" clId="{5662A781-BFEB-4167-BC8B-6C14CC8AF6A3}" dt="2025-04-30T17:00:06.368" v="1306" actId="20577"/>
        <pc:sldMkLst>
          <pc:docMk/>
          <pc:sldMk cId="1098523409" sldId="356"/>
        </pc:sldMkLst>
      </pc:sldChg>
      <pc:sldChg chg="modSp add mod">
        <pc:chgData name="Diego Raul Guerrero Anaya" userId="0ce4d9aa-8e9a-49aa-b0f2-d17a32a3775a" providerId="ADAL" clId="{5662A781-BFEB-4167-BC8B-6C14CC8AF6A3}" dt="2025-04-30T16:57:19.305" v="1267" actId="20577"/>
        <pc:sldMkLst>
          <pc:docMk/>
          <pc:sldMk cId="102732767" sldId="357"/>
        </pc:sldMkLst>
      </pc:sldChg>
      <pc:sldChg chg="addSp delSp modSp add mod">
        <pc:chgData name="Diego Raul Guerrero Anaya" userId="0ce4d9aa-8e9a-49aa-b0f2-d17a32a3775a" providerId="ADAL" clId="{5662A781-BFEB-4167-BC8B-6C14CC8AF6A3}" dt="2025-04-30T19:13:45.577" v="3397" actId="20577"/>
        <pc:sldMkLst>
          <pc:docMk/>
          <pc:sldMk cId="3278326653" sldId="358"/>
        </pc:sldMkLst>
      </pc:sldChg>
      <pc:sldChg chg="new del">
        <pc:chgData name="Diego Raul Guerrero Anaya" userId="0ce4d9aa-8e9a-49aa-b0f2-d17a32a3775a" providerId="ADAL" clId="{5662A781-BFEB-4167-BC8B-6C14CC8AF6A3}" dt="2025-04-30T17:22:29.160" v="1535" actId="680"/>
        <pc:sldMkLst>
          <pc:docMk/>
          <pc:sldMk cId="3764426732" sldId="358"/>
        </pc:sldMkLst>
      </pc:sldChg>
      <pc:sldChg chg="modSp add mod">
        <pc:chgData name="Diego Raul Guerrero Anaya" userId="0ce4d9aa-8e9a-49aa-b0f2-d17a32a3775a" providerId="ADAL" clId="{5662A781-BFEB-4167-BC8B-6C14CC8AF6A3}" dt="2025-04-30T19:28:18.381" v="3484" actId="20577"/>
        <pc:sldMkLst>
          <pc:docMk/>
          <pc:sldMk cId="465631369" sldId="359"/>
        </pc:sldMkLst>
      </pc:sldChg>
      <pc:sldChg chg="modSp add mod">
        <pc:chgData name="Diego Raul Guerrero Anaya" userId="0ce4d9aa-8e9a-49aa-b0f2-d17a32a3775a" providerId="ADAL" clId="{5662A781-BFEB-4167-BC8B-6C14CC8AF6A3}" dt="2025-04-30T19:29:19.774" v="3492" actId="14100"/>
        <pc:sldMkLst>
          <pc:docMk/>
          <pc:sldMk cId="235446010" sldId="360"/>
        </pc:sldMkLst>
      </pc:sldChg>
      <pc:sldChg chg="modSp add mod">
        <pc:chgData name="Diego Raul Guerrero Anaya" userId="0ce4d9aa-8e9a-49aa-b0f2-d17a32a3775a" providerId="ADAL" clId="{5662A781-BFEB-4167-BC8B-6C14CC8AF6A3}" dt="2025-04-30T19:31:29.838" v="3511" actId="20577"/>
        <pc:sldMkLst>
          <pc:docMk/>
          <pc:sldMk cId="111384307" sldId="361"/>
        </pc:sldMkLst>
      </pc:sldChg>
      <pc:sldChg chg="modSp add mod">
        <pc:chgData name="Diego Raul Guerrero Anaya" userId="0ce4d9aa-8e9a-49aa-b0f2-d17a32a3775a" providerId="ADAL" clId="{5662A781-BFEB-4167-BC8B-6C14CC8AF6A3}" dt="2025-04-30T19:34:37.860" v="3523" actId="20577"/>
        <pc:sldMkLst>
          <pc:docMk/>
          <pc:sldMk cId="3171661591" sldId="362"/>
        </pc:sldMkLst>
      </pc:sldChg>
      <pc:sldChg chg="modSp add mod">
        <pc:chgData name="Diego Raul Guerrero Anaya" userId="0ce4d9aa-8e9a-49aa-b0f2-d17a32a3775a" providerId="ADAL" clId="{5662A781-BFEB-4167-BC8B-6C14CC8AF6A3}" dt="2025-04-30T19:35:25.586" v="3527" actId="20577"/>
        <pc:sldMkLst>
          <pc:docMk/>
          <pc:sldMk cId="4285717554" sldId="363"/>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93</c:v>
                </c:pt>
                <c:pt idx="1">
                  <c:v>7</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5F99-4ADD-90F6-6D039C7BE782}"/>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5F99-4ADD-90F6-6D039C7BE782}"/>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5F99-4ADD-90F6-6D039C7BE782}"/>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5F99-4ADD-90F6-6D039C7BE782}"/>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80</c:v>
                </c:pt>
                <c:pt idx="1">
                  <c:v>20</c:v>
                </c:pt>
                <c:pt idx="2">
                  <c:v>0</c:v>
                </c:pt>
                <c:pt idx="3">
                  <c:v>0</c:v>
                </c:pt>
              </c:numCache>
            </c:numRef>
          </c:val>
          <c:extLst>
            <c:ext xmlns:c16="http://schemas.microsoft.com/office/drawing/2014/chart" uri="{C3380CC4-5D6E-409C-BE32-E72D297353CC}">
              <c16:uniqueId val="{00000008-5F99-4ADD-90F6-6D039C7BE782}"/>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8CD3-470E-9944-A5017386BAB0}"/>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8CD3-470E-9944-A5017386BAB0}"/>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8CD3-470E-9944-A5017386BAB0}"/>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8CD3-470E-9944-A5017386BAB0}"/>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100</c:v>
                </c:pt>
                <c:pt idx="1">
                  <c:v>0</c:v>
                </c:pt>
                <c:pt idx="2">
                  <c:v>0</c:v>
                </c:pt>
                <c:pt idx="3">
                  <c:v>0</c:v>
                </c:pt>
              </c:numCache>
            </c:numRef>
          </c:val>
          <c:extLst>
            <c:ext xmlns:c16="http://schemas.microsoft.com/office/drawing/2014/chart" uri="{C3380CC4-5D6E-409C-BE32-E72D297353CC}">
              <c16:uniqueId val="{00000008-8CD3-470E-9944-A5017386BAB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doughnutChart>
        <c:varyColors val="1"/>
        <c:ser>
          <c:idx val="0"/>
          <c:order val="0"/>
          <c:tx>
            <c:strRef>
              <c:f>Hoja1!$B$1</c:f>
              <c:strCache>
                <c:ptCount val="1"/>
                <c:pt idx="0">
                  <c:v>Ventas</c:v>
                </c:pt>
              </c:strCache>
            </c:strRef>
          </c:tx>
          <c:dPt>
            <c:idx val="0"/>
            <c:bubble3D val="0"/>
            <c:spPr>
              <a:solidFill>
                <a:schemeClr val="dk1">
                  <a:tint val="88500"/>
                </a:schemeClr>
              </a:solidFill>
              <a:ln w="19050">
                <a:solidFill>
                  <a:schemeClr val="lt1"/>
                </a:solidFill>
              </a:ln>
              <a:effectLst/>
            </c:spPr>
            <c:extLst>
              <c:ext xmlns:c16="http://schemas.microsoft.com/office/drawing/2014/chart" uri="{C3380CC4-5D6E-409C-BE32-E72D297353CC}">
                <c16:uniqueId val="{00000001-43BA-4475-9198-2702789E2E79}"/>
              </c:ext>
            </c:extLst>
          </c:dPt>
          <c:dPt>
            <c:idx val="1"/>
            <c:bubble3D val="0"/>
            <c:spPr>
              <a:solidFill>
                <a:schemeClr val="dk1">
                  <a:tint val="55000"/>
                </a:schemeClr>
              </a:solidFill>
              <a:ln w="19050">
                <a:solidFill>
                  <a:schemeClr val="lt1"/>
                </a:solidFill>
              </a:ln>
              <a:effectLst/>
            </c:spPr>
            <c:extLst>
              <c:ext xmlns:c16="http://schemas.microsoft.com/office/drawing/2014/chart" uri="{C3380CC4-5D6E-409C-BE32-E72D297353CC}">
                <c16:uniqueId val="{00000003-43BA-4475-9198-2702789E2E79}"/>
              </c:ext>
            </c:extLst>
          </c:dPt>
          <c:dPt>
            <c:idx val="2"/>
            <c:bubble3D val="0"/>
            <c:spPr>
              <a:solidFill>
                <a:schemeClr val="dk1">
                  <a:tint val="75000"/>
                </a:schemeClr>
              </a:solidFill>
              <a:ln w="19050">
                <a:solidFill>
                  <a:schemeClr val="lt1"/>
                </a:solidFill>
              </a:ln>
              <a:effectLst/>
            </c:spPr>
            <c:extLst>
              <c:ext xmlns:c16="http://schemas.microsoft.com/office/drawing/2014/chart" uri="{C3380CC4-5D6E-409C-BE32-E72D297353CC}">
                <c16:uniqueId val="{00000005-43BA-4475-9198-2702789E2E79}"/>
              </c:ext>
            </c:extLst>
          </c:dPt>
          <c:dPt>
            <c:idx val="3"/>
            <c:bubble3D val="0"/>
            <c:spPr>
              <a:solidFill>
                <a:schemeClr val="dk1">
                  <a:tint val="98500"/>
                </a:schemeClr>
              </a:solidFill>
              <a:ln w="19050">
                <a:solidFill>
                  <a:schemeClr val="lt1"/>
                </a:solidFill>
              </a:ln>
              <a:effectLst/>
            </c:spPr>
            <c:extLst>
              <c:ext xmlns:c16="http://schemas.microsoft.com/office/drawing/2014/chart" uri="{C3380CC4-5D6E-409C-BE32-E72D297353CC}">
                <c16:uniqueId val="{00000007-43BA-4475-9198-2702789E2E79}"/>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87</c:v>
                </c:pt>
                <c:pt idx="1">
                  <c:v>13</c:v>
                </c:pt>
                <c:pt idx="2">
                  <c:v>0</c:v>
                </c:pt>
                <c:pt idx="3">
                  <c:v>0</c:v>
                </c:pt>
              </c:numCache>
            </c:numRef>
          </c:val>
          <c:extLst>
            <c:ext xmlns:c16="http://schemas.microsoft.com/office/drawing/2014/chart" uri="{C3380CC4-5D6E-409C-BE32-E72D297353CC}">
              <c16:uniqueId val="{00000000-5FCA-4CAF-AE44-9DF1ECB0DFB1}"/>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CO"/>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3.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4.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5.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8EFB4B-FD0F-477A-B24D-2809953E74D7}" type="datetimeFigureOut">
              <a:rPr lang="es-CO" smtClean="0"/>
              <a:t>7/10/2025</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85ECE-ACD0-4162-81D4-6AB2045C4D15}" type="slidenum">
              <a:rPr lang="es-CO" smtClean="0"/>
              <a:t>‹Nº›</a:t>
            </a:fld>
            <a:endParaRPr lang="es-CO"/>
          </a:p>
        </p:txBody>
      </p:sp>
    </p:spTree>
    <p:extLst>
      <p:ext uri="{BB962C8B-B14F-4D97-AF65-F5344CB8AC3E}">
        <p14:creationId xmlns:p14="http://schemas.microsoft.com/office/powerpoint/2010/main" val="1453462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F9B85ECE-ACD0-4162-81D4-6AB2045C4D15}" type="slidenum">
              <a:rPr lang="es-CO" smtClean="0"/>
              <a:t>4</a:t>
            </a:fld>
            <a:endParaRPr lang="es-CO"/>
          </a:p>
        </p:txBody>
      </p:sp>
    </p:spTree>
    <p:extLst>
      <p:ext uri="{BB962C8B-B14F-4D97-AF65-F5344CB8AC3E}">
        <p14:creationId xmlns:p14="http://schemas.microsoft.com/office/powerpoint/2010/main" val="273011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E411-40DD-4B0A-5168-3C9C3A92413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30F8C2-23E1-1574-1FCD-ABA82F8358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C925683-158D-615B-FA74-945C2270749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647F73A-BD4B-585D-3A54-96BE2B8AF187}"/>
              </a:ext>
            </a:extLst>
          </p:cNvPr>
          <p:cNvSpPr>
            <a:spLocks noGrp="1"/>
          </p:cNvSpPr>
          <p:nvPr>
            <p:ph type="sldNum" sz="quarter" idx="5"/>
          </p:nvPr>
        </p:nvSpPr>
        <p:spPr/>
        <p:txBody>
          <a:bodyPr/>
          <a:lstStyle/>
          <a:p>
            <a:fld id="{F9B85ECE-ACD0-4162-81D4-6AB2045C4D15}" type="slidenum">
              <a:rPr lang="es-CO" smtClean="0"/>
              <a:t>17</a:t>
            </a:fld>
            <a:endParaRPr lang="es-CO"/>
          </a:p>
        </p:txBody>
      </p:sp>
    </p:spTree>
    <p:extLst>
      <p:ext uri="{BB962C8B-B14F-4D97-AF65-F5344CB8AC3E}">
        <p14:creationId xmlns:p14="http://schemas.microsoft.com/office/powerpoint/2010/main" val="4086426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4ACEFA-DFB7-4347-27DB-4FEBFAC750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F26278C7-C559-E1BC-41BB-FA6D23E21E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B04513F-67EF-01D5-EB2B-0B1B79024888}"/>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5" name="Marcador de pie de página 4">
            <a:extLst>
              <a:ext uri="{FF2B5EF4-FFF2-40B4-BE49-F238E27FC236}">
                <a16:creationId xmlns:a16="http://schemas.microsoft.com/office/drawing/2014/main" id="{37CF3A9C-A675-2083-6266-566B4FC72AE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A1FBBBCD-5989-C3BC-A034-9B6906894E82}"/>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573174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6E63BB-83F4-1488-AAFA-3A1BCF50701E}"/>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CD2ED79-98A3-28A0-647E-9CCFB12D2E5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F4AC606-28FC-48D5-4CDC-ED071E7BC811}"/>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5" name="Marcador de pie de página 4">
            <a:extLst>
              <a:ext uri="{FF2B5EF4-FFF2-40B4-BE49-F238E27FC236}">
                <a16:creationId xmlns:a16="http://schemas.microsoft.com/office/drawing/2014/main" id="{83D99D14-0038-1F77-CDED-A08ECD1F9DF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80D1123-6F26-EFEE-1C08-873657955C5F}"/>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17931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0C4743-3797-8EF2-54A6-2940A271285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36DD0B07-F8A5-DC14-18FB-A4E474F55B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3D3B3F7-0121-CE8C-25DB-25F3932DA2B8}"/>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5" name="Marcador de pie de página 4">
            <a:extLst>
              <a:ext uri="{FF2B5EF4-FFF2-40B4-BE49-F238E27FC236}">
                <a16:creationId xmlns:a16="http://schemas.microsoft.com/office/drawing/2014/main" id="{239CC36C-6547-E97B-2DA8-798437B143B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5F53F5-61E5-F47F-D5E4-4505C797F10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638525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BD1600-18E9-3780-C21A-4DA9FF47BE2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81C7A6EC-91D0-3E68-103B-BCF12881A14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86ADF4F3-06DE-6D83-7700-ABB40B2E072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A879D79B-4BD4-6605-4F6D-CCED1A26AD52}"/>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6" name="Marcador de pie de página 5">
            <a:extLst>
              <a:ext uri="{FF2B5EF4-FFF2-40B4-BE49-F238E27FC236}">
                <a16:creationId xmlns:a16="http://schemas.microsoft.com/office/drawing/2014/main" id="{919F05AC-CFCE-9BB7-83C0-CFDCABBC896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93BAB0A-EF13-2518-5E13-187FC21C24F6}"/>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3184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35A756-2D08-DC5B-6E75-775C08FF054B}"/>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C751D1C4-6D1E-11E3-4FFD-2958ADCAA9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C60582D3-FA06-662C-CF85-56150FABF66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B574B67F-FAC7-A2FB-B22A-DCF429E934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3BD0DF1-037F-B8E5-6E9C-1C04CFDDE6F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3257F22E-1B69-1ECE-530A-9EF708E88F1A}"/>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8" name="Marcador de pie de página 7">
            <a:extLst>
              <a:ext uri="{FF2B5EF4-FFF2-40B4-BE49-F238E27FC236}">
                <a16:creationId xmlns:a16="http://schemas.microsoft.com/office/drawing/2014/main" id="{E534BC52-AA33-0C60-B68D-C8834129E50B}"/>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B12CC42-039D-0DC9-160A-02378CA41820}"/>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061966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0D7C3D-9DFE-F065-25B5-BCE0679B8A2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D58ADFB9-187B-EA28-D84A-B062DDAE0FFC}"/>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4" name="Marcador de pie de página 3">
            <a:extLst>
              <a:ext uri="{FF2B5EF4-FFF2-40B4-BE49-F238E27FC236}">
                <a16:creationId xmlns:a16="http://schemas.microsoft.com/office/drawing/2014/main" id="{3BC3CBF9-B46C-C1BA-C6FF-6C452C4B76E9}"/>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D985F4E5-EEE4-6487-2D09-A044296D528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254444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1973A7B-A1E0-F895-72AD-3DE739B54761}"/>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3" name="Marcador de pie de página 2">
            <a:extLst>
              <a:ext uri="{FF2B5EF4-FFF2-40B4-BE49-F238E27FC236}">
                <a16:creationId xmlns:a16="http://schemas.microsoft.com/office/drawing/2014/main" id="{F7D86808-12FB-21C8-E274-F1D773624AA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2EC0A6B-95FD-A557-589A-2CE02C159F18}"/>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66368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9FD864-8826-7329-51E5-9CD1A06378C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B09ADB9-885E-7E7B-9A2C-874995668B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2B5B5454-5468-6E6C-8853-960D6D4373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BCDDAB4-E7A0-1173-7A43-EA6151884EB7}"/>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6" name="Marcador de pie de página 5">
            <a:extLst>
              <a:ext uri="{FF2B5EF4-FFF2-40B4-BE49-F238E27FC236}">
                <a16:creationId xmlns:a16="http://schemas.microsoft.com/office/drawing/2014/main" id="{43CBB48C-4002-A526-C2BB-F2D3D10B1942}"/>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17941ECB-8AE1-BB38-EF81-4DBD93265A57}"/>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243884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6BDC84-9312-37EC-E4FD-86008977C89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B17A30E-2F86-5B90-A4B1-3A2B5443D2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2FE092E0-BCB0-9282-7A3F-F1516474D9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EF91D30-F39C-702D-4BFE-EDCE1E6FD221}"/>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6" name="Marcador de pie de página 5">
            <a:extLst>
              <a:ext uri="{FF2B5EF4-FFF2-40B4-BE49-F238E27FC236}">
                <a16:creationId xmlns:a16="http://schemas.microsoft.com/office/drawing/2014/main" id="{476B9C29-71E5-A677-6912-359645AE0801}"/>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5F09A72A-CA7D-C2AF-B32B-00B7888F8991}"/>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1685717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404287-89E9-6A06-68B1-B739DFB7BB19}"/>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052327C-4C34-B17F-D025-065373711C5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EFDDE24-D2B2-6945-6223-0FAC668D40BD}"/>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5" name="Marcador de pie de página 4">
            <a:extLst>
              <a:ext uri="{FF2B5EF4-FFF2-40B4-BE49-F238E27FC236}">
                <a16:creationId xmlns:a16="http://schemas.microsoft.com/office/drawing/2014/main" id="{DB9A85D8-E75A-716A-5AED-F0F5B7D998C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FDB26EB-3EED-F7C5-D125-13B2BE2AADEE}"/>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3143853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C7AFA14-DBF8-5C9D-2DD8-B1BD0E195B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4847767C-3976-5BB8-F6D7-43B337480623}"/>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497DEF89-245A-A6EA-A491-FA68305E2E33}"/>
              </a:ext>
            </a:extLst>
          </p:cNvPr>
          <p:cNvSpPr>
            <a:spLocks noGrp="1"/>
          </p:cNvSpPr>
          <p:nvPr>
            <p:ph type="dt" sz="half" idx="10"/>
          </p:nvPr>
        </p:nvSpPr>
        <p:spPr/>
        <p:txBody>
          <a:bodyPr/>
          <a:lstStyle/>
          <a:p>
            <a:fld id="{D48DEB5A-F4D6-4C7F-84CB-78EC876CF29C}" type="datetimeFigureOut">
              <a:rPr lang="es-CO" smtClean="0"/>
              <a:t>7/10/2025</a:t>
            </a:fld>
            <a:endParaRPr lang="es-CO"/>
          </a:p>
        </p:txBody>
      </p:sp>
      <p:sp>
        <p:nvSpPr>
          <p:cNvPr id="5" name="Marcador de pie de página 4">
            <a:extLst>
              <a:ext uri="{FF2B5EF4-FFF2-40B4-BE49-F238E27FC236}">
                <a16:creationId xmlns:a16="http://schemas.microsoft.com/office/drawing/2014/main" id="{979CBE9C-176F-8B7D-AA5C-7B3531262DC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36B3040-EFBC-2E04-2044-696B004B77B9}"/>
              </a:ext>
            </a:extLst>
          </p:cNvPr>
          <p:cNvSpPr>
            <a:spLocks noGrp="1"/>
          </p:cNvSpPr>
          <p:nvPr>
            <p:ph type="sldNum" sz="quarter" idx="12"/>
          </p:nvPr>
        </p:nvSpPr>
        <p:spPr/>
        <p:txBody>
          <a:bodyPr/>
          <a:lstStyle/>
          <a:p>
            <a:fld id="{BA0D60A8-E10A-460D-94B0-2857B8FB3E8C}" type="slidenum">
              <a:rPr lang="es-CO" smtClean="0"/>
              <a:t>‹Nº›</a:t>
            </a:fld>
            <a:endParaRPr lang="es-CO"/>
          </a:p>
        </p:txBody>
      </p:sp>
    </p:spTree>
    <p:extLst>
      <p:ext uri="{BB962C8B-B14F-4D97-AF65-F5344CB8AC3E}">
        <p14:creationId xmlns:p14="http://schemas.microsoft.com/office/powerpoint/2010/main" val="205511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C7BE2EC-586A-DD9E-C280-FB23A33047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9594821B-7E1E-5B88-0C2C-4C14E87C37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C861983-7AB0-F5B7-4A23-3E7917DA42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8DEB5A-F4D6-4C7F-84CB-78EC876CF29C}" type="datetimeFigureOut">
              <a:rPr lang="es-CO" smtClean="0"/>
              <a:t>7/10/2025</a:t>
            </a:fld>
            <a:endParaRPr lang="es-CO"/>
          </a:p>
        </p:txBody>
      </p:sp>
      <p:sp>
        <p:nvSpPr>
          <p:cNvPr id="5" name="Marcador de pie de página 4">
            <a:extLst>
              <a:ext uri="{FF2B5EF4-FFF2-40B4-BE49-F238E27FC236}">
                <a16:creationId xmlns:a16="http://schemas.microsoft.com/office/drawing/2014/main" id="{E5F6E65D-85D1-8556-46A3-C09F891979B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7145D03-B164-5562-C207-79E7B5F74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A0D60A8-E10A-460D-94B0-2857B8FB3E8C}" type="slidenum">
              <a:rPr lang="es-CO" smtClean="0"/>
              <a:t>‹Nº›</a:t>
            </a:fld>
            <a:endParaRPr lang="es-CO"/>
          </a:p>
        </p:txBody>
      </p:sp>
    </p:spTree>
    <p:extLst>
      <p:ext uri="{BB962C8B-B14F-4D97-AF65-F5344CB8AC3E}">
        <p14:creationId xmlns:p14="http://schemas.microsoft.com/office/powerpoint/2010/main" val="210546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emf"/><Relationship Id="rId5" Type="http://schemas.openxmlformats.org/officeDocument/2006/relationships/chart" Target="../charts/char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udo8n5ubIlL-g8m2yXfjJ7prxIxL7njV/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emf"/><Relationship Id="rId5" Type="http://schemas.openxmlformats.org/officeDocument/2006/relationships/chart" Target="../charts/char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0.emf"/><Relationship Id="rId5" Type="http://schemas.openxmlformats.org/officeDocument/2006/relationships/hyperlink" Target="https://drive.google.com/file/d/1JEMTIob6-MDTiFhp11UVyNLJnXuIFVm6/view?usp=drive_link" TargetMode="External"/><Relationship Id="rId4"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hyperlink" Target="https://drive.google.com/file/d/1qQRPt-uFRxgQGC4G7r_UHuXekUNH_aw-/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emf"/><Relationship Id="rId5" Type="http://schemas.openxmlformats.org/officeDocument/2006/relationships/chart" Target="../charts/chart4.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h6MdGPP-gOht9OVp7rZqV81HDsgUwWLR/view?usp=drive_link" TargetMode="External"/><Relationship Id="rId2" Type="http://schemas.openxmlformats.org/officeDocument/2006/relationships/hyperlink" Target="https://drive.google.com/file/d/1AbC5yb-uC4zMYpUHTl9YVW28CKxBwT95/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hyperlink" Target="https://drive.google.com/file/d/1XQZDtqssbQNKgdhsub8DroV8coFOJYmd/view?usp=drive_link" TargetMode="External"/><Relationship Id="rId2" Type="http://schemas.openxmlformats.org/officeDocument/2006/relationships/hyperlink" Target="https://drive.google.com/file/d/1yvcFb4e0gy0M54vd0sa1TRROeQdr5mjl/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hyperlink" Target="https://drive.google.com/file/d/1_upKGhV44YFQpb0IQ78SqiefUX7AUsS_/view?usp=drive_link" TargetMode="External"/><Relationship Id="rId2" Type="http://schemas.openxmlformats.org/officeDocument/2006/relationships/hyperlink" Target="https://drive.google.com/file/d/1GMLmgwOdQZDaepiJd4_Hy1XSdOw4wyOI/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hyperlink" Target="https://drive.google.com/file/d/1CZsIM0q0uC5SqOcagU4ify5IDpV6S-aT/view?usp=drive_link" TargetMode="External"/><Relationship Id="rId2" Type="http://schemas.openxmlformats.org/officeDocument/2006/relationships/hyperlink" Target="https://drive.google.com/file/d/1LtoqQXAmrHjSgtc1LoZUgvKAwSZK2tMQ/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hyperlink" Target="https://drive.google.com/file/d/19YmOGpfIARj-eMBWy0d5Abqb2w1E8lnI/view?usp=drive_link" TargetMode="External"/><Relationship Id="rId2" Type="http://schemas.openxmlformats.org/officeDocument/2006/relationships/hyperlink" Target="https://drive.google.com/file/d/13krWuZOWzb9Uf04fj1lEreCXry1J0JCq/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hyperlink" Target="https://drive.google.com/file/d/17JGGv6g9LfbWlycrtc-8wsLTE4o2eSKH/view?usp=drive_link" TargetMode="External"/><Relationship Id="rId2" Type="http://schemas.openxmlformats.org/officeDocument/2006/relationships/hyperlink" Target="https://drive.google.com/file/d/1A_CyYpbzpGf42Hkw-a7t87Wk2_Uz_Qol/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emf"/><Relationship Id="rId4" Type="http://schemas.openxmlformats.org/officeDocument/2006/relationships/image" Target="../media/image12.emf"/></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emf"/><Relationship Id="rId5" Type="http://schemas.openxmlformats.org/officeDocument/2006/relationships/image" Target="../media/image4.png"/><Relationship Id="rId4" Type="http://schemas.openxmlformats.org/officeDocument/2006/relationships/chart" Target="../charts/chart5.xml"/></Relationships>
</file>

<file path=ppt/slides/_rels/slide1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hyperlink" Target="https://drive.google.com/file/d/16GnjUbTcRxdzlwklpp5hgh7jtu342nwf/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hyperlink" Target="https://drive.google.com/file/d/1cSofHRGvVEpudLLp4_jyYE9tkFwZ9OtG/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zMBcPp-aUt2z1F26qRlr21etSUjbBfEQ/view?usp=drive_link" TargetMode="External"/><Relationship Id="rId1" Type="http://schemas.openxmlformats.org/officeDocument/2006/relationships/slideLayout" Target="../slideLayouts/slideLayout1.xml"/><Relationship Id="rId4" Type="http://schemas.openxmlformats.org/officeDocument/2006/relationships/image" Target="../media/image17.emf"/></Relationships>
</file>

<file path=ppt/slides/_rels/slide2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hyperlink" Target="https://drive.google.com/file/d/1fUayd91SNX5Kzxozot9BxTzByWFwH8oC/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hyperlink" Target="https://drive.google.com/file/d/1hMYN1iqGc5oewNJs218Y1AxrOkGoSyXe/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hyperlink" Target="https://drive.google.com/file/d/1QUPMA50Ptkhok7hD-HONjc9HEgsjggRK/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hyperlink" Target="https://drive.google.com/file/d/16pt2jUM4DU-_xtli-FcJZ7ItZBQZeeFL/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DSIwH5983dwHR9KCyOWBVifv0lTJjBvr/view?usp=drive_link" TargetMode="External"/><Relationship Id="rId1" Type="http://schemas.openxmlformats.org/officeDocument/2006/relationships/slideLayout" Target="../slideLayouts/slideLayout1.xml"/><Relationship Id="rId4" Type="http://schemas.openxmlformats.org/officeDocument/2006/relationships/image" Target="../media/image20.emf"/></Relationships>
</file>

<file path=ppt/slides/_rels/slide26.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hyperlink" Target="https://drive.google.com/file/d/1eawDTmgzonFcKw9R0VQRdg3zMFTtnVLQ/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hyperlink" Target="https://drive.google.com/file/d/1W5b1tSkUhV9k_gM2Ufl6koAs3azn4osi/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YI3Qqp01xi7VSWz2iLzA0_hjpoIu92x0/view?usp=drive_link" TargetMode="External"/><Relationship Id="rId1" Type="http://schemas.openxmlformats.org/officeDocument/2006/relationships/slideLayout" Target="../slideLayouts/slideLayout1.xml"/><Relationship Id="rId4" Type="http://schemas.openxmlformats.org/officeDocument/2006/relationships/image" Target="../media/image23.emf"/></Relationships>
</file>

<file path=ppt/slides/_rels/slide29.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hyperlink" Target="https://drive.google.com/file/d/1rfyg1JAz_joxdSJ7VrF_styihxtzcLxs/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drive.google.com/file/d/1_vQWHeY4JzYldtXM4OoXpF_Y-4VYWBx6/view?usp=drive_link" TargetMode="External"/><Relationship Id="rId1" Type="http://schemas.openxmlformats.org/officeDocument/2006/relationships/slideLayout" Target="../slideLayouts/slideLayout1.xml"/><Relationship Id="rId4" Type="http://schemas.openxmlformats.org/officeDocument/2006/relationships/image" Target="../media/image25.emf"/></Relationships>
</file>

<file path=ppt/slides/_rels/slide31.xml.rels><?xml version="1.0" encoding="UTF-8" standalone="yes"?>
<Relationships xmlns="http://schemas.openxmlformats.org/package/2006/relationships"><Relationship Id="rId3" Type="http://schemas.openxmlformats.org/officeDocument/2006/relationships/hyperlink" Target="https://drive.google.com/file/d/1haqUhuiWG3WBnIz8ZBSPx-TMkHpNmfn4/view?usp=drive_link" TargetMode="External"/><Relationship Id="rId2" Type="http://schemas.openxmlformats.org/officeDocument/2006/relationships/hyperlink" Target="https://drive.google.com/file/d/14UeA-KzH-kJDZV6rb4MRbyPgaVIPO79H/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hyperlink" Target="https://drive.google.com/file/d/1an3d9qAKkC_T5GVYz2aMicA4f6ofAmbM/view?usp=drive_link" TargetMode="External"/><Relationship Id="rId2" Type="http://schemas.openxmlformats.org/officeDocument/2006/relationships/hyperlink" Target="https://drive.google.com/file/d/1dWjpy3F-NXrhCT_1HCOGIUMKnpX7gbO7/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hyperlink" Target="https://drive.google.com/file/d/1y5JGKfs5HpukmT9ovu2pILE3xS03psub/view?usp=drive_link" TargetMode="External"/><Relationship Id="rId2" Type="http://schemas.openxmlformats.org/officeDocument/2006/relationships/hyperlink" Target="https://drive.google.com/file/d/1nyk4LrxKZy7xJpN8d0VOtVr0qwNbggdr/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hyperlink" Target="https://drive.google.com/file/d/11f-kP2jfh1uMFdn1JB4EFZQ0_UrArX4w/view?usp=drive_link" TargetMode="External"/><Relationship Id="rId2" Type="http://schemas.openxmlformats.org/officeDocument/2006/relationships/hyperlink" Target="https://drive.google.com/file/d/17f2_bBsT2ywKPmWSA8l9Vdee1Drtk4AD/view?usp=drive_link"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hyperlink" Target="https://drive.google.com/file/d/1U5X0Iqddztnqsmm74ONiNmOcDrbAdNcU/view?usp=drive_link"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drive.google.com/file/d/15pFp6Ngp-uJlaPo8pMLWqQc7JRwIdI5D/view?usp=drive_link"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FA317-B3C6-544A-9CEC-25C659152B70}"/>
            </a:ext>
          </a:extLst>
        </p:cNvPr>
        <p:cNvGrpSpPr/>
        <p:nvPr/>
      </p:nvGrpSpPr>
      <p:grpSpPr>
        <a:xfrm>
          <a:off x="0" y="0"/>
          <a:ext cx="0" cy="0"/>
          <a:chOff x="0" y="0"/>
          <a:chExt cx="0" cy="0"/>
        </a:xfrm>
      </p:grpSpPr>
      <p:sp>
        <p:nvSpPr>
          <p:cNvPr id="4" name="Rectángulo 3">
            <a:extLst>
              <a:ext uri="{FF2B5EF4-FFF2-40B4-BE49-F238E27FC236}">
                <a16:creationId xmlns:a16="http://schemas.microsoft.com/office/drawing/2014/main" id="{3812C31D-3CC5-AE6F-6DC6-DC2AB7DB08B7}"/>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D12CA50E-0C11-3EB7-AA8E-DD7D2EFB3F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D74108FF-D162-4798-6724-54AB54E7D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7B31CB7F-F65F-251B-F642-C7D40861EB8B}"/>
              </a:ext>
            </a:extLst>
          </p:cNvPr>
          <p:cNvSpPr txBox="1"/>
          <p:nvPr/>
        </p:nvSpPr>
        <p:spPr>
          <a:xfrm>
            <a:off x="125833" y="2828835"/>
            <a:ext cx="2796331" cy="1200329"/>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AUDITORIA </a:t>
            </a:r>
          </a:p>
          <a:p>
            <a:pPr algn="ctr"/>
            <a:r>
              <a:rPr lang="es-MX" sz="2400" b="1" dirty="0">
                <a:solidFill>
                  <a:schemeClr val="bg1"/>
                </a:solidFill>
                <a:latin typeface="ui-sans-serif"/>
              </a:rPr>
              <a:t>- Septiembre 2025 - </a:t>
            </a:r>
            <a:endParaRPr lang="es-CO" sz="2400" b="1" dirty="0">
              <a:solidFill>
                <a:schemeClr val="bg1"/>
              </a:solidFill>
            </a:endParaRPr>
          </a:p>
        </p:txBody>
      </p:sp>
    </p:spTree>
    <p:extLst>
      <p:ext uri="{BB962C8B-B14F-4D97-AF65-F5344CB8AC3E}">
        <p14:creationId xmlns:p14="http://schemas.microsoft.com/office/powerpoint/2010/main" val="3626027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La auditoria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Septiembre</a:t>
            </a:r>
            <a:endParaRPr lang="es-CO" sz="1600" dirty="0"/>
          </a:p>
        </p:txBody>
      </p:sp>
      <p:sp>
        <p:nvSpPr>
          <p:cNvPr id="15" name="CuadroTexto 14">
            <a:extLst>
              <a:ext uri="{FF2B5EF4-FFF2-40B4-BE49-F238E27FC236}">
                <a16:creationId xmlns:a16="http://schemas.microsoft.com/office/drawing/2014/main" id="{155A1899-F51E-9451-B8A7-0A68A2BA8466}"/>
              </a:ext>
            </a:extLst>
          </p:cNvPr>
          <p:cNvSpPr txBox="1"/>
          <p:nvPr/>
        </p:nvSpPr>
        <p:spPr>
          <a:xfrm>
            <a:off x="2889029" y="2879302"/>
            <a:ext cx="8757396" cy="3600986"/>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1200" dirty="0">
              <a:solidFill>
                <a:srgbClr val="C00000"/>
              </a:solidFill>
            </a:endParaRPr>
          </a:p>
          <a:p>
            <a:pPr algn="just"/>
            <a:r>
              <a:rPr lang="es-MX" sz="1200" b="1" dirty="0"/>
              <a:t>ACTIVIDADES DEL MES: </a:t>
            </a:r>
            <a:r>
              <a:rPr lang="es-MX" sz="1200" dirty="0"/>
              <a:t>Implementación de las actividades de acuerdo al canal: </a:t>
            </a:r>
            <a:endParaRPr lang="es-MX" sz="1200" b="1" dirty="0"/>
          </a:p>
          <a:p>
            <a:pPr marL="742950" lvl="1" indent="-285750" algn="just">
              <a:buFont typeface="Arial" panose="020B0604020202020204" pitchFamily="34" charset="0"/>
              <a:buChar char="•"/>
            </a:pPr>
            <a:r>
              <a:rPr lang="es-MX" sz="1200" u="sng" dirty="0"/>
              <a:t>Moderno:</a:t>
            </a:r>
            <a:r>
              <a:rPr lang="es-CO" sz="1200" dirty="0"/>
              <a:t> Tiene implementado el material pop correspondiente a las promociones que aplican en el pdv.</a:t>
            </a:r>
          </a:p>
          <a:p>
            <a:pPr lvl="3" algn="just"/>
            <a:r>
              <a:rPr lang="es-CO" sz="1200" dirty="0"/>
              <a:t> Tiene implementadas las exhibiciones negociadas en el pdv.</a:t>
            </a:r>
          </a:p>
          <a:p>
            <a:pPr marL="742950" lvl="1" indent="-285750" algn="just">
              <a:buFont typeface="Arial" panose="020B0604020202020204" pitchFamily="34" charset="0"/>
              <a:buChar char="•"/>
            </a:pPr>
            <a:r>
              <a:rPr lang="es-MX" sz="1200" u="sng" dirty="0"/>
              <a:t>Especializado:</a:t>
            </a:r>
            <a:r>
              <a:rPr lang="es-CO" sz="1200" dirty="0"/>
              <a:t>    Se encuentra el material pop de Félix nuevas referencias " aplica donde esta codificado“.			Se encuentra en el lineal las referencias 1,5 en pu y adu de la marca excellent.</a:t>
            </a:r>
          </a:p>
          <a:p>
            <a:pPr lvl="1" algn="just"/>
            <a:r>
              <a:rPr lang="es-CO" sz="1200" dirty="0"/>
              <a:t>		Se encuentra la nueva referencia de excellent esterilizado de 1k.</a:t>
            </a:r>
          </a:p>
          <a:p>
            <a:pPr marL="742950" lvl="1" indent="-285750" algn="just">
              <a:buFont typeface="Arial" panose="020B0604020202020204" pitchFamily="34" charset="0"/>
              <a:buChar char="•"/>
            </a:pPr>
            <a:r>
              <a:rPr lang="es-MX" sz="1200" u="sng" dirty="0"/>
              <a:t>Tradicional:</a:t>
            </a:r>
            <a:r>
              <a:rPr lang="es-CO" sz="1200" dirty="0"/>
              <a:t> Está implementada la nueva estrategia de baja de precios.</a:t>
            </a:r>
          </a:p>
          <a:p>
            <a:pPr marL="742950" lvl="1" indent="-285750" algn="just">
              <a:buFont typeface="Arial" panose="020B0604020202020204" pitchFamily="34" charset="0"/>
              <a:buChar char="•"/>
            </a:pPr>
            <a:endParaRPr lang="es-MX" sz="1200" dirty="0"/>
          </a:p>
          <a:p>
            <a:pPr algn="just"/>
            <a:r>
              <a:rPr lang="es-MX" sz="1200" b="1" dirty="0"/>
              <a:t>EJECUCION DEL PDV:  </a:t>
            </a:r>
            <a:r>
              <a:rPr lang="es-MX" sz="1200" dirty="0"/>
              <a:t>Limpieza del pdv, Precio y surtido de productos, Infaltables, ayuda ventas, conocimiento en surtidos, estrategia de exhibición para las marcas Mainstrain (Alpo y Gatsy) de Purina , % de participación que tiene en el punto de venta.</a:t>
            </a:r>
          </a:p>
          <a:p>
            <a:pPr algn="just"/>
            <a:endParaRPr lang="es-MX" sz="1200" dirty="0"/>
          </a:p>
          <a:p>
            <a:pPr algn="just"/>
            <a:r>
              <a:rPr lang="es-MX" sz="1200" b="1" dirty="0"/>
              <a:t>HORARIO: </a:t>
            </a:r>
            <a:r>
              <a:rPr lang="es-MX" sz="1200" dirty="0"/>
              <a:t>El asesor debe estar presente en pdv en los turnos compartidos por malla horaria. </a:t>
            </a:r>
          </a:p>
          <a:p>
            <a:pPr algn="just"/>
            <a:endParaRPr lang="es-MX" sz="12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sp>
        <p:nvSpPr>
          <p:cNvPr id="7" name="CuadroTexto 6">
            <a:extLst>
              <a:ext uri="{FF2B5EF4-FFF2-40B4-BE49-F238E27FC236}">
                <a16:creationId xmlns:a16="http://schemas.microsoft.com/office/drawing/2014/main" id="{0E41E785-529C-A43B-8A21-629A13A8B856}"/>
              </a:ext>
            </a:extLst>
          </p:cNvPr>
          <p:cNvSpPr txBox="1"/>
          <p:nvPr/>
        </p:nvSpPr>
        <p:spPr>
          <a:xfrm>
            <a:off x="981635" y="3819816"/>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49D9442A-C892-F626-09BD-F1584A659371}"/>
              </a:ext>
            </a:extLst>
          </p:cNvPr>
          <p:cNvPicPr>
            <a:picLocks noChangeAspect="1"/>
          </p:cNvPicPr>
          <p:nvPr/>
        </p:nvPicPr>
        <p:blipFill>
          <a:blip r:embed="rId2"/>
          <a:stretch>
            <a:fillRect/>
          </a:stretch>
        </p:blipFill>
        <p:spPr>
          <a:xfrm>
            <a:off x="5653920" y="1620770"/>
            <a:ext cx="3227614" cy="1239404"/>
          </a:xfrm>
          <a:prstGeom prst="rect">
            <a:avLst/>
          </a:prstGeom>
        </p:spPr>
      </p:pic>
      <p:sp>
        <p:nvSpPr>
          <p:cNvPr id="3" name="Rectángulo 2">
            <a:extLst>
              <a:ext uri="{FF2B5EF4-FFF2-40B4-BE49-F238E27FC236}">
                <a16:creationId xmlns:a16="http://schemas.microsoft.com/office/drawing/2014/main" id="{36FB5FE9-B5FF-430C-70DD-1A98F0726A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1C9301DA-7D65-61FA-00C5-DCF2DF3F76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pic>
        <p:nvPicPr>
          <p:cNvPr id="9" name="Imagen 8">
            <a:extLst>
              <a:ext uri="{FF2B5EF4-FFF2-40B4-BE49-F238E27FC236}">
                <a16:creationId xmlns:a16="http://schemas.microsoft.com/office/drawing/2014/main" id="{B0A9F72B-E537-E615-BDF3-E778A4C02645}"/>
              </a:ext>
            </a:extLst>
          </p:cNvPr>
          <p:cNvPicPr>
            <a:picLocks noChangeAspect="1"/>
          </p:cNvPicPr>
          <p:nvPr/>
        </p:nvPicPr>
        <p:blipFill>
          <a:blip r:embed="rId4">
            <a:biLevel thresh="75000"/>
          </a:blip>
          <a:stretch>
            <a:fillRect/>
          </a:stretch>
        </p:blipFill>
        <p:spPr>
          <a:xfrm>
            <a:off x="368929" y="3587667"/>
            <a:ext cx="463336" cy="463336"/>
          </a:xfrm>
          <a:prstGeom prst="rect">
            <a:avLst/>
          </a:prstGeom>
        </p:spPr>
      </p:pic>
      <p:sp>
        <p:nvSpPr>
          <p:cNvPr id="10" name="CuadroTexto 9">
            <a:extLst>
              <a:ext uri="{FF2B5EF4-FFF2-40B4-BE49-F238E27FC236}">
                <a16:creationId xmlns:a16="http://schemas.microsoft.com/office/drawing/2014/main" id="{EAD073F4-A477-AEE0-77F8-5D2AC485F9CF}"/>
              </a:ext>
            </a:extLst>
          </p:cNvPr>
          <p:cNvSpPr txBox="1"/>
          <p:nvPr/>
        </p:nvSpPr>
        <p:spPr>
          <a:xfrm>
            <a:off x="857082" y="3568539"/>
            <a:ext cx="1613504" cy="584775"/>
          </a:xfrm>
          <a:prstGeom prst="rect">
            <a:avLst/>
          </a:prstGeom>
          <a:noFill/>
        </p:spPr>
        <p:txBody>
          <a:bodyPr wrap="square" rtlCol="0">
            <a:spAutoFit/>
          </a:bodyPr>
          <a:lstStyle/>
          <a:p>
            <a:r>
              <a:rPr lang="es-MX" sz="1600" dirty="0">
                <a:solidFill>
                  <a:schemeClr val="bg1"/>
                </a:solidFill>
              </a:rPr>
              <a:t>4 pdv evaluado</a:t>
            </a:r>
          </a:p>
          <a:p>
            <a:r>
              <a:rPr lang="es-MX" sz="1600" b="1" dirty="0">
                <a:solidFill>
                  <a:schemeClr val="bg1"/>
                </a:solidFill>
              </a:rPr>
              <a:t>Cali</a:t>
            </a:r>
            <a:endParaRPr lang="es-CO" sz="1600" b="1" dirty="0">
              <a:solidFill>
                <a:schemeClr val="bg1"/>
              </a:solidFill>
            </a:endParaRPr>
          </a:p>
        </p:txBody>
      </p:sp>
      <p:pic>
        <p:nvPicPr>
          <p:cNvPr id="11" name="Imagen 10">
            <a:extLst>
              <a:ext uri="{FF2B5EF4-FFF2-40B4-BE49-F238E27FC236}">
                <a16:creationId xmlns:a16="http://schemas.microsoft.com/office/drawing/2014/main" id="{E20A277C-F2F0-93DA-EA64-922FBA47CD4A}"/>
              </a:ext>
            </a:extLst>
          </p:cNvPr>
          <p:cNvPicPr>
            <a:picLocks noChangeAspect="1"/>
          </p:cNvPicPr>
          <p:nvPr/>
        </p:nvPicPr>
        <p:blipFill>
          <a:blip r:embed="rId4">
            <a:biLevel thresh="75000"/>
          </a:blip>
          <a:stretch>
            <a:fillRect/>
          </a:stretch>
        </p:blipFill>
        <p:spPr>
          <a:xfrm>
            <a:off x="368929" y="4453022"/>
            <a:ext cx="463336" cy="463336"/>
          </a:xfrm>
          <a:prstGeom prst="rect">
            <a:avLst/>
          </a:prstGeom>
        </p:spPr>
      </p:pic>
      <p:sp>
        <p:nvSpPr>
          <p:cNvPr id="12" name="CuadroTexto 11">
            <a:extLst>
              <a:ext uri="{FF2B5EF4-FFF2-40B4-BE49-F238E27FC236}">
                <a16:creationId xmlns:a16="http://schemas.microsoft.com/office/drawing/2014/main" id="{1A100F43-6350-86BC-BFE8-EB7D82D0A2CF}"/>
              </a:ext>
            </a:extLst>
          </p:cNvPr>
          <p:cNvSpPr txBox="1"/>
          <p:nvPr/>
        </p:nvSpPr>
        <p:spPr>
          <a:xfrm>
            <a:off x="857082" y="4433894"/>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Barranquilla</a:t>
            </a:r>
            <a:endParaRPr lang="es-CO" sz="1600" b="1" dirty="0">
              <a:solidFill>
                <a:schemeClr val="bg1"/>
              </a:solidFill>
            </a:endParaRPr>
          </a:p>
        </p:txBody>
      </p:sp>
      <p:sp>
        <p:nvSpPr>
          <p:cNvPr id="2" name="CuadroTexto 1">
            <a:extLst>
              <a:ext uri="{FF2B5EF4-FFF2-40B4-BE49-F238E27FC236}">
                <a16:creationId xmlns:a16="http://schemas.microsoft.com/office/drawing/2014/main" id="{781E295D-2C0A-4EEA-216F-1F51D01B00DD}"/>
              </a:ext>
            </a:extLst>
          </p:cNvPr>
          <p:cNvSpPr txBox="1"/>
          <p:nvPr/>
        </p:nvSpPr>
        <p:spPr>
          <a:xfrm>
            <a:off x="857082" y="2650843"/>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Bogotá</a:t>
            </a:r>
            <a:endParaRPr lang="es-CO" sz="1600" b="1" dirty="0">
              <a:solidFill>
                <a:schemeClr val="bg1"/>
              </a:solidFill>
            </a:endParaRPr>
          </a:p>
        </p:txBody>
      </p:sp>
      <p:pic>
        <p:nvPicPr>
          <p:cNvPr id="4" name="Imagen 3">
            <a:extLst>
              <a:ext uri="{FF2B5EF4-FFF2-40B4-BE49-F238E27FC236}">
                <a16:creationId xmlns:a16="http://schemas.microsoft.com/office/drawing/2014/main" id="{BC58F7CD-DD33-B009-7CE4-45D7A9516366}"/>
              </a:ext>
            </a:extLst>
          </p:cNvPr>
          <p:cNvPicPr>
            <a:picLocks noChangeAspect="1"/>
          </p:cNvPicPr>
          <p:nvPr/>
        </p:nvPicPr>
        <p:blipFill>
          <a:blip r:embed="rId4">
            <a:biLevel thresh="75000"/>
          </a:blip>
          <a:stretch>
            <a:fillRect/>
          </a:stretch>
        </p:blipFill>
        <p:spPr>
          <a:xfrm>
            <a:off x="393746" y="2703184"/>
            <a:ext cx="463336" cy="463336"/>
          </a:xfrm>
          <a:prstGeom prst="rect">
            <a:avLst/>
          </a:prstGeom>
        </p:spPr>
      </p:pic>
    </p:spTree>
    <p:extLst>
      <p:ext uri="{BB962C8B-B14F-4D97-AF65-F5344CB8AC3E}">
        <p14:creationId xmlns:p14="http://schemas.microsoft.com/office/powerpoint/2010/main" val="108101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328821"/>
            <a:ext cx="8652072" cy="492443"/>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300" dirty="0"/>
              <a:t>Del panel propuesto de 9 PDV, se logran visitar 9 pdv con 3 auditorias efectivas.  </a:t>
            </a:r>
          </a:p>
          <a:p>
            <a:pPr marL="285750" indent="-285750">
              <a:buFont typeface="Arial" panose="020B0604020202020204" pitchFamily="34" charset="0"/>
              <a:buChar char="•"/>
            </a:pPr>
            <a:r>
              <a:rPr lang="es-MX" sz="1300" dirty="0"/>
              <a:t>Detalle de la ejecucion por ciudad de acuerdo con los objetivos propuestos:</a:t>
            </a:r>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1107996"/>
          </a:xfrm>
          <a:prstGeom prst="rect">
            <a:avLst/>
          </a:prstGeom>
          <a:noFill/>
        </p:spPr>
        <p:txBody>
          <a:bodyPr wrap="square" lIns="91440" tIns="45720" rIns="91440" bIns="45720" rtlCol="0" anchor="t">
            <a:spAutoFit/>
          </a:bodyPr>
          <a:lstStyle/>
          <a:p>
            <a:r>
              <a:rPr lang="es-MX" b="1" dirty="0"/>
              <a:t>AUDITORIA - PURINA</a:t>
            </a:r>
          </a:p>
          <a:p>
            <a:r>
              <a:rPr lang="es-MX" sz="1600" dirty="0"/>
              <a:t>Septiembre</a:t>
            </a:r>
          </a:p>
          <a:p>
            <a:endParaRPr lang="es-MX" sz="1600" dirty="0"/>
          </a:p>
          <a:p>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57088" y="3619541"/>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AUDITORIA EFECTIVA</a:t>
            </a:r>
            <a:r>
              <a:rPr lang="es-MX" sz="1400" dirty="0"/>
              <a:t>: </a:t>
            </a:r>
          </a:p>
        </p:txBody>
      </p:sp>
      <p:pic>
        <p:nvPicPr>
          <p:cNvPr id="18" name="Imagen 17">
            <a:extLst>
              <a:ext uri="{FF2B5EF4-FFF2-40B4-BE49-F238E27FC236}">
                <a16:creationId xmlns:a16="http://schemas.microsoft.com/office/drawing/2014/main" id="{AF6B21A3-E612-0EC1-AA19-292CFC8C6ACB}"/>
              </a:ext>
            </a:extLst>
          </p:cNvPr>
          <p:cNvPicPr>
            <a:picLocks noChangeAspect="1"/>
          </p:cNvPicPr>
          <p:nvPr/>
        </p:nvPicPr>
        <p:blipFill>
          <a:blip r:embed="rId3"/>
          <a:stretch>
            <a:fillRect/>
          </a:stretch>
        </p:blipFill>
        <p:spPr>
          <a:xfrm>
            <a:off x="2992886" y="1975210"/>
            <a:ext cx="8844619" cy="1548855"/>
          </a:xfrm>
          <a:prstGeom prst="rect">
            <a:avLst/>
          </a:prstGeom>
        </p:spPr>
      </p:pic>
      <p:pic>
        <p:nvPicPr>
          <p:cNvPr id="25" name="Imagen 24">
            <a:extLst>
              <a:ext uri="{FF2B5EF4-FFF2-40B4-BE49-F238E27FC236}">
                <a16:creationId xmlns:a16="http://schemas.microsoft.com/office/drawing/2014/main" id="{DF44F190-2FD4-0BAC-C2B0-F6FA7B34A2D5}"/>
              </a:ext>
            </a:extLst>
          </p:cNvPr>
          <p:cNvPicPr>
            <a:picLocks noChangeAspect="1"/>
          </p:cNvPicPr>
          <p:nvPr/>
        </p:nvPicPr>
        <p:blipFill>
          <a:blip r:embed="rId4"/>
          <a:stretch>
            <a:fillRect/>
          </a:stretch>
        </p:blipFill>
        <p:spPr>
          <a:xfrm>
            <a:off x="2990334" y="4116578"/>
            <a:ext cx="8860489" cy="2329187"/>
          </a:xfrm>
          <a:prstGeom prst="rect">
            <a:avLst/>
          </a:prstGeom>
        </p:spPr>
      </p:pic>
      <p:pic>
        <p:nvPicPr>
          <p:cNvPr id="27" name="Imagen 26">
            <a:extLst>
              <a:ext uri="{FF2B5EF4-FFF2-40B4-BE49-F238E27FC236}">
                <a16:creationId xmlns:a16="http://schemas.microsoft.com/office/drawing/2014/main" id="{DDD5B792-79E5-503D-A2D8-AB72CB4339AD}"/>
              </a:ext>
            </a:extLst>
          </p:cNvPr>
          <p:cNvPicPr>
            <a:picLocks noChangeAspect="1"/>
          </p:cNvPicPr>
          <p:nvPr/>
        </p:nvPicPr>
        <p:blipFill>
          <a:blip r:embed="rId5">
            <a:biLevel thresh="75000"/>
          </a:blip>
          <a:stretch>
            <a:fillRect/>
          </a:stretch>
        </p:blipFill>
        <p:spPr>
          <a:xfrm>
            <a:off x="368929" y="3587667"/>
            <a:ext cx="463336" cy="463336"/>
          </a:xfrm>
          <a:prstGeom prst="rect">
            <a:avLst/>
          </a:prstGeom>
        </p:spPr>
      </p:pic>
      <p:sp>
        <p:nvSpPr>
          <p:cNvPr id="28" name="CuadroTexto 27">
            <a:extLst>
              <a:ext uri="{FF2B5EF4-FFF2-40B4-BE49-F238E27FC236}">
                <a16:creationId xmlns:a16="http://schemas.microsoft.com/office/drawing/2014/main" id="{C665902B-0556-6092-4B67-82E8F374751E}"/>
              </a:ext>
            </a:extLst>
          </p:cNvPr>
          <p:cNvSpPr txBox="1"/>
          <p:nvPr/>
        </p:nvSpPr>
        <p:spPr>
          <a:xfrm>
            <a:off x="857082" y="3568539"/>
            <a:ext cx="1613504" cy="584775"/>
          </a:xfrm>
          <a:prstGeom prst="rect">
            <a:avLst/>
          </a:prstGeom>
          <a:noFill/>
        </p:spPr>
        <p:txBody>
          <a:bodyPr wrap="square" rtlCol="0">
            <a:spAutoFit/>
          </a:bodyPr>
          <a:lstStyle/>
          <a:p>
            <a:r>
              <a:rPr lang="es-MX" sz="1600" dirty="0">
                <a:solidFill>
                  <a:schemeClr val="bg1"/>
                </a:solidFill>
              </a:rPr>
              <a:t>4 pdv evaluado</a:t>
            </a:r>
          </a:p>
          <a:p>
            <a:r>
              <a:rPr lang="es-MX" sz="1600" b="1" dirty="0">
                <a:solidFill>
                  <a:schemeClr val="bg1"/>
                </a:solidFill>
              </a:rPr>
              <a:t>Cali</a:t>
            </a:r>
            <a:endParaRPr lang="es-CO" sz="1600" b="1" dirty="0">
              <a:solidFill>
                <a:schemeClr val="bg1"/>
              </a:solidFill>
            </a:endParaRPr>
          </a:p>
        </p:txBody>
      </p:sp>
      <p:pic>
        <p:nvPicPr>
          <p:cNvPr id="30" name="Imagen 29">
            <a:extLst>
              <a:ext uri="{FF2B5EF4-FFF2-40B4-BE49-F238E27FC236}">
                <a16:creationId xmlns:a16="http://schemas.microsoft.com/office/drawing/2014/main" id="{78A8DD85-41DA-D269-6CD1-CF8C7198CDCE}"/>
              </a:ext>
            </a:extLst>
          </p:cNvPr>
          <p:cNvPicPr>
            <a:picLocks noChangeAspect="1"/>
          </p:cNvPicPr>
          <p:nvPr/>
        </p:nvPicPr>
        <p:blipFill>
          <a:blip r:embed="rId5">
            <a:biLevel thresh="75000"/>
          </a:blip>
          <a:stretch>
            <a:fillRect/>
          </a:stretch>
        </p:blipFill>
        <p:spPr>
          <a:xfrm>
            <a:off x="368929" y="4453022"/>
            <a:ext cx="463336" cy="463336"/>
          </a:xfrm>
          <a:prstGeom prst="rect">
            <a:avLst/>
          </a:prstGeom>
        </p:spPr>
      </p:pic>
      <p:sp>
        <p:nvSpPr>
          <p:cNvPr id="31" name="CuadroTexto 30">
            <a:extLst>
              <a:ext uri="{FF2B5EF4-FFF2-40B4-BE49-F238E27FC236}">
                <a16:creationId xmlns:a16="http://schemas.microsoft.com/office/drawing/2014/main" id="{012482E2-F490-736D-D513-8D13DD9270C8}"/>
              </a:ext>
            </a:extLst>
          </p:cNvPr>
          <p:cNvSpPr txBox="1"/>
          <p:nvPr/>
        </p:nvSpPr>
        <p:spPr>
          <a:xfrm>
            <a:off x="857082" y="4433894"/>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Barranquilla</a:t>
            </a:r>
            <a:endParaRPr lang="es-CO" sz="1600" b="1" dirty="0">
              <a:solidFill>
                <a:schemeClr val="bg1"/>
              </a:solidFill>
            </a:endParaRPr>
          </a:p>
        </p:txBody>
      </p:sp>
      <p:sp>
        <p:nvSpPr>
          <p:cNvPr id="32" name="CuadroTexto 31">
            <a:extLst>
              <a:ext uri="{FF2B5EF4-FFF2-40B4-BE49-F238E27FC236}">
                <a16:creationId xmlns:a16="http://schemas.microsoft.com/office/drawing/2014/main" id="{100684A5-3219-D58F-9FB0-033593411C70}"/>
              </a:ext>
            </a:extLst>
          </p:cNvPr>
          <p:cNvSpPr txBox="1"/>
          <p:nvPr/>
        </p:nvSpPr>
        <p:spPr>
          <a:xfrm>
            <a:off x="857082" y="2650843"/>
            <a:ext cx="1613504" cy="584775"/>
          </a:xfrm>
          <a:prstGeom prst="rect">
            <a:avLst/>
          </a:prstGeom>
          <a:noFill/>
        </p:spPr>
        <p:txBody>
          <a:bodyPr wrap="square" rtlCol="0">
            <a:spAutoFit/>
          </a:bodyPr>
          <a:lstStyle/>
          <a:p>
            <a:r>
              <a:rPr lang="es-MX" sz="1600" dirty="0">
                <a:solidFill>
                  <a:schemeClr val="bg1"/>
                </a:solidFill>
              </a:rPr>
              <a:t>2 pdv evaluado</a:t>
            </a:r>
          </a:p>
          <a:p>
            <a:r>
              <a:rPr lang="es-MX" sz="1600" b="1" dirty="0">
                <a:solidFill>
                  <a:schemeClr val="bg1"/>
                </a:solidFill>
              </a:rPr>
              <a:t>Bogotá</a:t>
            </a:r>
            <a:endParaRPr lang="es-CO" sz="1600" b="1" dirty="0">
              <a:solidFill>
                <a:schemeClr val="bg1"/>
              </a:solidFill>
            </a:endParaRPr>
          </a:p>
        </p:txBody>
      </p:sp>
      <p:pic>
        <p:nvPicPr>
          <p:cNvPr id="33" name="Imagen 32">
            <a:extLst>
              <a:ext uri="{FF2B5EF4-FFF2-40B4-BE49-F238E27FC236}">
                <a16:creationId xmlns:a16="http://schemas.microsoft.com/office/drawing/2014/main" id="{13EB0AB8-FC87-8C02-2DCB-22D0A57456F1}"/>
              </a:ext>
            </a:extLst>
          </p:cNvPr>
          <p:cNvPicPr>
            <a:picLocks noChangeAspect="1"/>
          </p:cNvPicPr>
          <p:nvPr/>
        </p:nvPicPr>
        <p:blipFill>
          <a:blip r:embed="rId5">
            <a:biLevel thresh="75000"/>
          </a:blip>
          <a:stretch>
            <a:fillRect/>
          </a:stretch>
        </p:blipFill>
        <p:spPr>
          <a:xfrm>
            <a:off x="393746" y="2703184"/>
            <a:ext cx="463336" cy="463336"/>
          </a:xfrm>
          <a:prstGeom prst="rect">
            <a:avLst/>
          </a:prstGeom>
        </p:spPr>
      </p:pic>
    </p:spTree>
    <p:extLst>
      <p:ext uri="{BB962C8B-B14F-4D97-AF65-F5344CB8AC3E}">
        <p14:creationId xmlns:p14="http://schemas.microsoft.com/office/powerpoint/2010/main" val="387978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3374E-B733-B0F9-1088-1EB4EA9223A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BDE0322-30DB-9007-ED46-C39CBD8D1A5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1F8664AF-1E86-C238-78AC-FD7CDD600C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DC45A2B3-CBE7-6AF2-715B-B91866D1BE66}"/>
              </a:ext>
            </a:extLst>
          </p:cNvPr>
          <p:cNvSpPr txBox="1"/>
          <p:nvPr/>
        </p:nvSpPr>
        <p:spPr>
          <a:xfrm>
            <a:off x="2902157" y="843199"/>
            <a:ext cx="8572533" cy="523220"/>
          </a:xfrm>
          <a:prstGeom prst="rect">
            <a:avLst/>
          </a:prstGeom>
          <a:noFill/>
        </p:spPr>
        <p:txBody>
          <a:bodyPr wrap="square" lIns="91440" tIns="45720" rIns="91440" bIns="45720" rtlCol="0" anchor="t">
            <a:spAutoFit/>
          </a:bodyPr>
          <a:lstStyle/>
          <a:p>
            <a:r>
              <a:rPr lang="es-MX" sz="1400" dirty="0"/>
              <a:t>Evaluando los pdv se obtiene un resultado del Mystery de un 93% frente a los KPIS propuestos de gestión. </a:t>
            </a:r>
          </a:p>
          <a:p>
            <a:r>
              <a:rPr lang="es-MX" sz="1400" dirty="0"/>
              <a:t>Se evidencia oportunidad en todos los clústeres evaluados en cada uno de los canales. </a:t>
            </a:r>
            <a:endParaRPr lang="es-CO" sz="1400" dirty="0"/>
          </a:p>
        </p:txBody>
      </p:sp>
      <p:cxnSp>
        <p:nvCxnSpPr>
          <p:cNvPr id="9" name="Conector recto 8">
            <a:extLst>
              <a:ext uri="{FF2B5EF4-FFF2-40B4-BE49-F238E27FC236}">
                <a16:creationId xmlns:a16="http://schemas.microsoft.com/office/drawing/2014/main" id="{889F43F9-A8D1-2800-F11E-55D722EFFAFC}"/>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FC92EF89-8EA7-2F37-9EBE-23952BEC36F9}"/>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1" name="CuadroTexto 30">
            <a:extLst>
              <a:ext uri="{FF2B5EF4-FFF2-40B4-BE49-F238E27FC236}">
                <a16:creationId xmlns:a16="http://schemas.microsoft.com/office/drawing/2014/main" id="{A9D9D877-17BF-C4B1-DBE2-2D740DCE891B}"/>
              </a:ext>
            </a:extLst>
          </p:cNvPr>
          <p:cNvSpPr txBox="1"/>
          <p:nvPr/>
        </p:nvSpPr>
        <p:spPr>
          <a:xfrm>
            <a:off x="1052116" y="4467474"/>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93%</a:t>
            </a:r>
            <a:endParaRPr lang="es-CO" sz="2000" b="1" dirty="0">
              <a:solidFill>
                <a:schemeClr val="bg1"/>
              </a:solidFill>
              <a:latin typeface="Franklin Gothic Demi"/>
            </a:endParaRPr>
          </a:p>
        </p:txBody>
      </p:sp>
      <p:sp>
        <p:nvSpPr>
          <p:cNvPr id="34" name="CuadroTexto 33">
            <a:extLst>
              <a:ext uri="{FF2B5EF4-FFF2-40B4-BE49-F238E27FC236}">
                <a16:creationId xmlns:a16="http://schemas.microsoft.com/office/drawing/2014/main" id="{F7E81395-129E-34AB-56A2-C2BF691746BB}"/>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5" name="Imagen 4">
            <a:extLst>
              <a:ext uri="{FF2B5EF4-FFF2-40B4-BE49-F238E27FC236}">
                <a16:creationId xmlns:a16="http://schemas.microsoft.com/office/drawing/2014/main" id="{083BFBD1-B8C8-AD84-F992-BC2995A91E6F}"/>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6" name="CuadroTexto 5">
            <a:extLst>
              <a:ext uri="{FF2B5EF4-FFF2-40B4-BE49-F238E27FC236}">
                <a16:creationId xmlns:a16="http://schemas.microsoft.com/office/drawing/2014/main" id="{82359F3C-64F6-1870-6367-025E002D76DB}"/>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3 pdv evaluado</a:t>
            </a:r>
          </a:p>
          <a:p>
            <a:r>
              <a:rPr lang="es-MX" sz="1600" b="1" dirty="0">
                <a:solidFill>
                  <a:schemeClr val="bg1"/>
                </a:solidFill>
              </a:rPr>
              <a:t>Barranquilla</a:t>
            </a:r>
            <a:endParaRPr lang="es-CO" sz="1600" b="1" dirty="0">
              <a:solidFill>
                <a:schemeClr val="bg1"/>
              </a:solidFill>
            </a:endParaRPr>
          </a:p>
        </p:txBody>
      </p:sp>
      <p:sp>
        <p:nvSpPr>
          <p:cNvPr id="12" name="CuadroTexto 11">
            <a:extLst>
              <a:ext uri="{FF2B5EF4-FFF2-40B4-BE49-F238E27FC236}">
                <a16:creationId xmlns:a16="http://schemas.microsoft.com/office/drawing/2014/main" id="{A56C0D7C-16C6-2D3B-B087-A36CC226F911}"/>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AUDITORIA - PURINA</a:t>
            </a:r>
          </a:p>
          <a:p>
            <a:r>
              <a:rPr lang="es-MX" sz="1600" dirty="0"/>
              <a:t>Septiembre</a:t>
            </a:r>
            <a:endParaRPr lang="es-CO" sz="1600" dirty="0"/>
          </a:p>
        </p:txBody>
      </p:sp>
      <p:sp>
        <p:nvSpPr>
          <p:cNvPr id="29" name="CuadroTexto 28">
            <a:extLst>
              <a:ext uri="{FF2B5EF4-FFF2-40B4-BE49-F238E27FC236}">
                <a16:creationId xmlns:a16="http://schemas.microsoft.com/office/drawing/2014/main" id="{7CF8D2E1-1556-C801-9A4E-C3B7E8B3951B}"/>
              </a:ext>
            </a:extLst>
          </p:cNvPr>
          <p:cNvSpPr txBox="1"/>
          <p:nvPr/>
        </p:nvSpPr>
        <p:spPr>
          <a:xfrm>
            <a:off x="2946880" y="5356071"/>
            <a:ext cx="8076146" cy="523220"/>
          </a:xfrm>
          <a:prstGeom prst="rect">
            <a:avLst/>
          </a:prstGeom>
          <a:noFill/>
          <a:ln w="3175">
            <a:solidFill>
              <a:schemeClr val="tx1"/>
            </a:solidFill>
          </a:ln>
        </p:spPr>
        <p:txBody>
          <a:bodyPr wrap="square" lIns="91440" tIns="45720" rIns="91440" bIns="45720" rtlCol="0" anchor="t">
            <a:spAutoFit/>
          </a:bodyPr>
          <a:lstStyle/>
          <a:p>
            <a:pPr algn="just"/>
            <a:r>
              <a:rPr lang="es-MX" sz="1400" dirty="0"/>
              <a:t>Las novedades identificadas se presentan sobre todo en los PDV del canal moderno, y se relacionan con la falta de comunicación de las actividades del mes.</a:t>
            </a:r>
            <a:endParaRPr lang="es-MX" sz="1400" dirty="0">
              <a:highlight>
                <a:srgbClr val="FFFF00"/>
              </a:highlight>
              <a:latin typeface="+mj-lt"/>
            </a:endParaRPr>
          </a:p>
        </p:txBody>
      </p:sp>
      <p:graphicFrame>
        <p:nvGraphicFramePr>
          <p:cNvPr id="21" name="Gráfico 20">
            <a:extLst>
              <a:ext uri="{FF2B5EF4-FFF2-40B4-BE49-F238E27FC236}">
                <a16:creationId xmlns:a16="http://schemas.microsoft.com/office/drawing/2014/main" id="{D999FE1A-6116-4188-4598-09A426373573}"/>
              </a:ext>
            </a:extLst>
          </p:cNvPr>
          <p:cNvGraphicFramePr/>
          <p:nvPr>
            <p:extLst>
              <p:ext uri="{D42A27DB-BD31-4B8C-83A1-F6EECF244321}">
                <p14:modId xmlns:p14="http://schemas.microsoft.com/office/powerpoint/2010/main" val="3770770117"/>
              </p:ext>
            </p:extLst>
          </p:nvPr>
        </p:nvGraphicFramePr>
        <p:xfrm>
          <a:off x="440403" y="3965824"/>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7" name="Imagen 6">
            <a:extLst>
              <a:ext uri="{FF2B5EF4-FFF2-40B4-BE49-F238E27FC236}">
                <a16:creationId xmlns:a16="http://schemas.microsoft.com/office/drawing/2014/main" id="{D9E2BDBC-143C-E0BD-CE04-018086BB5562}"/>
              </a:ext>
            </a:extLst>
          </p:cNvPr>
          <p:cNvPicPr>
            <a:picLocks noChangeAspect="1"/>
          </p:cNvPicPr>
          <p:nvPr/>
        </p:nvPicPr>
        <p:blipFill>
          <a:blip r:embed="rId6"/>
          <a:stretch>
            <a:fillRect/>
          </a:stretch>
        </p:blipFill>
        <p:spPr>
          <a:xfrm>
            <a:off x="2946880" y="1486542"/>
            <a:ext cx="8076147" cy="1753676"/>
          </a:xfrm>
          <a:prstGeom prst="rect">
            <a:avLst/>
          </a:prstGeom>
        </p:spPr>
      </p:pic>
      <p:pic>
        <p:nvPicPr>
          <p:cNvPr id="13" name="Imagen 12">
            <a:extLst>
              <a:ext uri="{FF2B5EF4-FFF2-40B4-BE49-F238E27FC236}">
                <a16:creationId xmlns:a16="http://schemas.microsoft.com/office/drawing/2014/main" id="{798674ED-AD50-AC48-5FD9-00991A7E6ED1}"/>
              </a:ext>
            </a:extLst>
          </p:cNvPr>
          <p:cNvPicPr>
            <a:picLocks noChangeAspect="1"/>
          </p:cNvPicPr>
          <p:nvPr/>
        </p:nvPicPr>
        <p:blipFill>
          <a:blip r:embed="rId7"/>
          <a:stretch>
            <a:fillRect/>
          </a:stretch>
        </p:blipFill>
        <p:spPr>
          <a:xfrm>
            <a:off x="2946880" y="3339360"/>
            <a:ext cx="8076146" cy="1753676"/>
          </a:xfrm>
          <a:prstGeom prst="rect">
            <a:avLst/>
          </a:prstGeom>
        </p:spPr>
      </p:pic>
    </p:spTree>
    <p:extLst>
      <p:ext uri="{BB962C8B-B14F-4D97-AF65-F5344CB8AC3E}">
        <p14:creationId xmlns:p14="http://schemas.microsoft.com/office/powerpoint/2010/main" val="32446171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CC513-FD20-5AE7-5E18-842B9C3D630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5270F98-7841-EF25-3F17-83E370D9CD4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882EA71-6F65-7D41-B8F4-D4C4A6EABE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EA5748A5-1668-EB73-F07A-26108C3FA53A}"/>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34C5FF2A-B91C-186B-3D4B-C76ECB4B9870}"/>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AUTOSERVICIO EL CAMPANAZO</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F654B255-D269-ACBD-3343-65EFECE575EF}"/>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1BBFA755-0142-7649-A29A-918855F23B9F}"/>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6888C449-0716-96AD-3B34-F79A73842454}"/>
              </a:ext>
            </a:extLst>
          </p:cNvPr>
          <p:cNvSpPr txBox="1"/>
          <p:nvPr/>
        </p:nvSpPr>
        <p:spPr>
          <a:xfrm>
            <a:off x="3020824" y="4907568"/>
            <a:ext cx="7271359" cy="923330"/>
          </a:xfrm>
          <a:prstGeom prst="rect">
            <a:avLst/>
          </a:prstGeom>
          <a:noFill/>
        </p:spPr>
        <p:txBody>
          <a:bodyPr wrap="square">
            <a:spAutoFit/>
          </a:bodyPr>
          <a:lstStyle/>
          <a:p>
            <a:r>
              <a:rPr lang="es-CO" u="sng" dirty="0">
                <a:hlinkClick r:id="rId3"/>
              </a:rPr>
              <a:t>https://drive.google.com/file/d/1udo8n5ubIlL-g8m2yXfjJ7prxIxL7njV/view?usp=drive_link</a:t>
            </a:r>
            <a:endParaRPr lang="es-CO" u="sng" dirty="0"/>
          </a:p>
          <a:p>
            <a:endParaRPr lang="es-CO" dirty="0"/>
          </a:p>
        </p:txBody>
      </p:sp>
      <p:sp>
        <p:nvSpPr>
          <p:cNvPr id="5" name="CuadroTexto 4">
            <a:extLst>
              <a:ext uri="{FF2B5EF4-FFF2-40B4-BE49-F238E27FC236}">
                <a16:creationId xmlns:a16="http://schemas.microsoft.com/office/drawing/2014/main" id="{2F42A6AA-9A48-3BE0-4388-CAE4AF808B5C}"/>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552091D4-A685-5ACA-91C5-050EEF0B45E0}"/>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00266C6D-698C-D608-CF72-74128B7F32B0}"/>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0D268E11-2063-DF35-5480-A53E0364DC24}"/>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A3AE9627-2BB3-ED2C-2C0E-5D34A80F2C6B}"/>
              </a:ext>
            </a:extLst>
          </p:cNvPr>
          <p:cNvGraphicFramePr/>
          <p:nvPr>
            <p:extLst>
              <p:ext uri="{D42A27DB-BD31-4B8C-83A1-F6EECF244321}">
                <p14:modId xmlns:p14="http://schemas.microsoft.com/office/powerpoint/2010/main" val="915169053"/>
              </p:ext>
            </p:extLst>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17" name="Imagen 16">
            <a:extLst>
              <a:ext uri="{FF2B5EF4-FFF2-40B4-BE49-F238E27FC236}">
                <a16:creationId xmlns:a16="http://schemas.microsoft.com/office/drawing/2014/main" id="{413A0DFD-84FA-3179-AE51-9DF130B6244A}"/>
              </a:ext>
            </a:extLst>
          </p:cNvPr>
          <p:cNvPicPr>
            <a:picLocks noChangeAspect="1"/>
          </p:cNvPicPr>
          <p:nvPr/>
        </p:nvPicPr>
        <p:blipFill>
          <a:blip r:embed="rId6"/>
          <a:stretch>
            <a:fillRect/>
          </a:stretch>
        </p:blipFill>
        <p:spPr>
          <a:xfrm>
            <a:off x="3024187" y="1176434"/>
            <a:ext cx="7271361" cy="1848651"/>
          </a:xfrm>
          <a:prstGeom prst="rect">
            <a:avLst/>
          </a:prstGeom>
        </p:spPr>
      </p:pic>
    </p:spTree>
    <p:extLst>
      <p:ext uri="{BB962C8B-B14F-4D97-AF65-F5344CB8AC3E}">
        <p14:creationId xmlns:p14="http://schemas.microsoft.com/office/powerpoint/2010/main" val="9276725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04CA72-C7DC-7745-1CC6-BDBCF856249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EE8686E-B91A-9E6B-62A7-CD883591BEB8}"/>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25997A0A-64EC-2C6D-0BAF-049280E084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970A9143-A4D1-C278-F938-ABF6B4364DBE}"/>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66A5E136-7154-3260-1737-F7AE658A220B}"/>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MAKRO BARRANQUILLA - BARRANQUILLA</a:t>
            </a:r>
            <a:endParaRPr lang="es-MX" sz="1800" b="1" i="0" u="none" strike="noStrike" dirty="0">
              <a:solidFill>
                <a:srgbClr val="000000"/>
              </a:solidFill>
              <a:effectLst/>
              <a:latin typeface="Aptos Narrow" panose="020B0004020202020204" pitchFamily="34" charset="0"/>
            </a:endParaRPr>
          </a:p>
          <a:p>
            <a:r>
              <a:rPr lang="es-MX" dirty="0">
                <a:latin typeface="Franklin Gothic Demi" panose="020B0703020102020204" pitchFamily="34" charset="0"/>
              </a:rPr>
              <a:t>Canal Moderno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44A7B6B1-B361-B3A7-C3F5-E70E2BA9AF3E}"/>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5" name="CuadroTexto 4">
            <a:extLst>
              <a:ext uri="{FF2B5EF4-FFF2-40B4-BE49-F238E27FC236}">
                <a16:creationId xmlns:a16="http://schemas.microsoft.com/office/drawing/2014/main" id="{82C82FA7-32AD-FC07-FCD6-2BD86DBF9AAE}"/>
              </a:ext>
            </a:extLst>
          </p:cNvPr>
          <p:cNvSpPr txBox="1"/>
          <p:nvPr/>
        </p:nvSpPr>
        <p:spPr>
          <a:xfrm>
            <a:off x="1052116" y="4467474"/>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80%</a:t>
            </a:r>
            <a:endParaRPr lang="es-CO" sz="2000" b="1" dirty="0">
              <a:solidFill>
                <a:schemeClr val="bg1"/>
              </a:solidFill>
              <a:latin typeface="Franklin Gothic Demi"/>
            </a:endParaRPr>
          </a:p>
        </p:txBody>
      </p:sp>
      <p:sp>
        <p:nvSpPr>
          <p:cNvPr id="10" name="CuadroTexto 9">
            <a:extLst>
              <a:ext uri="{FF2B5EF4-FFF2-40B4-BE49-F238E27FC236}">
                <a16:creationId xmlns:a16="http://schemas.microsoft.com/office/drawing/2014/main" id="{200380F2-3C52-A285-21F6-D248482675A1}"/>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512D4FA8-D24C-CF84-134E-92162465C59D}"/>
              </a:ext>
            </a:extLst>
          </p:cNvPr>
          <p:cNvPicPr>
            <a:picLocks noChangeAspect="1"/>
          </p:cNvPicPr>
          <p:nvPr/>
        </p:nvPicPr>
        <p:blipFill>
          <a:blip r:embed="rId3">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E02B89B5-17AB-F994-2BB3-27C71C1F3BD1}"/>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45182172-ABF6-76C8-FC59-61C84F44CB7B}"/>
              </a:ext>
            </a:extLst>
          </p:cNvPr>
          <p:cNvGraphicFramePr/>
          <p:nvPr>
            <p:extLst>
              <p:ext uri="{D42A27DB-BD31-4B8C-83A1-F6EECF244321}">
                <p14:modId xmlns:p14="http://schemas.microsoft.com/office/powerpoint/2010/main" val="851445645"/>
              </p:ext>
            </p:extLst>
          </p:nvPr>
        </p:nvGraphicFramePr>
        <p:xfrm>
          <a:off x="414374" y="3974316"/>
          <a:ext cx="1847779" cy="1403409"/>
        </p:xfrm>
        <a:graphic>
          <a:graphicData uri="http://schemas.openxmlformats.org/drawingml/2006/chart">
            <c:chart xmlns:c="http://schemas.openxmlformats.org/drawingml/2006/chart" xmlns:r="http://schemas.openxmlformats.org/officeDocument/2006/relationships" r:id="rId4"/>
          </a:graphicData>
        </a:graphic>
      </p:graphicFrame>
      <p:sp>
        <p:nvSpPr>
          <p:cNvPr id="17" name="CuadroTexto 16">
            <a:extLst>
              <a:ext uri="{FF2B5EF4-FFF2-40B4-BE49-F238E27FC236}">
                <a16:creationId xmlns:a16="http://schemas.microsoft.com/office/drawing/2014/main" id="{F63994A9-9D61-E1B4-4ECF-4E6E0138BED2}"/>
              </a:ext>
            </a:extLst>
          </p:cNvPr>
          <p:cNvSpPr txBox="1"/>
          <p:nvPr/>
        </p:nvSpPr>
        <p:spPr>
          <a:xfrm>
            <a:off x="3020824" y="3279862"/>
            <a:ext cx="7271360" cy="1077218"/>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b="1" dirty="0"/>
              <a:t>Actividades del mes: </a:t>
            </a:r>
            <a:r>
              <a:rPr lang="es-MX" sz="1600" dirty="0"/>
              <a:t> Se evidencia, y el impulsador confirma que no tiene exhibiciones negociadas en el punto de venta.</a:t>
            </a:r>
          </a:p>
        </p:txBody>
      </p:sp>
      <p:sp>
        <p:nvSpPr>
          <p:cNvPr id="18" name="CuadroTexto 17">
            <a:extLst>
              <a:ext uri="{FF2B5EF4-FFF2-40B4-BE49-F238E27FC236}">
                <a16:creationId xmlns:a16="http://schemas.microsoft.com/office/drawing/2014/main" id="{FB1B2FE3-5A21-7072-5A93-D55ED8223954}"/>
              </a:ext>
            </a:extLst>
          </p:cNvPr>
          <p:cNvSpPr txBox="1"/>
          <p:nvPr/>
        </p:nvSpPr>
        <p:spPr>
          <a:xfrm>
            <a:off x="3020824" y="4676020"/>
            <a:ext cx="7271359" cy="923330"/>
          </a:xfrm>
          <a:prstGeom prst="rect">
            <a:avLst/>
          </a:prstGeom>
          <a:noFill/>
        </p:spPr>
        <p:txBody>
          <a:bodyPr wrap="square">
            <a:spAutoFit/>
          </a:bodyPr>
          <a:lstStyle/>
          <a:p>
            <a:r>
              <a:rPr lang="es-CO" u="sng" dirty="0">
                <a:hlinkClick r:id="rId5"/>
              </a:rPr>
              <a:t>https://drive.google.com/file/d/1JEMTIob6-MDTiFhp11UVyNLJnXuIFVm6/view?usp=drive_link</a:t>
            </a:r>
            <a:endParaRPr lang="es-CO" u="sng" dirty="0"/>
          </a:p>
          <a:p>
            <a:endParaRPr lang="es-CO" dirty="0"/>
          </a:p>
        </p:txBody>
      </p:sp>
      <p:pic>
        <p:nvPicPr>
          <p:cNvPr id="21" name="Imagen 20">
            <a:extLst>
              <a:ext uri="{FF2B5EF4-FFF2-40B4-BE49-F238E27FC236}">
                <a16:creationId xmlns:a16="http://schemas.microsoft.com/office/drawing/2014/main" id="{8DDCF817-6908-9191-8471-267F59C0CE3B}"/>
              </a:ext>
            </a:extLst>
          </p:cNvPr>
          <p:cNvPicPr>
            <a:picLocks noChangeAspect="1"/>
          </p:cNvPicPr>
          <p:nvPr/>
        </p:nvPicPr>
        <p:blipFill>
          <a:blip r:embed="rId6"/>
          <a:stretch>
            <a:fillRect/>
          </a:stretch>
        </p:blipFill>
        <p:spPr>
          <a:xfrm>
            <a:off x="3020824" y="1176434"/>
            <a:ext cx="7271359" cy="1848651"/>
          </a:xfrm>
          <a:prstGeom prst="rect">
            <a:avLst/>
          </a:prstGeom>
        </p:spPr>
      </p:pic>
    </p:spTree>
    <p:extLst>
      <p:ext uri="{BB962C8B-B14F-4D97-AF65-F5344CB8AC3E}">
        <p14:creationId xmlns:p14="http://schemas.microsoft.com/office/powerpoint/2010/main" val="3231623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56E4A-0BB6-3E58-51B7-F292C0D10A0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D255E77-C79A-2EF8-7F71-901B9CAEBDA3}"/>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9D82DF5A-D311-DF88-2E5E-4360A5D082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9" name="Conector recto 8">
            <a:extLst>
              <a:ext uri="{FF2B5EF4-FFF2-40B4-BE49-F238E27FC236}">
                <a16:creationId xmlns:a16="http://schemas.microsoft.com/office/drawing/2014/main" id="{3B2448EB-EBF9-D659-933D-3B849B04F8B9}"/>
              </a:ext>
            </a:extLst>
          </p:cNvPr>
          <p:cNvCxnSpPr>
            <a:cxnSpLocks/>
          </p:cNvCxnSpPr>
          <p:nvPr/>
        </p:nvCxnSpPr>
        <p:spPr>
          <a:xfrm>
            <a:off x="2893849" y="775108"/>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0" name="CuadroTexto 29">
            <a:extLst>
              <a:ext uri="{FF2B5EF4-FFF2-40B4-BE49-F238E27FC236}">
                <a16:creationId xmlns:a16="http://schemas.microsoft.com/office/drawing/2014/main" id="{BCCC925C-A107-9CC2-0BA2-288C63F96D2A}"/>
              </a:ext>
            </a:extLst>
          </p:cNvPr>
          <p:cNvSpPr txBox="1"/>
          <p:nvPr/>
        </p:nvSpPr>
        <p:spPr>
          <a:xfrm>
            <a:off x="3024188" y="110786"/>
            <a:ext cx="6143624"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SUPERMERCADO EL POLEO</a:t>
            </a:r>
          </a:p>
          <a:p>
            <a:r>
              <a:rPr lang="es-MX" dirty="0">
                <a:latin typeface="Franklin Gothic Demi" panose="020B0703020102020204" pitchFamily="34" charset="0"/>
              </a:rPr>
              <a:t>Canal Tradicional - Auditoria</a:t>
            </a:r>
            <a:endParaRPr lang="es-CO" dirty="0">
              <a:latin typeface="Franklin Gothic Demi" panose="020B0703020102020204" pitchFamily="34" charset="0"/>
            </a:endParaRPr>
          </a:p>
        </p:txBody>
      </p:sp>
      <p:sp>
        <p:nvSpPr>
          <p:cNvPr id="7" name="Rectángulo: esquinas redondeadas 6">
            <a:extLst>
              <a:ext uri="{FF2B5EF4-FFF2-40B4-BE49-F238E27FC236}">
                <a16:creationId xmlns:a16="http://schemas.microsoft.com/office/drawing/2014/main" id="{62A05D8F-42E9-6B01-BC26-9592AC87BAF2}"/>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6" name="CuadroTexto 5">
            <a:extLst>
              <a:ext uri="{FF2B5EF4-FFF2-40B4-BE49-F238E27FC236}">
                <a16:creationId xmlns:a16="http://schemas.microsoft.com/office/drawing/2014/main" id="{3430025F-DFB5-1990-FC5D-6361A82D3CB5}"/>
              </a:ext>
            </a:extLst>
          </p:cNvPr>
          <p:cNvSpPr txBox="1"/>
          <p:nvPr/>
        </p:nvSpPr>
        <p:spPr>
          <a:xfrm>
            <a:off x="3020824" y="3279862"/>
            <a:ext cx="7271360" cy="1323439"/>
          </a:xfrm>
          <a:prstGeom prst="rect">
            <a:avLst/>
          </a:prstGeom>
          <a:noFill/>
          <a:ln>
            <a:solidFill>
              <a:schemeClr val="tx1"/>
            </a:solidFill>
          </a:ln>
        </p:spPr>
        <p:txBody>
          <a:bodyPr wrap="square" rtlCol="0">
            <a:spAutoFit/>
          </a:bodyPr>
          <a:lstStyle/>
          <a:p>
            <a:pPr algn="just"/>
            <a:r>
              <a:rPr lang="es-MX" sz="1600" b="1" dirty="0"/>
              <a:t>Detalle de novedades: </a:t>
            </a:r>
          </a:p>
          <a:p>
            <a:pPr algn="just"/>
            <a:endParaRPr lang="es-MX" sz="1600" b="1" dirty="0"/>
          </a:p>
          <a:p>
            <a:pPr marL="285750" indent="-285750" algn="just">
              <a:buFont typeface="Arial" panose="020B0604020202020204" pitchFamily="34" charset="0"/>
              <a:buChar char="•"/>
            </a:pPr>
            <a:r>
              <a:rPr lang="es-MX" sz="1600" dirty="0"/>
              <a:t>Se evidencia excelente presentación personal, tiene muy claros los infaltables, los porcentajes de participación de la marca, todo está muy organizado y limpio, en general muy bien manejado el PDV.</a:t>
            </a:r>
          </a:p>
        </p:txBody>
      </p:sp>
      <p:sp>
        <p:nvSpPr>
          <p:cNvPr id="12" name="CuadroTexto 11">
            <a:extLst>
              <a:ext uri="{FF2B5EF4-FFF2-40B4-BE49-F238E27FC236}">
                <a16:creationId xmlns:a16="http://schemas.microsoft.com/office/drawing/2014/main" id="{89FDEE15-832F-919D-5FED-35FBCA31F2B7}"/>
              </a:ext>
            </a:extLst>
          </p:cNvPr>
          <p:cNvSpPr txBox="1"/>
          <p:nvPr/>
        </p:nvSpPr>
        <p:spPr>
          <a:xfrm>
            <a:off x="3020824" y="4907568"/>
            <a:ext cx="7271359" cy="923330"/>
          </a:xfrm>
          <a:prstGeom prst="rect">
            <a:avLst/>
          </a:prstGeom>
          <a:noFill/>
        </p:spPr>
        <p:txBody>
          <a:bodyPr wrap="square">
            <a:spAutoFit/>
          </a:bodyPr>
          <a:lstStyle/>
          <a:p>
            <a:r>
              <a:rPr lang="es-CO" u="sng" dirty="0">
                <a:hlinkClick r:id="rId3"/>
              </a:rPr>
              <a:t>https://drive.google.com/file/d/1qQRPt-uFRxgQGC4G7r_UHuXekUNH_aw-/view?usp=drive_link</a:t>
            </a:r>
            <a:endParaRPr lang="es-CO" u="sng" dirty="0"/>
          </a:p>
          <a:p>
            <a:endParaRPr lang="es-CO" dirty="0"/>
          </a:p>
        </p:txBody>
      </p:sp>
      <p:sp>
        <p:nvSpPr>
          <p:cNvPr id="5" name="CuadroTexto 4">
            <a:extLst>
              <a:ext uri="{FF2B5EF4-FFF2-40B4-BE49-F238E27FC236}">
                <a16:creationId xmlns:a16="http://schemas.microsoft.com/office/drawing/2014/main" id="{5F4B3431-ADDB-9B07-01A0-603BABF886AF}"/>
              </a:ext>
            </a:extLst>
          </p:cNvPr>
          <p:cNvSpPr txBox="1"/>
          <p:nvPr/>
        </p:nvSpPr>
        <p:spPr>
          <a:xfrm>
            <a:off x="821331" y="4507458"/>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100%</a:t>
            </a:r>
            <a:endParaRPr lang="es-CO" sz="2000" b="1" dirty="0">
              <a:solidFill>
                <a:schemeClr val="bg1"/>
              </a:solidFill>
              <a:latin typeface="Franklin Gothic Demi"/>
            </a:endParaRPr>
          </a:p>
        </p:txBody>
      </p:sp>
      <p:sp>
        <p:nvSpPr>
          <p:cNvPr id="11" name="CuadroTexto 10">
            <a:extLst>
              <a:ext uri="{FF2B5EF4-FFF2-40B4-BE49-F238E27FC236}">
                <a16:creationId xmlns:a16="http://schemas.microsoft.com/office/drawing/2014/main" id="{1E6F089D-892A-E2E4-30AE-5210DBC1B935}"/>
              </a:ext>
            </a:extLst>
          </p:cNvPr>
          <p:cNvSpPr txBox="1"/>
          <p:nvPr/>
        </p:nvSpPr>
        <p:spPr>
          <a:xfrm>
            <a:off x="148165" y="3458396"/>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AUDITORIA</a:t>
            </a:r>
            <a:endParaRPr lang="es-CO" sz="1200" u="sng" dirty="0">
              <a:solidFill>
                <a:schemeClr val="bg1"/>
              </a:solidFill>
              <a:latin typeface="Franklin Gothic Demi" panose="020B0703020102020204" pitchFamily="34" charset="0"/>
            </a:endParaRPr>
          </a:p>
        </p:txBody>
      </p:sp>
      <p:pic>
        <p:nvPicPr>
          <p:cNvPr id="13" name="Imagen 12">
            <a:extLst>
              <a:ext uri="{FF2B5EF4-FFF2-40B4-BE49-F238E27FC236}">
                <a16:creationId xmlns:a16="http://schemas.microsoft.com/office/drawing/2014/main" id="{87F6AB6A-8882-0076-B371-2129C67D939A}"/>
              </a:ext>
            </a:extLst>
          </p:cNvPr>
          <p:cNvPicPr>
            <a:picLocks noChangeAspect="1"/>
          </p:cNvPicPr>
          <p:nvPr/>
        </p:nvPicPr>
        <p:blipFill>
          <a:blip r:embed="rId4">
            <a:biLevel thresh="75000"/>
          </a:blip>
          <a:stretch>
            <a:fillRect/>
          </a:stretch>
        </p:blipFill>
        <p:spPr>
          <a:xfrm>
            <a:off x="315162" y="2319406"/>
            <a:ext cx="463336" cy="463336"/>
          </a:xfrm>
          <a:prstGeom prst="rect">
            <a:avLst/>
          </a:prstGeom>
        </p:spPr>
      </p:pic>
      <p:sp>
        <p:nvSpPr>
          <p:cNvPr id="15" name="CuadroTexto 14">
            <a:extLst>
              <a:ext uri="{FF2B5EF4-FFF2-40B4-BE49-F238E27FC236}">
                <a16:creationId xmlns:a16="http://schemas.microsoft.com/office/drawing/2014/main" id="{53EFB96F-F7F6-7D52-E03A-32F2E7019EA0}"/>
              </a:ext>
            </a:extLst>
          </p:cNvPr>
          <p:cNvSpPr txBox="1"/>
          <p:nvPr/>
        </p:nvSpPr>
        <p:spPr>
          <a:xfrm>
            <a:off x="803315" y="2300278"/>
            <a:ext cx="1613504" cy="584775"/>
          </a:xfrm>
          <a:prstGeom prst="rect">
            <a:avLst/>
          </a:prstGeom>
          <a:noFill/>
        </p:spPr>
        <p:txBody>
          <a:bodyPr wrap="square" rtlCol="0">
            <a:spAutoFit/>
          </a:bodyPr>
          <a:lstStyle/>
          <a:p>
            <a:r>
              <a:rPr lang="es-MX" sz="1600" dirty="0">
                <a:solidFill>
                  <a:schemeClr val="bg1"/>
                </a:solidFill>
              </a:rPr>
              <a:t>1 pdv evaluado</a:t>
            </a:r>
          </a:p>
          <a:p>
            <a:r>
              <a:rPr lang="es-MX" sz="1600" b="1" dirty="0">
                <a:solidFill>
                  <a:schemeClr val="bg1"/>
                </a:solidFill>
              </a:rPr>
              <a:t>Barranquilla</a:t>
            </a:r>
            <a:endParaRPr lang="es-CO" sz="1600" b="1" dirty="0">
              <a:solidFill>
                <a:schemeClr val="bg1"/>
              </a:solidFill>
            </a:endParaRPr>
          </a:p>
        </p:txBody>
      </p:sp>
      <p:graphicFrame>
        <p:nvGraphicFramePr>
          <p:cNvPr id="16" name="Gráfico 15">
            <a:extLst>
              <a:ext uri="{FF2B5EF4-FFF2-40B4-BE49-F238E27FC236}">
                <a16:creationId xmlns:a16="http://schemas.microsoft.com/office/drawing/2014/main" id="{5EB91BBA-EABF-7F97-8D44-9CA20AB5F038}"/>
              </a:ext>
            </a:extLst>
          </p:cNvPr>
          <p:cNvGraphicFramePr/>
          <p:nvPr/>
        </p:nvGraphicFramePr>
        <p:xfrm>
          <a:off x="315162" y="3965824"/>
          <a:ext cx="1847779" cy="1403409"/>
        </p:xfrm>
        <a:graphic>
          <a:graphicData uri="http://schemas.openxmlformats.org/drawingml/2006/chart">
            <c:chart xmlns:c="http://schemas.openxmlformats.org/drawingml/2006/chart" xmlns:r="http://schemas.openxmlformats.org/officeDocument/2006/relationships" r:id="rId5"/>
          </a:graphicData>
        </a:graphic>
      </p:graphicFrame>
      <p:pic>
        <p:nvPicPr>
          <p:cNvPr id="17" name="Imagen 16">
            <a:extLst>
              <a:ext uri="{FF2B5EF4-FFF2-40B4-BE49-F238E27FC236}">
                <a16:creationId xmlns:a16="http://schemas.microsoft.com/office/drawing/2014/main" id="{27B9A7A2-5E10-B5B9-6C05-A22F4B8FA5D0}"/>
              </a:ext>
            </a:extLst>
          </p:cNvPr>
          <p:cNvPicPr>
            <a:picLocks noChangeAspect="1"/>
          </p:cNvPicPr>
          <p:nvPr/>
        </p:nvPicPr>
        <p:blipFill>
          <a:blip r:embed="rId6"/>
          <a:stretch>
            <a:fillRect/>
          </a:stretch>
        </p:blipFill>
        <p:spPr>
          <a:xfrm>
            <a:off x="3024187" y="1176434"/>
            <a:ext cx="7271361" cy="1848651"/>
          </a:xfrm>
          <a:prstGeom prst="rect">
            <a:avLst/>
          </a:prstGeom>
        </p:spPr>
      </p:pic>
    </p:spTree>
    <p:extLst>
      <p:ext uri="{BB962C8B-B14F-4D97-AF65-F5344CB8AC3E}">
        <p14:creationId xmlns:p14="http://schemas.microsoft.com/office/powerpoint/2010/main" val="2889885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BDA81-7E67-20D2-07F1-F66B7E65CBF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535E8222-C1C6-18CA-C525-73654A76D1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BE435962-EC1D-78A9-248D-800CD3E528F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0CC7BA8-462E-3CE8-E3A4-EA533E1CD942}"/>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CEBA 73 </a:t>
            </a:r>
            <a:r>
              <a:rPr lang="es-MX" sz="1800" b="1" i="0" u="none" strike="noStrike" dirty="0">
                <a:solidFill>
                  <a:srgbClr val="000000"/>
                </a:solidFill>
                <a:effectLst/>
                <a:latin typeface="Aptos Narrow" panose="020B0004020202020204" pitchFamily="34" charset="0"/>
              </a:rPr>
              <a:t>- BOGOTA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CBF0B0BC-435B-DBB6-2746-CC63F3DEAFD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918D1376-9561-828A-CF36-824547D07522}"/>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7C36C4AD-C372-41E2-ECDF-7124B0517EF8}"/>
              </a:ext>
            </a:extLst>
          </p:cNvPr>
          <p:cNvSpPr txBox="1"/>
          <p:nvPr/>
        </p:nvSpPr>
        <p:spPr>
          <a:xfrm>
            <a:off x="2877350" y="3167612"/>
            <a:ext cx="7585784" cy="2308324"/>
          </a:xfrm>
          <a:prstGeom prst="rect">
            <a:avLst/>
          </a:prstGeom>
          <a:noFill/>
        </p:spPr>
        <p:txBody>
          <a:bodyPr wrap="square">
            <a:spAutoFit/>
          </a:bodyPr>
          <a:lstStyle/>
          <a:p>
            <a:r>
              <a:rPr lang="es-CO" u="sng" dirty="0">
                <a:hlinkClick r:id="rId2"/>
              </a:rPr>
              <a:t>https://drive.google.com/file/d/1AbC5yb-uC4zMYpUHTl9YVW28CKxBwT95/view?usp=drive_link</a:t>
            </a:r>
            <a:endParaRPr lang="es-CO" u="sng" dirty="0"/>
          </a:p>
          <a:p>
            <a:endParaRPr lang="es-CO" u="sng" dirty="0"/>
          </a:p>
          <a:p>
            <a:r>
              <a:rPr lang="es-CO" u="sng" dirty="0">
                <a:hlinkClick r:id="rId3"/>
              </a:rPr>
              <a:t>https://drive.google.com/file/d/1h6MdGPP-gOht9OVp7rZqV81HDsgUwWLR/view?usp=drive_link</a:t>
            </a:r>
            <a:endParaRPr lang="es-CO" u="sng" dirty="0"/>
          </a:p>
          <a:p>
            <a:endParaRPr lang="es-CO" u="sng" dirty="0"/>
          </a:p>
          <a:p>
            <a:endParaRPr lang="es-CO" u="sng" dirty="0"/>
          </a:p>
          <a:p>
            <a:endParaRPr lang="es-CO" dirty="0"/>
          </a:p>
        </p:txBody>
      </p:sp>
      <p:sp>
        <p:nvSpPr>
          <p:cNvPr id="5" name="CuadroTexto 4">
            <a:extLst>
              <a:ext uri="{FF2B5EF4-FFF2-40B4-BE49-F238E27FC236}">
                <a16:creationId xmlns:a16="http://schemas.microsoft.com/office/drawing/2014/main" id="{F222933C-BA12-E063-5BCF-E0BE2956583D}"/>
              </a:ext>
            </a:extLst>
          </p:cNvPr>
          <p:cNvSpPr txBox="1"/>
          <p:nvPr/>
        </p:nvSpPr>
        <p:spPr>
          <a:xfrm>
            <a:off x="2877350" y="2282599"/>
            <a:ext cx="7585784" cy="584775"/>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DE VENTA, ESTABA EN DIVERPOOL APOYANDO OTRA ACTIVIDAD</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7CB25710-62D1-D60E-F4F8-346AD4010F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4030159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365D-CE0B-D7DF-B555-2CFA2DBDA0C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601A737B-03B2-CE89-2EE0-12725CA68BF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9EF230B1-6B84-382E-7622-C9FFCC4C35C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E57D05FD-9316-F285-DAC8-25D77B8F531B}"/>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AUTOSERVICIO CHAMPION - </a:t>
            </a:r>
            <a:r>
              <a:rPr lang="es-MX" sz="1800" b="1" i="0" u="none" strike="noStrike" dirty="0">
                <a:solidFill>
                  <a:srgbClr val="000000"/>
                </a:solidFill>
                <a:effectLst/>
                <a:latin typeface="Aptos Narrow" panose="020B0004020202020204" pitchFamily="34" charset="0"/>
              </a:rPr>
              <a:t>BOGOTA</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AF3960C8-7556-27D9-7E79-579D2E31B06E}"/>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A5C6F918-6929-E3C9-0F61-1A26430A89E9}"/>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2" name="CuadroTexto 1">
            <a:extLst>
              <a:ext uri="{FF2B5EF4-FFF2-40B4-BE49-F238E27FC236}">
                <a16:creationId xmlns:a16="http://schemas.microsoft.com/office/drawing/2014/main" id="{B813CBB1-8775-1FA4-C7E5-86742DFEF373}"/>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0" name="CuadroTexto 9">
            <a:extLst>
              <a:ext uri="{FF2B5EF4-FFF2-40B4-BE49-F238E27FC236}">
                <a16:creationId xmlns:a16="http://schemas.microsoft.com/office/drawing/2014/main" id="{E0345A4E-C073-88EB-2444-456242F6A8F5}"/>
              </a:ext>
            </a:extLst>
          </p:cNvPr>
          <p:cNvSpPr txBox="1"/>
          <p:nvPr/>
        </p:nvSpPr>
        <p:spPr>
          <a:xfrm>
            <a:off x="2877350" y="3046924"/>
            <a:ext cx="7585784" cy="2031325"/>
          </a:xfrm>
          <a:prstGeom prst="rect">
            <a:avLst/>
          </a:prstGeom>
          <a:noFill/>
        </p:spPr>
        <p:txBody>
          <a:bodyPr wrap="square">
            <a:spAutoFit/>
          </a:bodyPr>
          <a:lstStyle/>
          <a:p>
            <a:r>
              <a:rPr lang="es-CO" u="sng" dirty="0">
                <a:hlinkClick r:id="rId2"/>
              </a:rPr>
              <a:t>https://drive.google.com/file/d/1yvcFb4e0gy0M54vd0sa1TRROeQdr5mjl/view?usp=drive_link</a:t>
            </a:r>
            <a:endParaRPr lang="es-CO" u="sng" dirty="0"/>
          </a:p>
          <a:p>
            <a:endParaRPr lang="es-CO" u="sng" dirty="0"/>
          </a:p>
          <a:p>
            <a:r>
              <a:rPr lang="es-CO" u="sng" dirty="0">
                <a:hlinkClick r:id="rId3"/>
              </a:rPr>
              <a:t>https://drive.google.com/file/d/1XQZDtqssbQNKgdhsub8DroV8coFOJYmd/view?usp=drive_link</a:t>
            </a:r>
            <a:endParaRPr lang="es-CO" u="sng" dirty="0"/>
          </a:p>
          <a:p>
            <a:endParaRPr lang="es-CO" u="sng" dirty="0"/>
          </a:p>
          <a:p>
            <a:endParaRPr lang="es-CO" dirty="0"/>
          </a:p>
        </p:txBody>
      </p:sp>
      <p:sp>
        <p:nvSpPr>
          <p:cNvPr id="11" name="CuadroTexto 10">
            <a:extLst>
              <a:ext uri="{FF2B5EF4-FFF2-40B4-BE49-F238E27FC236}">
                <a16:creationId xmlns:a16="http://schemas.microsoft.com/office/drawing/2014/main" id="{A17D31AC-9A6A-8F19-E40B-F8961AB69F73}"/>
              </a:ext>
            </a:extLst>
          </p:cNvPr>
          <p:cNvSpPr txBox="1"/>
          <p:nvPr/>
        </p:nvSpPr>
        <p:spPr>
          <a:xfrm>
            <a:off x="2877350" y="2161911"/>
            <a:ext cx="7585784" cy="830997"/>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DE VENTA, HUBO UN CAMBIO DE RUTA Y ESTABA EN ZAPATOCA GARCÉS NAVAS</a:t>
            </a:r>
            <a:endParaRPr lang="es-MX" sz="1600" dirty="0">
              <a:highlight>
                <a:srgbClr val="C0C0C0"/>
              </a:highlight>
            </a:endParaRPr>
          </a:p>
        </p:txBody>
      </p:sp>
      <p:pic>
        <p:nvPicPr>
          <p:cNvPr id="5" name="Imagen 4" descr="Icono&#10;&#10;Descripción generada automáticamente">
            <a:extLst>
              <a:ext uri="{FF2B5EF4-FFF2-40B4-BE49-F238E27FC236}">
                <a16:creationId xmlns:a16="http://schemas.microsoft.com/office/drawing/2014/main" id="{66E9BC07-480A-5128-EF50-7502309F6C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880970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990C-5F5B-674D-E734-2D19DE5A451C}"/>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93856FB-3977-B393-ACB0-5EEC4702170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0CF08A25-4EEF-A06F-8416-77F92F479AF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5E01CB2-7ED7-CEE3-6ED6-1BBA43CC1EF5}"/>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AHORRAMAX - CALI</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12" name="Rectángulo: esquinas redondeadas 11">
            <a:extLst>
              <a:ext uri="{FF2B5EF4-FFF2-40B4-BE49-F238E27FC236}">
                <a16:creationId xmlns:a16="http://schemas.microsoft.com/office/drawing/2014/main" id="{0735A0A7-43FF-F5B9-7651-CF6FAA20E963}"/>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2" name="CuadroTexto 1">
            <a:extLst>
              <a:ext uri="{FF2B5EF4-FFF2-40B4-BE49-F238E27FC236}">
                <a16:creationId xmlns:a16="http://schemas.microsoft.com/office/drawing/2014/main" id="{686F0888-5E27-713B-1857-BD0F78FCE666}"/>
              </a:ext>
            </a:extLst>
          </p:cNvPr>
          <p:cNvSpPr txBox="1"/>
          <p:nvPr/>
        </p:nvSpPr>
        <p:spPr>
          <a:xfrm>
            <a:off x="2877350" y="3091182"/>
            <a:ext cx="7585784" cy="1754326"/>
          </a:xfrm>
          <a:prstGeom prst="rect">
            <a:avLst/>
          </a:prstGeom>
          <a:noFill/>
        </p:spPr>
        <p:txBody>
          <a:bodyPr wrap="square">
            <a:spAutoFit/>
          </a:bodyPr>
          <a:lstStyle/>
          <a:p>
            <a:r>
              <a:rPr lang="es-CO" u="sng" dirty="0">
                <a:hlinkClick r:id="rId2"/>
              </a:rPr>
              <a:t>https://drive.google.com/file/d/1GMLmgwOdQZDaepiJd4_Hy1XSdOw4wyOI/view?usp=drive_link</a:t>
            </a:r>
            <a:endParaRPr lang="es-CO" u="sng" dirty="0"/>
          </a:p>
          <a:p>
            <a:endParaRPr lang="es-CO" u="sng" dirty="0"/>
          </a:p>
          <a:p>
            <a:r>
              <a:rPr lang="es-CO" u="sng" dirty="0">
                <a:hlinkClick r:id="rId3"/>
              </a:rPr>
              <a:t>https://drive.google.com/file/d/1_upKGhV44YFQpb0IQ78SqiefUX7AUsS_/view?usp=drive_link</a:t>
            </a:r>
            <a:endParaRPr lang="es-CO" u="sng" dirty="0"/>
          </a:p>
          <a:p>
            <a:endParaRPr lang="es-CO" dirty="0"/>
          </a:p>
        </p:txBody>
      </p:sp>
      <p:sp>
        <p:nvSpPr>
          <p:cNvPr id="10" name="CuadroTexto 9">
            <a:extLst>
              <a:ext uri="{FF2B5EF4-FFF2-40B4-BE49-F238E27FC236}">
                <a16:creationId xmlns:a16="http://schemas.microsoft.com/office/drawing/2014/main" id="{33F78E47-312C-F2CF-99FD-7B996F479A9B}"/>
              </a:ext>
            </a:extLst>
          </p:cNvPr>
          <p:cNvSpPr txBox="1"/>
          <p:nvPr/>
        </p:nvSpPr>
        <p:spPr>
          <a:xfrm>
            <a:off x="2877350" y="2206169"/>
            <a:ext cx="7585784" cy="830997"/>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DE VENTA DEBIDO A QUE ÉL REALIZÓ LA VISITA UNA HORA ANTES DE LO PROGRAMADO EN LA MALLA.</a:t>
            </a:r>
            <a:endParaRPr lang="es-MX" sz="1600" dirty="0">
              <a:highlight>
                <a:srgbClr val="C0C0C0"/>
              </a:highlight>
            </a:endParaRPr>
          </a:p>
        </p:txBody>
      </p:sp>
      <p:pic>
        <p:nvPicPr>
          <p:cNvPr id="5" name="Imagen 4" descr="Icono&#10;&#10;Descripción generada automáticamente">
            <a:extLst>
              <a:ext uri="{FF2B5EF4-FFF2-40B4-BE49-F238E27FC236}">
                <a16:creationId xmlns:a16="http://schemas.microsoft.com/office/drawing/2014/main" id="{5EB6B137-483B-CC1C-6CC6-7C51A6EA20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788796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9405-1027-357B-7536-12D0A547B4F1}"/>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16129F6-7675-5067-53C8-9AB366E6C88E}"/>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8B1057EF-70E1-B65C-C98C-D1BBF45CE21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25495F2-04BD-418B-BB67-897151FB5FFB}"/>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TIENDA QUINTA DE OESTE - CALI</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12" name="Rectángulo: esquinas redondeadas 11">
            <a:extLst>
              <a:ext uri="{FF2B5EF4-FFF2-40B4-BE49-F238E27FC236}">
                <a16:creationId xmlns:a16="http://schemas.microsoft.com/office/drawing/2014/main" id="{232F6420-AFB0-4B4D-E97C-57E783C47178}"/>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2" name="CuadroTexto 1">
            <a:extLst>
              <a:ext uri="{FF2B5EF4-FFF2-40B4-BE49-F238E27FC236}">
                <a16:creationId xmlns:a16="http://schemas.microsoft.com/office/drawing/2014/main" id="{1BA5B50B-1BA7-ED2A-5C5B-7EFD75A57C0B}"/>
              </a:ext>
            </a:extLst>
          </p:cNvPr>
          <p:cNvSpPr txBox="1"/>
          <p:nvPr/>
        </p:nvSpPr>
        <p:spPr>
          <a:xfrm>
            <a:off x="2877350" y="3106172"/>
            <a:ext cx="7585784" cy="2308324"/>
          </a:xfrm>
          <a:prstGeom prst="rect">
            <a:avLst/>
          </a:prstGeom>
          <a:noFill/>
        </p:spPr>
        <p:txBody>
          <a:bodyPr wrap="square">
            <a:spAutoFit/>
          </a:bodyPr>
          <a:lstStyle/>
          <a:p>
            <a:r>
              <a:rPr lang="es-CO" u="sng" dirty="0">
                <a:hlinkClick r:id="rId2"/>
              </a:rPr>
              <a:t>https://drive.google.com/file/d/1LtoqQXAmrHjSgtc1LoZUgvKAwSZK2tMQ/view?usp=drive_link</a:t>
            </a:r>
            <a:endParaRPr lang="es-CO" u="sng" dirty="0"/>
          </a:p>
          <a:p>
            <a:endParaRPr lang="es-CO" u="sng" dirty="0"/>
          </a:p>
          <a:p>
            <a:r>
              <a:rPr lang="es-CO" u="sng" dirty="0">
                <a:hlinkClick r:id="rId3"/>
              </a:rPr>
              <a:t>https://drive.google.com/file/d/1CZsIM0q0uC5SqOcagU4ify5IDpV6S-aT/view?usp=drive_link</a:t>
            </a:r>
            <a:endParaRPr lang="es-CO" u="sng" dirty="0"/>
          </a:p>
          <a:p>
            <a:endParaRPr lang="es-CO" u="sng" dirty="0"/>
          </a:p>
          <a:p>
            <a:endParaRPr lang="es-CO" u="sng" dirty="0"/>
          </a:p>
          <a:p>
            <a:endParaRPr lang="es-CO" dirty="0"/>
          </a:p>
        </p:txBody>
      </p:sp>
      <p:sp>
        <p:nvSpPr>
          <p:cNvPr id="10" name="CuadroTexto 9">
            <a:extLst>
              <a:ext uri="{FF2B5EF4-FFF2-40B4-BE49-F238E27FC236}">
                <a16:creationId xmlns:a16="http://schemas.microsoft.com/office/drawing/2014/main" id="{E2F4CBF2-2CB3-E523-0E38-53732DA21BE8}"/>
              </a:ext>
            </a:extLst>
          </p:cNvPr>
          <p:cNvSpPr txBox="1"/>
          <p:nvPr/>
        </p:nvSpPr>
        <p:spPr>
          <a:xfrm>
            <a:off x="2877350" y="2221159"/>
            <a:ext cx="7585784" cy="830997"/>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DE VENTA DEBIDO A QUE ÉL REALIZÓ LA VISITA UNA HORA ANTES DE LO PROGRAMADO EN LA MALLA.</a:t>
            </a:r>
            <a:endParaRPr lang="es-MX" sz="1600" dirty="0">
              <a:highlight>
                <a:srgbClr val="C0C0C0"/>
              </a:highlight>
            </a:endParaRPr>
          </a:p>
        </p:txBody>
      </p:sp>
      <p:pic>
        <p:nvPicPr>
          <p:cNvPr id="5" name="Imagen 4" descr="Icono&#10;&#10;Descripción generada automáticamente">
            <a:extLst>
              <a:ext uri="{FF2B5EF4-FFF2-40B4-BE49-F238E27FC236}">
                <a16:creationId xmlns:a16="http://schemas.microsoft.com/office/drawing/2014/main" id="{8933B152-B7D8-8D92-050E-28EA8138D07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2389489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3EBB2-430F-780A-1F1F-14DC1AEF2E7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D351147-463E-A07D-FA9F-B5D2F923817E}"/>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CF9880E2-D49E-44A1-F1CA-20B5A955203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B85A88E-1B70-5569-0D9F-564701DCE10F}"/>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GRANERO PAUL - CALI</a:t>
            </a:r>
            <a:br>
              <a:rPr lang="es-MX" dirty="0">
                <a:latin typeface="Franklin Gothic Demi" panose="020B0703020102020204" pitchFamily="34" charset="0"/>
              </a:rPr>
            </a:br>
            <a:r>
              <a:rPr lang="es-MX" dirty="0">
                <a:latin typeface="Franklin Gothic Demi" panose="020B0703020102020204" pitchFamily="34" charset="0"/>
              </a:rPr>
              <a:t>Canal Tradicional</a:t>
            </a:r>
            <a:endParaRPr lang="es-CO" dirty="0">
              <a:latin typeface="Franklin Gothic Demi" panose="020B0703020102020204" pitchFamily="34" charset="0"/>
            </a:endParaRPr>
          </a:p>
        </p:txBody>
      </p:sp>
      <p:sp>
        <p:nvSpPr>
          <p:cNvPr id="12" name="Rectángulo: esquinas redondeadas 11">
            <a:extLst>
              <a:ext uri="{FF2B5EF4-FFF2-40B4-BE49-F238E27FC236}">
                <a16:creationId xmlns:a16="http://schemas.microsoft.com/office/drawing/2014/main" id="{F83D442F-3A7E-59AE-69E9-AACDAA82480C}"/>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2" name="CuadroTexto 1">
            <a:extLst>
              <a:ext uri="{FF2B5EF4-FFF2-40B4-BE49-F238E27FC236}">
                <a16:creationId xmlns:a16="http://schemas.microsoft.com/office/drawing/2014/main" id="{C7A5093A-A0FF-29EF-AF06-0B1FD7E5BBD3}"/>
              </a:ext>
            </a:extLst>
          </p:cNvPr>
          <p:cNvSpPr txBox="1"/>
          <p:nvPr/>
        </p:nvSpPr>
        <p:spPr>
          <a:xfrm>
            <a:off x="2877350" y="3076192"/>
            <a:ext cx="7585784" cy="2031325"/>
          </a:xfrm>
          <a:prstGeom prst="rect">
            <a:avLst/>
          </a:prstGeom>
          <a:noFill/>
        </p:spPr>
        <p:txBody>
          <a:bodyPr wrap="square">
            <a:spAutoFit/>
          </a:bodyPr>
          <a:lstStyle/>
          <a:p>
            <a:r>
              <a:rPr lang="es-CO" u="sng" dirty="0">
                <a:hlinkClick r:id="rId2"/>
              </a:rPr>
              <a:t>https://drive.google.com/file/d/13krWuZOWzb9Uf04fj1lEreCXry1J0JCq/view?usp=drive_link</a:t>
            </a:r>
            <a:endParaRPr lang="es-CO" u="sng" dirty="0"/>
          </a:p>
          <a:p>
            <a:endParaRPr lang="es-CO" u="sng" dirty="0"/>
          </a:p>
          <a:p>
            <a:r>
              <a:rPr lang="es-CO" u="sng" dirty="0">
                <a:hlinkClick r:id="rId3"/>
              </a:rPr>
              <a:t>https://drive.google.com/file/d/19YmOGpfIARj-eMBWy0d5Abqb2w1E8lnI/view?usp=drive_link</a:t>
            </a:r>
            <a:endParaRPr lang="es-CO" u="sng" dirty="0"/>
          </a:p>
          <a:p>
            <a:endParaRPr lang="es-CO" u="sng" dirty="0"/>
          </a:p>
          <a:p>
            <a:endParaRPr lang="es-CO" dirty="0"/>
          </a:p>
        </p:txBody>
      </p:sp>
      <p:sp>
        <p:nvSpPr>
          <p:cNvPr id="10" name="CuadroTexto 9">
            <a:extLst>
              <a:ext uri="{FF2B5EF4-FFF2-40B4-BE49-F238E27FC236}">
                <a16:creationId xmlns:a16="http://schemas.microsoft.com/office/drawing/2014/main" id="{0E409622-73E6-EE6E-7D27-A564F3727776}"/>
              </a:ext>
            </a:extLst>
          </p:cNvPr>
          <p:cNvSpPr txBox="1"/>
          <p:nvPr/>
        </p:nvSpPr>
        <p:spPr>
          <a:xfrm>
            <a:off x="2877350" y="2191179"/>
            <a:ext cx="7585784" cy="830997"/>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DE VENTA. EL IMPULSADOR REALIZA LA VISITA DE 3-4 POR LO CUAL NO ES EFECTIVA.</a:t>
            </a:r>
            <a:endParaRPr lang="es-MX" sz="1600" dirty="0">
              <a:highlight>
                <a:srgbClr val="C0C0C0"/>
              </a:highlight>
            </a:endParaRPr>
          </a:p>
        </p:txBody>
      </p:sp>
      <p:pic>
        <p:nvPicPr>
          <p:cNvPr id="5" name="Imagen 4" descr="Icono&#10;&#10;Descripción generada automáticamente">
            <a:extLst>
              <a:ext uri="{FF2B5EF4-FFF2-40B4-BE49-F238E27FC236}">
                <a16:creationId xmlns:a16="http://schemas.microsoft.com/office/drawing/2014/main" id="{5639995F-E061-7170-6800-2B1ACBB34A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635395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42FA7-F468-F891-89A7-E1565963059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F2B3373-C57B-F9E7-5F8B-E3B772BBA153}"/>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ECFB8C4B-BDE0-EE65-AC51-BD041BA9CA0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1060924D-EDDB-8B28-549A-0D48FECD0FE8}"/>
              </a:ext>
            </a:extLst>
          </p:cNvPr>
          <p:cNvSpPr txBox="1"/>
          <p:nvPr/>
        </p:nvSpPr>
        <p:spPr>
          <a:xfrm>
            <a:off x="2877350" y="114934"/>
            <a:ext cx="5842107"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CAÑAVERAL LUNA COOTRAEMCALI -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12" name="Rectángulo: esquinas redondeadas 11">
            <a:extLst>
              <a:ext uri="{FF2B5EF4-FFF2-40B4-BE49-F238E27FC236}">
                <a16:creationId xmlns:a16="http://schemas.microsoft.com/office/drawing/2014/main" id="{0B173A5B-3639-169F-828F-1FDE9DFDC42A}"/>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2" name="CuadroTexto 1">
            <a:extLst>
              <a:ext uri="{FF2B5EF4-FFF2-40B4-BE49-F238E27FC236}">
                <a16:creationId xmlns:a16="http://schemas.microsoft.com/office/drawing/2014/main" id="{FCABF593-D796-F156-64A1-1F3BD8E537F2}"/>
              </a:ext>
            </a:extLst>
          </p:cNvPr>
          <p:cNvSpPr txBox="1"/>
          <p:nvPr/>
        </p:nvSpPr>
        <p:spPr>
          <a:xfrm>
            <a:off x="2877350" y="3091182"/>
            <a:ext cx="7585784" cy="2031325"/>
          </a:xfrm>
          <a:prstGeom prst="rect">
            <a:avLst/>
          </a:prstGeom>
          <a:noFill/>
        </p:spPr>
        <p:txBody>
          <a:bodyPr wrap="square">
            <a:spAutoFit/>
          </a:bodyPr>
          <a:lstStyle/>
          <a:p>
            <a:r>
              <a:rPr lang="es-CO" u="sng" dirty="0">
                <a:hlinkClick r:id="rId2"/>
              </a:rPr>
              <a:t>https://drive.google.com/file/d/1A_CyYpbzpGf42Hkw-a7t87Wk2_Uz_Qol/view?usp=drive_link</a:t>
            </a:r>
            <a:endParaRPr lang="es-CO" u="sng" dirty="0"/>
          </a:p>
          <a:p>
            <a:endParaRPr lang="es-CO" u="sng" dirty="0"/>
          </a:p>
          <a:p>
            <a:r>
              <a:rPr lang="es-CO" u="sng" dirty="0">
                <a:hlinkClick r:id="rId3"/>
              </a:rPr>
              <a:t>https://drive.google.com/file/d/17JGGv6g9LfbWlycrtc-8wsLTE4o2eSKH/view?usp=drive_link</a:t>
            </a:r>
            <a:endParaRPr lang="es-CO" u="sng" dirty="0"/>
          </a:p>
          <a:p>
            <a:endParaRPr lang="es-CO" u="sng" dirty="0"/>
          </a:p>
          <a:p>
            <a:endParaRPr lang="es-CO" dirty="0"/>
          </a:p>
        </p:txBody>
      </p:sp>
      <p:sp>
        <p:nvSpPr>
          <p:cNvPr id="10" name="CuadroTexto 9">
            <a:extLst>
              <a:ext uri="{FF2B5EF4-FFF2-40B4-BE49-F238E27FC236}">
                <a16:creationId xmlns:a16="http://schemas.microsoft.com/office/drawing/2014/main" id="{F7F5D428-33DB-6CD0-B1EC-090EECEF2B48}"/>
              </a:ext>
            </a:extLst>
          </p:cNvPr>
          <p:cNvSpPr txBox="1"/>
          <p:nvPr/>
        </p:nvSpPr>
        <p:spPr>
          <a:xfrm>
            <a:off x="2877350" y="2206169"/>
            <a:ext cx="7585784" cy="584775"/>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 DE VENTA, ESTABA EN UNA INDUCCIÓN</a:t>
            </a:r>
            <a:endParaRPr lang="es-MX" sz="1600" dirty="0">
              <a:highlight>
                <a:srgbClr val="C0C0C0"/>
              </a:highlight>
            </a:endParaRPr>
          </a:p>
        </p:txBody>
      </p:sp>
      <p:pic>
        <p:nvPicPr>
          <p:cNvPr id="5" name="Imagen 4" descr="Icono&#10;&#10;Descripción generada automáticamente">
            <a:extLst>
              <a:ext uri="{FF2B5EF4-FFF2-40B4-BE49-F238E27FC236}">
                <a16:creationId xmlns:a16="http://schemas.microsoft.com/office/drawing/2014/main" id="{61FA7208-79F2-B4FB-D87D-153F4B0168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49261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DE534D02-B8C7-B74F-CB12-01F23F1DF649}"/>
              </a:ext>
            </a:extLst>
          </p:cNvPr>
          <p:cNvSpPr/>
          <p:nvPr/>
        </p:nvSpPr>
        <p:spPr>
          <a:xfrm>
            <a:off x="0" y="0"/>
            <a:ext cx="3047999"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5" name="Imagen 4" descr="Icono&#10;&#10;Descripción generada automáticamente">
            <a:extLst>
              <a:ext uri="{FF2B5EF4-FFF2-40B4-BE49-F238E27FC236}">
                <a16:creationId xmlns:a16="http://schemas.microsoft.com/office/drawing/2014/main" id="{5A0D168E-1DD6-DBBA-D591-BCE26B9FE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097" y="1512616"/>
            <a:ext cx="2560659" cy="485171"/>
          </a:xfrm>
          <a:prstGeom prst="rect">
            <a:avLst/>
          </a:prstGeom>
        </p:spPr>
      </p:pic>
      <p:pic>
        <p:nvPicPr>
          <p:cNvPr id="15" name="Imagen 14" descr="Un perro sentado en el suelo&#10;&#10;El contenido generado por IA puede ser incorrecto.">
            <a:extLst>
              <a:ext uri="{FF2B5EF4-FFF2-40B4-BE49-F238E27FC236}">
                <a16:creationId xmlns:a16="http://schemas.microsoft.com/office/drawing/2014/main" id="{5A180245-F026-E164-C1D0-FEAD3A5BE1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0"/>
            <a:ext cx="9144000" cy="6858000"/>
          </a:xfrm>
          <a:prstGeom prst="rect">
            <a:avLst/>
          </a:prstGeom>
        </p:spPr>
      </p:pic>
      <p:sp>
        <p:nvSpPr>
          <p:cNvPr id="16" name="CuadroTexto 15">
            <a:extLst>
              <a:ext uri="{FF2B5EF4-FFF2-40B4-BE49-F238E27FC236}">
                <a16:creationId xmlns:a16="http://schemas.microsoft.com/office/drawing/2014/main" id="{CAD1F5A1-A45B-7474-6EF8-7CEEC5771C78}"/>
              </a:ext>
            </a:extLst>
          </p:cNvPr>
          <p:cNvSpPr txBox="1"/>
          <p:nvPr/>
        </p:nvSpPr>
        <p:spPr>
          <a:xfrm>
            <a:off x="88425" y="2828835"/>
            <a:ext cx="2796331" cy="1200329"/>
          </a:xfrm>
          <a:prstGeom prst="rect">
            <a:avLst/>
          </a:prstGeom>
          <a:noFill/>
        </p:spPr>
        <p:txBody>
          <a:bodyPr wrap="square">
            <a:spAutoFit/>
          </a:bodyPr>
          <a:lstStyle/>
          <a:p>
            <a:pPr algn="ctr"/>
            <a:r>
              <a:rPr lang="es-MX" sz="2400" b="1" dirty="0">
                <a:solidFill>
                  <a:schemeClr val="bg1"/>
                </a:solidFill>
                <a:latin typeface="ui-sans-serif"/>
              </a:rPr>
              <a:t>INFORME MENSUAL </a:t>
            </a:r>
          </a:p>
          <a:p>
            <a:pPr algn="ctr"/>
            <a:r>
              <a:rPr lang="es-MX" sz="2400" b="1" dirty="0">
                <a:solidFill>
                  <a:schemeClr val="bg1"/>
                </a:solidFill>
                <a:latin typeface="ui-sans-serif"/>
              </a:rPr>
              <a:t>MISTERY </a:t>
            </a:r>
          </a:p>
          <a:p>
            <a:pPr algn="ctr"/>
            <a:r>
              <a:rPr lang="es-MX" sz="2400" b="1" dirty="0">
                <a:solidFill>
                  <a:schemeClr val="bg1"/>
                </a:solidFill>
                <a:latin typeface="ui-sans-serif"/>
              </a:rPr>
              <a:t>- Septiembre 2025 - </a:t>
            </a:r>
            <a:endParaRPr lang="es-CO" sz="2400" b="1" dirty="0">
              <a:solidFill>
                <a:schemeClr val="bg1"/>
              </a:solidFill>
            </a:endParaRPr>
          </a:p>
        </p:txBody>
      </p:sp>
    </p:spTree>
    <p:extLst>
      <p:ext uri="{BB962C8B-B14F-4D97-AF65-F5344CB8AC3E}">
        <p14:creationId xmlns:p14="http://schemas.microsoft.com/office/powerpoint/2010/main" val="1254772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0E282-9F63-9DF6-BA90-42CB173E761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F155CB5D-BA0C-CAF7-2F0F-4394F9AD584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AF66B9E6-5CEA-0421-DFAD-B5F1900EB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916EE9CB-71E5-9AFE-8E7A-1A74FD75F23B}"/>
              </a:ext>
            </a:extLst>
          </p:cNvPr>
          <p:cNvSpPr txBox="1"/>
          <p:nvPr/>
        </p:nvSpPr>
        <p:spPr>
          <a:xfrm>
            <a:off x="2787898" y="1016734"/>
            <a:ext cx="8495665" cy="492443"/>
          </a:xfrm>
          <a:prstGeom prst="rect">
            <a:avLst/>
          </a:prstGeom>
          <a:noFill/>
        </p:spPr>
        <p:txBody>
          <a:bodyPr wrap="square" rtlCol="0">
            <a:spAutoFit/>
          </a:bodyPr>
          <a:lstStyle/>
          <a:p>
            <a:r>
              <a:rPr lang="es-MX" sz="1300" dirty="0"/>
              <a:t>El mystery shopper de forma critica evaluó KPIS específicos de la gestión a través de una encuesta, en la cual cada pregunta fue clusterizada y punteada de la siguiente manera:</a:t>
            </a:r>
            <a:endParaRPr lang="es-CO" sz="1300" dirty="0"/>
          </a:p>
        </p:txBody>
      </p:sp>
      <p:cxnSp>
        <p:nvCxnSpPr>
          <p:cNvPr id="20" name="Conector recto 19">
            <a:extLst>
              <a:ext uri="{FF2B5EF4-FFF2-40B4-BE49-F238E27FC236}">
                <a16:creationId xmlns:a16="http://schemas.microsoft.com/office/drawing/2014/main" id="{D3A27C6F-099B-23E2-0FBF-C940DFCE388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FBD11828-949C-D2F6-7826-69821A46DC57}"/>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26" name="CuadroTexto 25">
            <a:extLst>
              <a:ext uri="{FF2B5EF4-FFF2-40B4-BE49-F238E27FC236}">
                <a16:creationId xmlns:a16="http://schemas.microsoft.com/office/drawing/2014/main" id="{1D4B4EC2-2B82-9176-5626-2B64202C2BEA}"/>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Septiembre</a:t>
            </a:r>
          </a:p>
        </p:txBody>
      </p:sp>
      <p:sp>
        <p:nvSpPr>
          <p:cNvPr id="15" name="CuadroTexto 14">
            <a:extLst>
              <a:ext uri="{FF2B5EF4-FFF2-40B4-BE49-F238E27FC236}">
                <a16:creationId xmlns:a16="http://schemas.microsoft.com/office/drawing/2014/main" id="{155A1899-F51E-9451-B8A7-0A68A2BA8466}"/>
              </a:ext>
            </a:extLst>
          </p:cNvPr>
          <p:cNvSpPr txBox="1"/>
          <p:nvPr/>
        </p:nvSpPr>
        <p:spPr>
          <a:xfrm>
            <a:off x="2787898" y="3318570"/>
            <a:ext cx="8284293" cy="3539430"/>
          </a:xfrm>
          <a:prstGeom prst="rect">
            <a:avLst/>
          </a:prstGeom>
          <a:noFill/>
        </p:spPr>
        <p:txBody>
          <a:bodyPr wrap="square" rtlCol="0">
            <a:spAutoFit/>
          </a:bodyPr>
          <a:lstStyle/>
          <a:p>
            <a:pPr algn="just"/>
            <a:r>
              <a:rPr lang="es-MX" sz="1200" b="1" dirty="0">
                <a:solidFill>
                  <a:srgbClr val="C00000"/>
                </a:solidFill>
              </a:rPr>
              <a:t>Descripción por  Clúster evaluado</a:t>
            </a:r>
            <a:r>
              <a:rPr lang="es-MX" sz="1200" dirty="0">
                <a:solidFill>
                  <a:srgbClr val="C00000"/>
                </a:solidFill>
              </a:rPr>
              <a:t>:</a:t>
            </a:r>
          </a:p>
          <a:p>
            <a:pPr algn="just"/>
            <a:endParaRPr lang="es-MX" sz="500" dirty="0">
              <a:solidFill>
                <a:srgbClr val="C00000"/>
              </a:solidFill>
            </a:endParaRPr>
          </a:p>
          <a:p>
            <a:pPr algn="just"/>
            <a:r>
              <a:rPr lang="es-MX" sz="1200" b="1" dirty="0"/>
              <a:t>PORTAFOLIO Y MANEJO DE OBJECIONES:</a:t>
            </a:r>
          </a:p>
          <a:p>
            <a:pPr marL="742950" lvl="1" indent="-285750" algn="just">
              <a:buFont typeface="Arial" panose="020B0604020202020204" pitchFamily="34" charset="0"/>
              <a:buChar char="•"/>
            </a:pPr>
            <a:r>
              <a:rPr lang="es-MX" sz="1200" dirty="0"/>
              <a:t>Se debe indagar sobre las necesidades del cliente con respecto a su consumo habitual, ya sean marcas propias o de la competencia.</a:t>
            </a:r>
          </a:p>
          <a:p>
            <a:pPr marL="742950" lvl="1" indent="-285750" algn="just">
              <a:buFont typeface="Arial" panose="020B0604020202020204" pitchFamily="34" charset="0"/>
              <a:buChar char="•"/>
            </a:pPr>
            <a:r>
              <a:rPr lang="es-MX" sz="1200" dirty="0"/>
              <a:t>Capacidad de atención a objeciones del mystery shopper ofreciendo los productos en orden de segmentación.</a:t>
            </a:r>
          </a:p>
          <a:p>
            <a:pPr marL="742950" lvl="1" indent="-285750" algn="just">
              <a:buFont typeface="Arial" panose="020B0604020202020204" pitchFamily="34" charset="0"/>
              <a:buChar char="•"/>
            </a:pPr>
            <a:r>
              <a:rPr lang="es-MX" sz="1200" u="sng" dirty="0"/>
              <a:t>Especializado:</a:t>
            </a:r>
            <a:r>
              <a:rPr lang="es-MX" sz="1200" dirty="0"/>
              <a:t> Comunica la actividad PRO PLAN y frente a objeción ofrecimiento de Marca Excellent.</a:t>
            </a:r>
          </a:p>
          <a:p>
            <a:pPr marL="742950" lvl="1" indent="-285750" algn="just">
              <a:buFont typeface="Arial" panose="020B0604020202020204" pitchFamily="34" charset="0"/>
              <a:buChar char="•"/>
            </a:pPr>
            <a:r>
              <a:rPr lang="es-MX" sz="1200" u="sng" dirty="0"/>
              <a:t>Moderno</a:t>
            </a:r>
            <a:r>
              <a:rPr lang="es-MX" sz="1200" dirty="0"/>
              <a:t>: Ofrecimiento de Dog Chow o Cat Chow como primera opción, ofrecimiento de alimento húmedo de Dog Chow y Félix.</a:t>
            </a:r>
          </a:p>
          <a:p>
            <a:pPr algn="just"/>
            <a:endParaRPr lang="es-MX" sz="500" dirty="0"/>
          </a:p>
          <a:p>
            <a:pPr algn="just"/>
            <a:endParaRPr lang="es-MX" sz="1200" b="1" dirty="0"/>
          </a:p>
          <a:p>
            <a:pPr algn="just"/>
            <a:r>
              <a:rPr lang="es-MX" sz="1200" b="1" dirty="0"/>
              <a:t>ABORDAJE: </a:t>
            </a:r>
            <a:r>
              <a:rPr lang="es-MX" sz="1200" dirty="0"/>
              <a:t>Se debe realizar un abordaje proactivo en pdv (inferior a 1 min) </a:t>
            </a:r>
          </a:p>
          <a:p>
            <a:pPr algn="just"/>
            <a:endParaRPr lang="es-MX" sz="1200" b="1" dirty="0"/>
          </a:p>
          <a:p>
            <a:pPr algn="just"/>
            <a:r>
              <a:rPr lang="es-MX" sz="1200" b="1" dirty="0"/>
              <a:t>HORARIO: </a:t>
            </a:r>
            <a:r>
              <a:rPr lang="es-MX" sz="1200" dirty="0"/>
              <a:t>El asesor debe estar presente en pdv en los turnos compartidos por malla horaria. </a:t>
            </a:r>
          </a:p>
          <a:p>
            <a:pPr algn="just"/>
            <a:endParaRPr lang="es-MX" sz="500" dirty="0"/>
          </a:p>
          <a:p>
            <a:pPr algn="just"/>
            <a:r>
              <a:rPr lang="es-MX" sz="1200" b="1" dirty="0"/>
              <a:t>LABOR DE VENTA:</a:t>
            </a:r>
            <a:r>
              <a:rPr lang="es-MX" sz="1200" dirty="0"/>
              <a:t> El asesor debe realizar un speech que incentive la compra de producto al mystery shopper. </a:t>
            </a:r>
          </a:p>
          <a:p>
            <a:pPr algn="just"/>
            <a:endParaRPr lang="es-MX" sz="500" dirty="0"/>
          </a:p>
          <a:p>
            <a:pPr algn="just"/>
            <a:r>
              <a:rPr lang="es-MX" sz="1200" b="1" dirty="0"/>
              <a:t>UNIFORME: </a:t>
            </a:r>
          </a:p>
          <a:p>
            <a:pPr marL="628650" lvl="1" indent="-171450" algn="just">
              <a:buFont typeface="Arial" panose="020B0604020202020204" pitchFamily="34" charset="0"/>
              <a:buChar char="•"/>
            </a:pPr>
            <a:r>
              <a:rPr lang="es-MX" sz="1200" dirty="0"/>
              <a:t>Cumple con el código de vestimenta, limpios y en buen estado: Pantalón, Camisa, calzado.</a:t>
            </a:r>
          </a:p>
          <a:p>
            <a:pPr marL="628650" lvl="1" indent="-171450" algn="just">
              <a:buFont typeface="Arial" panose="020B0604020202020204" pitchFamily="34" charset="0"/>
              <a:buChar char="•"/>
            </a:pPr>
            <a:r>
              <a:rPr lang="es-MX" sz="1200" dirty="0"/>
              <a:t>Cabello limpio, organizado y recogido.</a:t>
            </a:r>
          </a:p>
          <a:p>
            <a:pPr marL="628650" lvl="1" indent="-171450" algn="just">
              <a:buFont typeface="Arial" panose="020B0604020202020204" pitchFamily="34" charset="0"/>
              <a:buChar char="•"/>
            </a:pPr>
            <a:r>
              <a:rPr lang="es-MX" sz="1200" dirty="0"/>
              <a:t>No exceso de maquillaje, accesorios no propios del uniforme, tatuajes, piercings, uñas desarregladas</a:t>
            </a:r>
          </a:p>
        </p:txBody>
      </p:sp>
      <p:pic>
        <p:nvPicPr>
          <p:cNvPr id="2" name="Imagen 1">
            <a:extLst>
              <a:ext uri="{FF2B5EF4-FFF2-40B4-BE49-F238E27FC236}">
                <a16:creationId xmlns:a16="http://schemas.microsoft.com/office/drawing/2014/main" id="{D8108212-338F-F130-5DF0-136E0231198D}"/>
              </a:ext>
            </a:extLst>
          </p:cNvPr>
          <p:cNvPicPr>
            <a:picLocks noChangeAspect="1"/>
          </p:cNvPicPr>
          <p:nvPr/>
        </p:nvPicPr>
        <p:blipFill>
          <a:blip r:embed="rId3">
            <a:biLevel thresh="75000"/>
          </a:blip>
          <a:stretch>
            <a:fillRect/>
          </a:stretch>
        </p:blipFill>
        <p:spPr>
          <a:xfrm>
            <a:off x="478765" y="2579465"/>
            <a:ext cx="463336" cy="463336"/>
          </a:xfrm>
          <a:prstGeom prst="rect">
            <a:avLst/>
          </a:prstGeom>
        </p:spPr>
      </p:pic>
      <p:sp>
        <p:nvSpPr>
          <p:cNvPr id="3" name="CuadroTexto 2">
            <a:extLst>
              <a:ext uri="{FF2B5EF4-FFF2-40B4-BE49-F238E27FC236}">
                <a16:creationId xmlns:a16="http://schemas.microsoft.com/office/drawing/2014/main" id="{1766130D-C1FE-B8C9-11B3-D53624FC41EB}"/>
              </a:ext>
            </a:extLst>
          </p:cNvPr>
          <p:cNvSpPr txBox="1"/>
          <p:nvPr/>
        </p:nvSpPr>
        <p:spPr>
          <a:xfrm>
            <a:off x="966918" y="2560337"/>
            <a:ext cx="1613504" cy="584775"/>
          </a:xfrm>
          <a:prstGeom prst="rect">
            <a:avLst/>
          </a:prstGeom>
          <a:noFill/>
        </p:spPr>
        <p:txBody>
          <a:bodyPr wrap="square" rtlCol="0">
            <a:spAutoFit/>
          </a:bodyPr>
          <a:lstStyle/>
          <a:p>
            <a:r>
              <a:rPr lang="es-MX" sz="1600" dirty="0">
                <a:solidFill>
                  <a:schemeClr val="bg1"/>
                </a:solidFill>
              </a:rPr>
              <a:t> 4 Mystery</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F9564634-75F9-4081-C030-4E3BC9DFE65C}"/>
              </a:ext>
            </a:extLst>
          </p:cNvPr>
          <p:cNvPicPr>
            <a:picLocks noChangeAspect="1"/>
          </p:cNvPicPr>
          <p:nvPr/>
        </p:nvPicPr>
        <p:blipFill>
          <a:blip r:embed="rId3">
            <a:biLevel thresh="75000"/>
          </a:blip>
          <a:stretch>
            <a:fillRect/>
          </a:stretch>
        </p:blipFill>
        <p:spPr>
          <a:xfrm>
            <a:off x="453948" y="3500777"/>
            <a:ext cx="463336" cy="463336"/>
          </a:xfrm>
          <a:prstGeom prst="rect">
            <a:avLst/>
          </a:prstGeom>
        </p:spPr>
      </p:pic>
      <p:sp>
        <p:nvSpPr>
          <p:cNvPr id="9" name="CuadroTexto 8">
            <a:extLst>
              <a:ext uri="{FF2B5EF4-FFF2-40B4-BE49-F238E27FC236}">
                <a16:creationId xmlns:a16="http://schemas.microsoft.com/office/drawing/2014/main" id="{93BF6B04-47FB-46D1-6390-2C9DA7827E82}"/>
              </a:ext>
            </a:extLst>
          </p:cNvPr>
          <p:cNvSpPr txBox="1"/>
          <p:nvPr/>
        </p:nvSpPr>
        <p:spPr>
          <a:xfrm>
            <a:off x="942101" y="3481649"/>
            <a:ext cx="1613504" cy="584775"/>
          </a:xfrm>
          <a:prstGeom prst="rect">
            <a:avLst/>
          </a:prstGeom>
          <a:noFill/>
        </p:spPr>
        <p:txBody>
          <a:bodyPr wrap="square" rtlCol="0">
            <a:spAutoFit/>
          </a:bodyPr>
          <a:lstStyle/>
          <a:p>
            <a:r>
              <a:rPr lang="es-MX" sz="1600" dirty="0">
                <a:solidFill>
                  <a:schemeClr val="bg1"/>
                </a:solidFill>
              </a:rPr>
              <a:t>8 Mystery</a:t>
            </a:r>
          </a:p>
          <a:p>
            <a:r>
              <a:rPr lang="es-MX" sz="1600" b="1" dirty="0">
                <a:solidFill>
                  <a:schemeClr val="bg1"/>
                </a:solidFill>
              </a:rPr>
              <a:t>Barranquilla</a:t>
            </a:r>
            <a:endParaRPr lang="es-CO" sz="1600" b="1" dirty="0">
              <a:solidFill>
                <a:schemeClr val="bg1"/>
              </a:solidFill>
            </a:endParaRPr>
          </a:p>
        </p:txBody>
      </p:sp>
      <p:pic>
        <p:nvPicPr>
          <p:cNvPr id="11" name="Imagen 10">
            <a:extLst>
              <a:ext uri="{FF2B5EF4-FFF2-40B4-BE49-F238E27FC236}">
                <a16:creationId xmlns:a16="http://schemas.microsoft.com/office/drawing/2014/main" id="{95F441DE-423B-A34D-F752-7A9FDA3E60CB}"/>
              </a:ext>
            </a:extLst>
          </p:cNvPr>
          <p:cNvPicPr>
            <a:picLocks noChangeAspect="1"/>
          </p:cNvPicPr>
          <p:nvPr/>
        </p:nvPicPr>
        <p:blipFill>
          <a:blip r:embed="rId3">
            <a:biLevel thresh="75000"/>
          </a:blip>
          <a:stretch>
            <a:fillRect/>
          </a:stretch>
        </p:blipFill>
        <p:spPr>
          <a:xfrm>
            <a:off x="429131" y="4543528"/>
            <a:ext cx="463336" cy="463336"/>
          </a:xfrm>
          <a:prstGeom prst="rect">
            <a:avLst/>
          </a:prstGeom>
        </p:spPr>
      </p:pic>
      <p:sp>
        <p:nvSpPr>
          <p:cNvPr id="12" name="CuadroTexto 11">
            <a:extLst>
              <a:ext uri="{FF2B5EF4-FFF2-40B4-BE49-F238E27FC236}">
                <a16:creationId xmlns:a16="http://schemas.microsoft.com/office/drawing/2014/main" id="{B212B304-DE28-710D-590C-0138E2CAD040}"/>
              </a:ext>
            </a:extLst>
          </p:cNvPr>
          <p:cNvSpPr txBox="1"/>
          <p:nvPr/>
        </p:nvSpPr>
        <p:spPr>
          <a:xfrm>
            <a:off x="917284" y="4524400"/>
            <a:ext cx="1613504" cy="584775"/>
          </a:xfrm>
          <a:prstGeom prst="rect">
            <a:avLst/>
          </a:prstGeom>
          <a:noFill/>
        </p:spPr>
        <p:txBody>
          <a:bodyPr wrap="square" rtlCol="0">
            <a:spAutoFit/>
          </a:bodyPr>
          <a:lstStyle/>
          <a:p>
            <a:r>
              <a:rPr lang="es-MX" sz="1600" dirty="0">
                <a:solidFill>
                  <a:schemeClr val="bg1"/>
                </a:solidFill>
              </a:rPr>
              <a:t>8 Mystery</a:t>
            </a:r>
          </a:p>
          <a:p>
            <a:r>
              <a:rPr lang="es-MX" sz="1600" b="1" dirty="0">
                <a:solidFill>
                  <a:schemeClr val="bg1"/>
                </a:solidFill>
              </a:rPr>
              <a:t>Bogotá</a:t>
            </a:r>
            <a:endParaRPr lang="es-CO" sz="1600" b="1" dirty="0">
              <a:solidFill>
                <a:schemeClr val="bg1"/>
              </a:solidFill>
            </a:endParaRPr>
          </a:p>
        </p:txBody>
      </p:sp>
      <p:pic>
        <p:nvPicPr>
          <p:cNvPr id="17" name="Imagen 16">
            <a:extLst>
              <a:ext uri="{FF2B5EF4-FFF2-40B4-BE49-F238E27FC236}">
                <a16:creationId xmlns:a16="http://schemas.microsoft.com/office/drawing/2014/main" id="{1CB4B897-BD9D-FD79-10CF-D6D3A0F7011C}"/>
              </a:ext>
            </a:extLst>
          </p:cNvPr>
          <p:cNvPicPr>
            <a:picLocks noChangeAspect="1"/>
          </p:cNvPicPr>
          <p:nvPr/>
        </p:nvPicPr>
        <p:blipFill>
          <a:blip r:embed="rId4"/>
          <a:stretch>
            <a:fillRect/>
          </a:stretch>
        </p:blipFill>
        <p:spPr>
          <a:xfrm>
            <a:off x="4991340" y="1665366"/>
            <a:ext cx="3794721" cy="1490374"/>
          </a:xfrm>
          <a:prstGeom prst="rect">
            <a:avLst/>
          </a:prstGeom>
        </p:spPr>
      </p:pic>
    </p:spTree>
    <p:extLst>
      <p:ext uri="{BB962C8B-B14F-4D97-AF65-F5344CB8AC3E}">
        <p14:creationId xmlns:p14="http://schemas.microsoft.com/office/powerpoint/2010/main" val="14088140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E148BC7B-FA01-522B-AFFE-4B9D33C4532B}"/>
              </a:ext>
            </a:extLst>
          </p:cNvPr>
          <p:cNvSpPr/>
          <p:nvPr/>
        </p:nvSpPr>
        <p:spPr>
          <a:xfrm>
            <a:off x="-41188"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CA0D3349-9D68-E2A3-5D11-A671C433FF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cxnSp>
        <p:nvCxnSpPr>
          <p:cNvPr id="20" name="Conector recto 19">
            <a:extLst>
              <a:ext uri="{FF2B5EF4-FFF2-40B4-BE49-F238E27FC236}">
                <a16:creationId xmlns:a16="http://schemas.microsoft.com/office/drawing/2014/main" id="{5F0D9E00-62B8-F581-08CE-1657F389A06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1" name="Rectángulo: esquinas redondeadas 20">
            <a:extLst>
              <a:ext uri="{FF2B5EF4-FFF2-40B4-BE49-F238E27FC236}">
                <a16:creationId xmlns:a16="http://schemas.microsoft.com/office/drawing/2014/main" id="{C8923BB3-648E-8035-B4BA-B1B176CC9BA6}"/>
              </a:ext>
            </a:extLst>
          </p:cNvPr>
          <p:cNvSpPr/>
          <p:nvPr/>
        </p:nvSpPr>
        <p:spPr>
          <a:xfrm>
            <a:off x="9710531" y="568926"/>
            <a:ext cx="2126974" cy="395160"/>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DATOS DE EJECUCION</a:t>
            </a:r>
            <a:endParaRPr lang="es-CO" sz="1400" b="1"/>
          </a:p>
        </p:txBody>
      </p:sp>
      <p:sp>
        <p:nvSpPr>
          <p:cNvPr id="3" name="CuadroTexto 2">
            <a:extLst>
              <a:ext uri="{FF2B5EF4-FFF2-40B4-BE49-F238E27FC236}">
                <a16:creationId xmlns:a16="http://schemas.microsoft.com/office/drawing/2014/main" id="{5517A915-85AE-5FA2-8B73-8C6D4927CC78}"/>
              </a:ext>
            </a:extLst>
          </p:cNvPr>
          <p:cNvSpPr txBox="1"/>
          <p:nvPr/>
        </p:nvSpPr>
        <p:spPr>
          <a:xfrm>
            <a:off x="2877350" y="1206672"/>
            <a:ext cx="8652072" cy="738664"/>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s-MX" sz="1400" dirty="0"/>
              <a:t>Se logra impactar el panel propuesto de 18  pdv con 13 mysterys efectivo. </a:t>
            </a:r>
          </a:p>
          <a:p>
            <a:pPr marL="285750" indent="-285750">
              <a:buFont typeface="Arial" panose="020B0604020202020204" pitchFamily="34" charset="0"/>
              <a:buChar char="•"/>
            </a:pPr>
            <a:r>
              <a:rPr lang="es-MX" sz="1400" dirty="0"/>
              <a:t>Detalle de la ejecución por ciudad de acuerdo con los objetivos propuestos:</a:t>
            </a:r>
            <a:br>
              <a:rPr lang="es-MX" sz="1400" dirty="0"/>
            </a:br>
            <a:endParaRPr lang="es-MX" sz="1400" dirty="0"/>
          </a:p>
        </p:txBody>
      </p:sp>
      <p:sp>
        <p:nvSpPr>
          <p:cNvPr id="29" name="CuadroTexto 28">
            <a:extLst>
              <a:ext uri="{FF2B5EF4-FFF2-40B4-BE49-F238E27FC236}">
                <a16:creationId xmlns:a16="http://schemas.microsoft.com/office/drawing/2014/main" id="{C54A186A-8BB1-885B-9A38-62E4927CA8C1}"/>
              </a:ext>
            </a:extLst>
          </p:cNvPr>
          <p:cNvSpPr txBox="1"/>
          <p:nvPr/>
        </p:nvSpPr>
        <p:spPr>
          <a:xfrm>
            <a:off x="2990334" y="200555"/>
            <a:ext cx="4288100" cy="615553"/>
          </a:xfrm>
          <a:prstGeom prst="rect">
            <a:avLst/>
          </a:prstGeom>
          <a:noFill/>
        </p:spPr>
        <p:txBody>
          <a:bodyPr wrap="square" lIns="91440" tIns="45720" rIns="91440" bIns="45720" rtlCol="0" anchor="t">
            <a:spAutoFit/>
          </a:bodyPr>
          <a:lstStyle/>
          <a:p>
            <a:r>
              <a:rPr lang="es-MX" b="1" dirty="0"/>
              <a:t>MYSTERY SHOPPER</a:t>
            </a:r>
          </a:p>
          <a:p>
            <a:r>
              <a:rPr lang="es-MX" sz="1600" dirty="0"/>
              <a:t>Septiembre</a:t>
            </a:r>
            <a:endParaRPr lang="es-CO" sz="1600" dirty="0"/>
          </a:p>
        </p:txBody>
      </p:sp>
      <p:sp>
        <p:nvSpPr>
          <p:cNvPr id="44" name="CuadroTexto 43">
            <a:extLst>
              <a:ext uri="{FF2B5EF4-FFF2-40B4-BE49-F238E27FC236}">
                <a16:creationId xmlns:a16="http://schemas.microsoft.com/office/drawing/2014/main" id="{CBFD5C63-9190-FCFB-F015-5ECE2AE5FF00}"/>
              </a:ext>
            </a:extLst>
          </p:cNvPr>
          <p:cNvSpPr txBox="1"/>
          <p:nvPr/>
        </p:nvSpPr>
        <p:spPr>
          <a:xfrm>
            <a:off x="2877350" y="3542849"/>
            <a:ext cx="8495665" cy="307777"/>
          </a:xfrm>
          <a:prstGeom prst="rect">
            <a:avLst/>
          </a:prstGeom>
          <a:noFill/>
        </p:spPr>
        <p:txBody>
          <a:bodyPr wrap="square" rtlCol="0">
            <a:spAutoFit/>
          </a:bodyPr>
          <a:lstStyle/>
          <a:p>
            <a:r>
              <a:rPr lang="es-MX" sz="1400" b="1" dirty="0"/>
              <a:t>Detalle PDV con cobertura, </a:t>
            </a:r>
            <a:r>
              <a:rPr lang="es-MX" sz="1400" b="1" dirty="0">
                <a:solidFill>
                  <a:srgbClr val="FF0000"/>
                </a:solidFill>
              </a:rPr>
              <a:t>SIN MYSTERY EFECTIVO</a:t>
            </a:r>
            <a:r>
              <a:rPr lang="es-MX" sz="1400" b="1" dirty="0"/>
              <a:t>: </a:t>
            </a:r>
          </a:p>
        </p:txBody>
      </p:sp>
      <p:pic>
        <p:nvPicPr>
          <p:cNvPr id="2" name="Imagen 1">
            <a:extLst>
              <a:ext uri="{FF2B5EF4-FFF2-40B4-BE49-F238E27FC236}">
                <a16:creationId xmlns:a16="http://schemas.microsoft.com/office/drawing/2014/main" id="{184EB9BA-90F1-5066-E5BC-B3E06CC6FC53}"/>
              </a:ext>
            </a:extLst>
          </p:cNvPr>
          <p:cNvPicPr>
            <a:picLocks noChangeAspect="1"/>
          </p:cNvPicPr>
          <p:nvPr/>
        </p:nvPicPr>
        <p:blipFill>
          <a:blip r:embed="rId3">
            <a:biLevel thresh="75000"/>
          </a:blip>
          <a:stretch>
            <a:fillRect/>
          </a:stretch>
        </p:blipFill>
        <p:spPr>
          <a:xfrm>
            <a:off x="478765" y="2579465"/>
            <a:ext cx="463336" cy="463336"/>
          </a:xfrm>
          <a:prstGeom prst="rect">
            <a:avLst/>
          </a:prstGeom>
        </p:spPr>
      </p:pic>
      <p:sp>
        <p:nvSpPr>
          <p:cNvPr id="5" name="CuadroTexto 4">
            <a:extLst>
              <a:ext uri="{FF2B5EF4-FFF2-40B4-BE49-F238E27FC236}">
                <a16:creationId xmlns:a16="http://schemas.microsoft.com/office/drawing/2014/main" id="{25A2BDEC-FC4F-3BB7-67B3-E8303F8E62A7}"/>
              </a:ext>
            </a:extLst>
          </p:cNvPr>
          <p:cNvSpPr txBox="1"/>
          <p:nvPr/>
        </p:nvSpPr>
        <p:spPr>
          <a:xfrm>
            <a:off x="966918" y="2560337"/>
            <a:ext cx="1613504" cy="584775"/>
          </a:xfrm>
          <a:prstGeom prst="rect">
            <a:avLst/>
          </a:prstGeom>
          <a:noFill/>
        </p:spPr>
        <p:txBody>
          <a:bodyPr wrap="square" rtlCol="0">
            <a:spAutoFit/>
          </a:bodyPr>
          <a:lstStyle/>
          <a:p>
            <a:r>
              <a:rPr lang="es-MX" sz="1600" dirty="0">
                <a:solidFill>
                  <a:schemeClr val="bg1"/>
                </a:solidFill>
              </a:rPr>
              <a:t> 7 Mystery</a:t>
            </a:r>
          </a:p>
          <a:p>
            <a:r>
              <a:rPr lang="es-MX" sz="1600" b="1" dirty="0">
                <a:solidFill>
                  <a:schemeClr val="bg1"/>
                </a:solidFill>
              </a:rPr>
              <a:t>Cali</a:t>
            </a:r>
            <a:endParaRPr lang="es-CO" sz="1600" b="1" dirty="0">
              <a:solidFill>
                <a:schemeClr val="bg1"/>
              </a:solidFill>
            </a:endParaRPr>
          </a:p>
        </p:txBody>
      </p:sp>
      <p:pic>
        <p:nvPicPr>
          <p:cNvPr id="6" name="Imagen 5">
            <a:extLst>
              <a:ext uri="{FF2B5EF4-FFF2-40B4-BE49-F238E27FC236}">
                <a16:creationId xmlns:a16="http://schemas.microsoft.com/office/drawing/2014/main" id="{B0D322DC-575D-819D-CEF6-2449D72F8AD2}"/>
              </a:ext>
            </a:extLst>
          </p:cNvPr>
          <p:cNvPicPr>
            <a:picLocks noChangeAspect="1"/>
          </p:cNvPicPr>
          <p:nvPr/>
        </p:nvPicPr>
        <p:blipFill>
          <a:blip r:embed="rId3">
            <a:biLevel thresh="75000"/>
          </a:blip>
          <a:stretch>
            <a:fillRect/>
          </a:stretch>
        </p:blipFill>
        <p:spPr>
          <a:xfrm>
            <a:off x="453948" y="3500777"/>
            <a:ext cx="463336" cy="463336"/>
          </a:xfrm>
          <a:prstGeom prst="rect">
            <a:avLst/>
          </a:prstGeom>
        </p:spPr>
      </p:pic>
      <p:sp>
        <p:nvSpPr>
          <p:cNvPr id="10" name="CuadroTexto 9">
            <a:extLst>
              <a:ext uri="{FF2B5EF4-FFF2-40B4-BE49-F238E27FC236}">
                <a16:creationId xmlns:a16="http://schemas.microsoft.com/office/drawing/2014/main" id="{7374F9DB-DD96-5F9C-475F-78396F8744CE}"/>
              </a:ext>
            </a:extLst>
          </p:cNvPr>
          <p:cNvSpPr txBox="1"/>
          <p:nvPr/>
        </p:nvSpPr>
        <p:spPr>
          <a:xfrm>
            <a:off x="942101" y="3481649"/>
            <a:ext cx="1613504" cy="584775"/>
          </a:xfrm>
          <a:prstGeom prst="rect">
            <a:avLst/>
          </a:prstGeom>
          <a:noFill/>
        </p:spPr>
        <p:txBody>
          <a:bodyPr wrap="square" rtlCol="0">
            <a:spAutoFit/>
          </a:bodyPr>
          <a:lstStyle/>
          <a:p>
            <a:r>
              <a:rPr lang="es-MX" sz="1600" dirty="0">
                <a:solidFill>
                  <a:schemeClr val="bg1"/>
                </a:solidFill>
              </a:rPr>
              <a:t>4 Mystery</a:t>
            </a:r>
          </a:p>
          <a:p>
            <a:r>
              <a:rPr lang="es-MX" sz="1600" b="1" dirty="0">
                <a:solidFill>
                  <a:schemeClr val="bg1"/>
                </a:solidFill>
              </a:rPr>
              <a:t>Barranquilla</a:t>
            </a:r>
            <a:endParaRPr lang="es-CO" sz="1600" b="1" dirty="0">
              <a:solidFill>
                <a:schemeClr val="bg1"/>
              </a:solidFill>
            </a:endParaRPr>
          </a:p>
        </p:txBody>
      </p:sp>
      <p:pic>
        <p:nvPicPr>
          <p:cNvPr id="14" name="Imagen 13">
            <a:extLst>
              <a:ext uri="{FF2B5EF4-FFF2-40B4-BE49-F238E27FC236}">
                <a16:creationId xmlns:a16="http://schemas.microsoft.com/office/drawing/2014/main" id="{45FDF563-09AD-9157-6B69-68F760EE58DC}"/>
              </a:ext>
            </a:extLst>
          </p:cNvPr>
          <p:cNvPicPr>
            <a:picLocks noChangeAspect="1"/>
          </p:cNvPicPr>
          <p:nvPr/>
        </p:nvPicPr>
        <p:blipFill>
          <a:blip r:embed="rId3">
            <a:biLevel thresh="75000"/>
          </a:blip>
          <a:stretch>
            <a:fillRect/>
          </a:stretch>
        </p:blipFill>
        <p:spPr>
          <a:xfrm>
            <a:off x="429131" y="4543528"/>
            <a:ext cx="463336" cy="463336"/>
          </a:xfrm>
          <a:prstGeom prst="rect">
            <a:avLst/>
          </a:prstGeom>
        </p:spPr>
      </p:pic>
      <p:sp>
        <p:nvSpPr>
          <p:cNvPr id="18" name="CuadroTexto 17">
            <a:extLst>
              <a:ext uri="{FF2B5EF4-FFF2-40B4-BE49-F238E27FC236}">
                <a16:creationId xmlns:a16="http://schemas.microsoft.com/office/drawing/2014/main" id="{8290A232-2BF9-6D70-D1D7-026243808FBE}"/>
              </a:ext>
            </a:extLst>
          </p:cNvPr>
          <p:cNvSpPr txBox="1"/>
          <p:nvPr/>
        </p:nvSpPr>
        <p:spPr>
          <a:xfrm>
            <a:off x="917284" y="4524400"/>
            <a:ext cx="1613504" cy="584775"/>
          </a:xfrm>
          <a:prstGeom prst="rect">
            <a:avLst/>
          </a:prstGeom>
          <a:noFill/>
        </p:spPr>
        <p:txBody>
          <a:bodyPr wrap="square" rtlCol="0">
            <a:spAutoFit/>
          </a:bodyPr>
          <a:lstStyle/>
          <a:p>
            <a:r>
              <a:rPr lang="es-MX" sz="1600" dirty="0">
                <a:solidFill>
                  <a:schemeClr val="bg1"/>
                </a:solidFill>
              </a:rPr>
              <a:t>7 Mystery</a:t>
            </a:r>
          </a:p>
          <a:p>
            <a:r>
              <a:rPr lang="es-MX" sz="1600" b="1" dirty="0">
                <a:solidFill>
                  <a:schemeClr val="bg1"/>
                </a:solidFill>
              </a:rPr>
              <a:t>Bogotá</a:t>
            </a:r>
            <a:endParaRPr lang="es-CO" sz="1600" b="1" dirty="0">
              <a:solidFill>
                <a:schemeClr val="bg1"/>
              </a:solidFill>
            </a:endParaRPr>
          </a:p>
        </p:txBody>
      </p:sp>
      <p:pic>
        <p:nvPicPr>
          <p:cNvPr id="23" name="Imagen 22">
            <a:extLst>
              <a:ext uri="{FF2B5EF4-FFF2-40B4-BE49-F238E27FC236}">
                <a16:creationId xmlns:a16="http://schemas.microsoft.com/office/drawing/2014/main" id="{F5A288B5-2D1B-E831-8171-619CE50ECBCC}"/>
              </a:ext>
            </a:extLst>
          </p:cNvPr>
          <p:cNvPicPr>
            <a:picLocks noChangeAspect="1"/>
          </p:cNvPicPr>
          <p:nvPr/>
        </p:nvPicPr>
        <p:blipFill>
          <a:blip r:embed="rId4"/>
          <a:stretch>
            <a:fillRect/>
          </a:stretch>
        </p:blipFill>
        <p:spPr>
          <a:xfrm>
            <a:off x="2990334" y="4036783"/>
            <a:ext cx="8702896" cy="2495550"/>
          </a:xfrm>
          <a:prstGeom prst="rect">
            <a:avLst/>
          </a:prstGeom>
        </p:spPr>
      </p:pic>
      <p:pic>
        <p:nvPicPr>
          <p:cNvPr id="7" name="Imagen 6">
            <a:extLst>
              <a:ext uri="{FF2B5EF4-FFF2-40B4-BE49-F238E27FC236}">
                <a16:creationId xmlns:a16="http://schemas.microsoft.com/office/drawing/2014/main" id="{D416CDFA-601C-FB7D-109A-52C860417841}"/>
              </a:ext>
            </a:extLst>
          </p:cNvPr>
          <p:cNvPicPr>
            <a:picLocks noChangeAspect="1"/>
          </p:cNvPicPr>
          <p:nvPr/>
        </p:nvPicPr>
        <p:blipFill>
          <a:blip r:embed="rId5"/>
          <a:stretch>
            <a:fillRect/>
          </a:stretch>
        </p:blipFill>
        <p:spPr>
          <a:xfrm>
            <a:off x="2990334" y="1951351"/>
            <a:ext cx="8702896" cy="1405341"/>
          </a:xfrm>
          <a:prstGeom prst="rect">
            <a:avLst/>
          </a:prstGeom>
        </p:spPr>
      </p:pic>
    </p:spTree>
    <p:extLst>
      <p:ext uri="{BB962C8B-B14F-4D97-AF65-F5344CB8AC3E}">
        <p14:creationId xmlns:p14="http://schemas.microsoft.com/office/powerpoint/2010/main" val="342973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4B7A4-7FEE-C255-C88E-6291B7C18060}"/>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DDB5FB5-DBA7-32AF-7850-44C9AB95377D}"/>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7BFBC2EA-2855-C20B-54D3-EB6BED5DC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 y="326341"/>
            <a:ext cx="2560659" cy="485171"/>
          </a:xfrm>
          <a:prstGeom prst="rect">
            <a:avLst/>
          </a:prstGeom>
        </p:spPr>
      </p:pic>
      <p:sp>
        <p:nvSpPr>
          <p:cNvPr id="19" name="CuadroTexto 18">
            <a:extLst>
              <a:ext uri="{FF2B5EF4-FFF2-40B4-BE49-F238E27FC236}">
                <a16:creationId xmlns:a16="http://schemas.microsoft.com/office/drawing/2014/main" id="{AAF4DEE6-769C-B912-0714-4AF45BCDF5A3}"/>
              </a:ext>
            </a:extLst>
          </p:cNvPr>
          <p:cNvSpPr txBox="1"/>
          <p:nvPr/>
        </p:nvSpPr>
        <p:spPr>
          <a:xfrm>
            <a:off x="3507698" y="843199"/>
            <a:ext cx="7966992" cy="738664"/>
          </a:xfrm>
          <a:prstGeom prst="rect">
            <a:avLst/>
          </a:prstGeom>
          <a:noFill/>
        </p:spPr>
        <p:txBody>
          <a:bodyPr wrap="square" lIns="91440" tIns="45720" rIns="91440" bIns="45720" rtlCol="0" anchor="t">
            <a:spAutoFit/>
          </a:bodyPr>
          <a:lstStyle/>
          <a:p>
            <a:r>
              <a:rPr lang="es-MX" sz="1400" dirty="0"/>
              <a:t>Evaluando los pdv se obtiene un resultado del Mystery de un 87% frente a los KPIS propuestos de gestión. </a:t>
            </a:r>
          </a:p>
          <a:p>
            <a:r>
              <a:rPr lang="es-MX" sz="1400" dirty="0"/>
              <a:t>Se evidencia oportunidad en todos los clústeres evaluados en cada uno de los canales. </a:t>
            </a:r>
            <a:endParaRPr lang="es-CO" sz="1400" dirty="0"/>
          </a:p>
        </p:txBody>
      </p:sp>
      <p:cxnSp>
        <p:nvCxnSpPr>
          <p:cNvPr id="9" name="Conector recto 8">
            <a:extLst>
              <a:ext uri="{FF2B5EF4-FFF2-40B4-BE49-F238E27FC236}">
                <a16:creationId xmlns:a16="http://schemas.microsoft.com/office/drawing/2014/main" id="{BD04800E-534E-910F-993C-E2246B4B7515}"/>
              </a:ext>
            </a:extLst>
          </p:cNvPr>
          <p:cNvCxnSpPr>
            <a:cxnSpLocks/>
          </p:cNvCxnSpPr>
          <p:nvPr/>
        </p:nvCxnSpPr>
        <p:spPr>
          <a:xfrm>
            <a:off x="2877350" y="66927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0" name="Rectángulo: esquinas redondeadas 9">
            <a:extLst>
              <a:ext uri="{FF2B5EF4-FFF2-40B4-BE49-F238E27FC236}">
                <a16:creationId xmlns:a16="http://schemas.microsoft.com/office/drawing/2014/main" id="{281AFCE6-2261-7527-935F-42662EFC9A0D}"/>
              </a:ext>
            </a:extLst>
          </p:cNvPr>
          <p:cNvSpPr/>
          <p:nvPr/>
        </p:nvSpPr>
        <p:spPr>
          <a:xfrm>
            <a:off x="9531626" y="486320"/>
            <a:ext cx="2335696"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RESULTADOS OBTENIDOS</a:t>
            </a:r>
            <a:endParaRPr lang="es-CO" sz="1400" b="1" dirty="0"/>
          </a:p>
        </p:txBody>
      </p:sp>
      <p:sp>
        <p:nvSpPr>
          <p:cNvPr id="31" name="CuadroTexto 30">
            <a:extLst>
              <a:ext uri="{FF2B5EF4-FFF2-40B4-BE49-F238E27FC236}">
                <a16:creationId xmlns:a16="http://schemas.microsoft.com/office/drawing/2014/main" id="{29C5ECE4-EA9C-AB55-6217-E09024B4BBC3}"/>
              </a:ext>
            </a:extLst>
          </p:cNvPr>
          <p:cNvSpPr txBox="1"/>
          <p:nvPr/>
        </p:nvSpPr>
        <p:spPr>
          <a:xfrm>
            <a:off x="1052116" y="5466585"/>
            <a:ext cx="1085921" cy="400110"/>
          </a:xfrm>
          <a:prstGeom prst="rect">
            <a:avLst/>
          </a:prstGeom>
          <a:noFill/>
        </p:spPr>
        <p:txBody>
          <a:bodyPr wrap="square" lIns="91440" tIns="45720" rIns="91440" bIns="45720" rtlCol="0" anchor="t">
            <a:spAutoFit/>
          </a:bodyPr>
          <a:lstStyle/>
          <a:p>
            <a:r>
              <a:rPr lang="es-MX" sz="2000" b="1" dirty="0">
                <a:solidFill>
                  <a:schemeClr val="bg1"/>
                </a:solidFill>
                <a:latin typeface="Franklin Gothic Demi"/>
              </a:rPr>
              <a:t>87%</a:t>
            </a:r>
            <a:endParaRPr lang="es-CO" sz="2000" b="1" dirty="0">
              <a:solidFill>
                <a:schemeClr val="bg1"/>
              </a:solidFill>
              <a:latin typeface="Franklin Gothic Demi"/>
            </a:endParaRPr>
          </a:p>
        </p:txBody>
      </p:sp>
      <p:sp>
        <p:nvSpPr>
          <p:cNvPr id="34" name="CuadroTexto 33">
            <a:extLst>
              <a:ext uri="{FF2B5EF4-FFF2-40B4-BE49-F238E27FC236}">
                <a16:creationId xmlns:a16="http://schemas.microsoft.com/office/drawing/2014/main" id="{E05B9B16-CC31-890A-EB18-C198391ACA87}"/>
              </a:ext>
            </a:extLst>
          </p:cNvPr>
          <p:cNvSpPr txBox="1"/>
          <p:nvPr/>
        </p:nvSpPr>
        <p:spPr>
          <a:xfrm>
            <a:off x="148165" y="4457507"/>
            <a:ext cx="2432257" cy="307777"/>
          </a:xfrm>
          <a:prstGeom prst="rect">
            <a:avLst/>
          </a:prstGeom>
          <a:solidFill>
            <a:schemeClr val="tx1"/>
          </a:solidFill>
        </p:spPr>
        <p:txBody>
          <a:bodyPr wrap="square" rtlCol="0">
            <a:spAutoFit/>
          </a:bodyPr>
          <a:lstStyle/>
          <a:p>
            <a:pPr algn="ctr"/>
            <a:r>
              <a:rPr lang="es-MX" sz="1400" u="sng" dirty="0">
                <a:solidFill>
                  <a:schemeClr val="bg1"/>
                </a:solidFill>
                <a:latin typeface="Franklin Gothic Demi" panose="020B0703020102020204" pitchFamily="34" charset="0"/>
              </a:rPr>
              <a:t>RESULTADOS MYSTERY</a:t>
            </a:r>
            <a:endParaRPr lang="es-CO" sz="1200" u="sng" dirty="0">
              <a:solidFill>
                <a:schemeClr val="bg1"/>
              </a:solidFill>
              <a:latin typeface="Franklin Gothic Demi" panose="020B0703020102020204" pitchFamily="34" charset="0"/>
            </a:endParaRPr>
          </a:p>
        </p:txBody>
      </p:sp>
      <p:sp>
        <p:nvSpPr>
          <p:cNvPr id="12" name="CuadroTexto 11">
            <a:extLst>
              <a:ext uri="{FF2B5EF4-FFF2-40B4-BE49-F238E27FC236}">
                <a16:creationId xmlns:a16="http://schemas.microsoft.com/office/drawing/2014/main" id="{CA99E943-61C2-001F-2E86-6BB504A8BCA5}"/>
              </a:ext>
            </a:extLst>
          </p:cNvPr>
          <p:cNvSpPr txBox="1"/>
          <p:nvPr/>
        </p:nvSpPr>
        <p:spPr>
          <a:xfrm>
            <a:off x="2946880" y="66181"/>
            <a:ext cx="4288100" cy="615553"/>
          </a:xfrm>
          <a:prstGeom prst="rect">
            <a:avLst/>
          </a:prstGeom>
          <a:noFill/>
        </p:spPr>
        <p:txBody>
          <a:bodyPr wrap="square" lIns="91440" tIns="45720" rIns="91440" bIns="45720" rtlCol="0" anchor="t">
            <a:spAutoFit/>
          </a:bodyPr>
          <a:lstStyle/>
          <a:p>
            <a:r>
              <a:rPr lang="es-MX" b="1" dirty="0"/>
              <a:t>MYSTERY PURINA</a:t>
            </a:r>
          </a:p>
          <a:p>
            <a:r>
              <a:rPr lang="es-MX" sz="1600" dirty="0"/>
              <a:t>Septiembre</a:t>
            </a:r>
            <a:endParaRPr lang="es-CO" sz="1600" dirty="0"/>
          </a:p>
        </p:txBody>
      </p:sp>
      <p:sp>
        <p:nvSpPr>
          <p:cNvPr id="29" name="CuadroTexto 28">
            <a:extLst>
              <a:ext uri="{FF2B5EF4-FFF2-40B4-BE49-F238E27FC236}">
                <a16:creationId xmlns:a16="http://schemas.microsoft.com/office/drawing/2014/main" id="{FD6FA386-4DA2-F905-4FF4-15EB8127A018}"/>
              </a:ext>
            </a:extLst>
          </p:cNvPr>
          <p:cNvSpPr txBox="1"/>
          <p:nvPr/>
        </p:nvSpPr>
        <p:spPr>
          <a:xfrm>
            <a:off x="3612204" y="5162453"/>
            <a:ext cx="6674190" cy="1169551"/>
          </a:xfrm>
          <a:prstGeom prst="rect">
            <a:avLst/>
          </a:prstGeom>
          <a:noFill/>
          <a:ln w="3175">
            <a:solidFill>
              <a:schemeClr val="tx1"/>
            </a:solidFill>
          </a:ln>
        </p:spPr>
        <p:txBody>
          <a:bodyPr wrap="square" lIns="91440" tIns="45720" rIns="91440" bIns="45720" rtlCol="0" anchor="t">
            <a:spAutoFit/>
          </a:bodyPr>
          <a:lstStyle/>
          <a:p>
            <a:pPr algn="just"/>
            <a:r>
              <a:rPr lang="es-MX" sz="1400" dirty="0"/>
              <a:t>Las novedades identificadas se presentan sobre todo en los PDV de las ciudades de Bogotá y Cali, y se relacionan con el abordaje de los clientes en el PDV, se debe ahondar en habilidades comerciales para mejorar la labor de venta, capacitar al personal de tal forma que pueda manejar perfectamente el portafolio y responder asertivamente a las objeciones generadas por el shopper.</a:t>
            </a:r>
            <a:endParaRPr lang="es-MX" sz="1400" dirty="0">
              <a:highlight>
                <a:srgbClr val="FFFF00"/>
              </a:highlight>
              <a:latin typeface="+mj-lt"/>
            </a:endParaRPr>
          </a:p>
        </p:txBody>
      </p:sp>
      <p:graphicFrame>
        <p:nvGraphicFramePr>
          <p:cNvPr id="21" name="Gráfico 20">
            <a:extLst>
              <a:ext uri="{FF2B5EF4-FFF2-40B4-BE49-F238E27FC236}">
                <a16:creationId xmlns:a16="http://schemas.microsoft.com/office/drawing/2014/main" id="{9953217C-18DA-CBB4-48A3-E9B18F19458C}"/>
              </a:ext>
            </a:extLst>
          </p:cNvPr>
          <p:cNvGraphicFramePr/>
          <p:nvPr>
            <p:extLst>
              <p:ext uri="{D42A27DB-BD31-4B8C-83A1-F6EECF244321}">
                <p14:modId xmlns:p14="http://schemas.microsoft.com/office/powerpoint/2010/main" val="3921154503"/>
              </p:ext>
            </p:extLst>
          </p:nvPr>
        </p:nvGraphicFramePr>
        <p:xfrm>
          <a:off x="440403" y="4953220"/>
          <a:ext cx="1847779" cy="1403409"/>
        </p:xfrm>
        <a:graphic>
          <a:graphicData uri="http://schemas.openxmlformats.org/drawingml/2006/chart">
            <c:chart xmlns:c="http://schemas.openxmlformats.org/drawingml/2006/chart" xmlns:r="http://schemas.openxmlformats.org/officeDocument/2006/relationships" r:id="rId4"/>
          </a:graphicData>
        </a:graphic>
      </p:graphicFrame>
      <p:pic>
        <p:nvPicPr>
          <p:cNvPr id="2" name="Imagen 1">
            <a:extLst>
              <a:ext uri="{FF2B5EF4-FFF2-40B4-BE49-F238E27FC236}">
                <a16:creationId xmlns:a16="http://schemas.microsoft.com/office/drawing/2014/main" id="{71F8047B-FD0A-725E-B960-675865150D31}"/>
              </a:ext>
            </a:extLst>
          </p:cNvPr>
          <p:cNvPicPr>
            <a:picLocks noChangeAspect="1"/>
          </p:cNvPicPr>
          <p:nvPr/>
        </p:nvPicPr>
        <p:blipFill>
          <a:blip r:embed="rId5">
            <a:biLevel thresh="75000"/>
          </a:blip>
          <a:stretch>
            <a:fillRect/>
          </a:stretch>
        </p:blipFill>
        <p:spPr>
          <a:xfrm>
            <a:off x="418792" y="1449329"/>
            <a:ext cx="463336" cy="463336"/>
          </a:xfrm>
          <a:prstGeom prst="rect">
            <a:avLst/>
          </a:prstGeom>
        </p:spPr>
      </p:pic>
      <p:sp>
        <p:nvSpPr>
          <p:cNvPr id="3" name="CuadroTexto 2">
            <a:extLst>
              <a:ext uri="{FF2B5EF4-FFF2-40B4-BE49-F238E27FC236}">
                <a16:creationId xmlns:a16="http://schemas.microsoft.com/office/drawing/2014/main" id="{06BABA66-8FC4-5423-BC26-3D93AF81BDE7}"/>
              </a:ext>
            </a:extLst>
          </p:cNvPr>
          <p:cNvSpPr txBox="1"/>
          <p:nvPr/>
        </p:nvSpPr>
        <p:spPr>
          <a:xfrm>
            <a:off x="906945" y="1430201"/>
            <a:ext cx="1613504" cy="584775"/>
          </a:xfrm>
          <a:prstGeom prst="rect">
            <a:avLst/>
          </a:prstGeom>
          <a:noFill/>
        </p:spPr>
        <p:txBody>
          <a:bodyPr wrap="square" rtlCol="0">
            <a:spAutoFit/>
          </a:bodyPr>
          <a:lstStyle/>
          <a:p>
            <a:r>
              <a:rPr lang="es-MX" sz="1600" dirty="0">
                <a:solidFill>
                  <a:schemeClr val="bg1"/>
                </a:solidFill>
              </a:rPr>
              <a:t> 7 Mystery</a:t>
            </a:r>
          </a:p>
          <a:p>
            <a:r>
              <a:rPr lang="es-MX" sz="1600" b="1" dirty="0">
                <a:solidFill>
                  <a:schemeClr val="bg1"/>
                </a:solidFill>
              </a:rPr>
              <a:t>Cali</a:t>
            </a:r>
            <a:endParaRPr lang="es-CO" sz="1600" b="1" dirty="0">
              <a:solidFill>
                <a:schemeClr val="bg1"/>
              </a:solidFill>
            </a:endParaRPr>
          </a:p>
        </p:txBody>
      </p:sp>
      <p:pic>
        <p:nvPicPr>
          <p:cNvPr id="5" name="Imagen 4">
            <a:extLst>
              <a:ext uri="{FF2B5EF4-FFF2-40B4-BE49-F238E27FC236}">
                <a16:creationId xmlns:a16="http://schemas.microsoft.com/office/drawing/2014/main" id="{9C026AFE-3DAD-A2BB-03E5-C3BA94909C10}"/>
              </a:ext>
            </a:extLst>
          </p:cNvPr>
          <p:cNvPicPr>
            <a:picLocks noChangeAspect="1"/>
          </p:cNvPicPr>
          <p:nvPr/>
        </p:nvPicPr>
        <p:blipFill>
          <a:blip r:embed="rId5">
            <a:biLevel thresh="75000"/>
          </a:blip>
          <a:stretch>
            <a:fillRect/>
          </a:stretch>
        </p:blipFill>
        <p:spPr>
          <a:xfrm>
            <a:off x="393975" y="2370641"/>
            <a:ext cx="463336" cy="463336"/>
          </a:xfrm>
          <a:prstGeom prst="rect">
            <a:avLst/>
          </a:prstGeom>
        </p:spPr>
      </p:pic>
      <p:sp>
        <p:nvSpPr>
          <p:cNvPr id="6" name="CuadroTexto 5">
            <a:extLst>
              <a:ext uri="{FF2B5EF4-FFF2-40B4-BE49-F238E27FC236}">
                <a16:creationId xmlns:a16="http://schemas.microsoft.com/office/drawing/2014/main" id="{C57FE07E-E4A1-39E1-BF4D-5CA4ECBC7F31}"/>
              </a:ext>
            </a:extLst>
          </p:cNvPr>
          <p:cNvSpPr txBox="1"/>
          <p:nvPr/>
        </p:nvSpPr>
        <p:spPr>
          <a:xfrm>
            <a:off x="882128" y="2351513"/>
            <a:ext cx="1613504" cy="584775"/>
          </a:xfrm>
          <a:prstGeom prst="rect">
            <a:avLst/>
          </a:prstGeom>
          <a:noFill/>
        </p:spPr>
        <p:txBody>
          <a:bodyPr wrap="square" rtlCol="0">
            <a:spAutoFit/>
          </a:bodyPr>
          <a:lstStyle/>
          <a:p>
            <a:r>
              <a:rPr lang="es-MX" sz="1600" dirty="0">
                <a:solidFill>
                  <a:schemeClr val="bg1"/>
                </a:solidFill>
              </a:rPr>
              <a:t>4 </a:t>
            </a:r>
            <a:r>
              <a:rPr lang="es-MX" sz="1600" dirty="0" err="1">
                <a:solidFill>
                  <a:schemeClr val="bg1"/>
                </a:solidFill>
              </a:rPr>
              <a:t>Mystery</a:t>
            </a:r>
            <a:endParaRPr lang="es-MX" sz="1600" dirty="0">
              <a:solidFill>
                <a:schemeClr val="bg1"/>
              </a:solidFill>
            </a:endParaRPr>
          </a:p>
          <a:p>
            <a:r>
              <a:rPr lang="es-MX" sz="1600" b="1" dirty="0">
                <a:solidFill>
                  <a:schemeClr val="bg1"/>
                </a:solidFill>
              </a:rPr>
              <a:t>Barranquilla</a:t>
            </a:r>
            <a:endParaRPr lang="es-CO" sz="1600" b="1" dirty="0">
              <a:solidFill>
                <a:schemeClr val="bg1"/>
              </a:solidFill>
            </a:endParaRPr>
          </a:p>
        </p:txBody>
      </p:sp>
      <p:pic>
        <p:nvPicPr>
          <p:cNvPr id="14" name="Imagen 13">
            <a:extLst>
              <a:ext uri="{FF2B5EF4-FFF2-40B4-BE49-F238E27FC236}">
                <a16:creationId xmlns:a16="http://schemas.microsoft.com/office/drawing/2014/main" id="{B6C6107A-1712-3750-886E-A82AE9ED7E8A}"/>
              </a:ext>
            </a:extLst>
          </p:cNvPr>
          <p:cNvPicPr>
            <a:picLocks noChangeAspect="1"/>
          </p:cNvPicPr>
          <p:nvPr/>
        </p:nvPicPr>
        <p:blipFill>
          <a:blip r:embed="rId5">
            <a:biLevel thresh="75000"/>
          </a:blip>
          <a:stretch>
            <a:fillRect/>
          </a:stretch>
        </p:blipFill>
        <p:spPr>
          <a:xfrm>
            <a:off x="369158" y="3413392"/>
            <a:ext cx="463336" cy="463336"/>
          </a:xfrm>
          <a:prstGeom prst="rect">
            <a:avLst/>
          </a:prstGeom>
        </p:spPr>
      </p:pic>
      <p:sp>
        <p:nvSpPr>
          <p:cNvPr id="15" name="CuadroTexto 14">
            <a:extLst>
              <a:ext uri="{FF2B5EF4-FFF2-40B4-BE49-F238E27FC236}">
                <a16:creationId xmlns:a16="http://schemas.microsoft.com/office/drawing/2014/main" id="{7B222006-D34D-0D04-A1A3-647651C61B91}"/>
              </a:ext>
            </a:extLst>
          </p:cNvPr>
          <p:cNvSpPr txBox="1"/>
          <p:nvPr/>
        </p:nvSpPr>
        <p:spPr>
          <a:xfrm>
            <a:off x="857311" y="3394264"/>
            <a:ext cx="1613504" cy="584775"/>
          </a:xfrm>
          <a:prstGeom prst="rect">
            <a:avLst/>
          </a:prstGeom>
          <a:noFill/>
        </p:spPr>
        <p:txBody>
          <a:bodyPr wrap="square" rtlCol="0">
            <a:spAutoFit/>
          </a:bodyPr>
          <a:lstStyle/>
          <a:p>
            <a:r>
              <a:rPr lang="es-MX" sz="1600" dirty="0">
                <a:solidFill>
                  <a:schemeClr val="bg1"/>
                </a:solidFill>
              </a:rPr>
              <a:t>7 Mystery</a:t>
            </a:r>
          </a:p>
          <a:p>
            <a:r>
              <a:rPr lang="es-MX" sz="1600" b="1" dirty="0">
                <a:solidFill>
                  <a:schemeClr val="bg1"/>
                </a:solidFill>
              </a:rPr>
              <a:t>Bogotá</a:t>
            </a:r>
            <a:endParaRPr lang="es-CO" sz="1600" b="1" dirty="0">
              <a:solidFill>
                <a:schemeClr val="bg1"/>
              </a:solidFill>
            </a:endParaRPr>
          </a:p>
        </p:txBody>
      </p:sp>
      <p:pic>
        <p:nvPicPr>
          <p:cNvPr id="13" name="Imagen 12">
            <a:extLst>
              <a:ext uri="{FF2B5EF4-FFF2-40B4-BE49-F238E27FC236}">
                <a16:creationId xmlns:a16="http://schemas.microsoft.com/office/drawing/2014/main" id="{BB004C0B-2574-64C5-F2FC-303492E038B5}"/>
              </a:ext>
            </a:extLst>
          </p:cNvPr>
          <p:cNvPicPr>
            <a:picLocks noChangeAspect="1"/>
          </p:cNvPicPr>
          <p:nvPr/>
        </p:nvPicPr>
        <p:blipFill>
          <a:blip r:embed="rId6"/>
          <a:stretch>
            <a:fillRect/>
          </a:stretch>
        </p:blipFill>
        <p:spPr>
          <a:xfrm>
            <a:off x="3612204" y="1581863"/>
            <a:ext cx="6674189" cy="1619250"/>
          </a:xfrm>
          <a:prstGeom prst="rect">
            <a:avLst/>
          </a:prstGeom>
        </p:spPr>
      </p:pic>
      <p:pic>
        <p:nvPicPr>
          <p:cNvPr id="16" name="Imagen 15">
            <a:extLst>
              <a:ext uri="{FF2B5EF4-FFF2-40B4-BE49-F238E27FC236}">
                <a16:creationId xmlns:a16="http://schemas.microsoft.com/office/drawing/2014/main" id="{09E85B62-1E85-7F24-6D06-110068A262F0}"/>
              </a:ext>
            </a:extLst>
          </p:cNvPr>
          <p:cNvPicPr>
            <a:picLocks noChangeAspect="1"/>
          </p:cNvPicPr>
          <p:nvPr/>
        </p:nvPicPr>
        <p:blipFill>
          <a:blip r:embed="rId7"/>
          <a:stretch>
            <a:fillRect/>
          </a:stretch>
        </p:blipFill>
        <p:spPr>
          <a:xfrm>
            <a:off x="3612204" y="3372158"/>
            <a:ext cx="6674189" cy="1619250"/>
          </a:xfrm>
          <a:prstGeom prst="rect">
            <a:avLst/>
          </a:prstGeom>
        </p:spPr>
      </p:pic>
    </p:spTree>
    <p:extLst>
      <p:ext uri="{BB962C8B-B14F-4D97-AF65-F5344CB8AC3E}">
        <p14:creationId xmlns:p14="http://schemas.microsoft.com/office/powerpoint/2010/main" val="3135349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2952-CEA5-951C-9199-D0F42B5DBDB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3AA2379-C49A-40FA-9945-2F2C1B3462A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671CEC5A-D5B5-03CF-4980-01896B06B9E1}"/>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644BDCA9-2876-7713-D4AD-8FFE2E0B8B0B}"/>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JUMBO BUENAVISTA - </a:t>
            </a:r>
            <a:r>
              <a:rPr lang="es-MX" sz="1800" b="1" i="0" u="none" strike="noStrike" dirty="0">
                <a:solidFill>
                  <a:srgbClr val="000000"/>
                </a:solidFill>
                <a:effectLst/>
                <a:latin typeface="Aptos Narrow" panose="020B0004020202020204" pitchFamily="34" charset="0"/>
              </a:rPr>
              <a:t>BARRANQUILLA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4D63C17C-2BB4-F6F7-8DE1-1793234DF851}"/>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DD770501-E6E1-9A62-19AC-5020EA09D1EF}"/>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https://drive.google.com/file/d/16GnjUbTcRxdzlwklpp5hgh7jtu342nwf/view?usp=drive_link</a:t>
            </a:r>
            <a:endParaRPr lang="es-CO" sz="1600" dirty="0">
              <a:solidFill>
                <a:srgbClr val="000000"/>
              </a:solidFill>
              <a:latin typeface="Aptos Narrow" panose="020B0004020202020204" pitchFamily="34" charset="0"/>
            </a:endParaRPr>
          </a:p>
        </p:txBody>
      </p:sp>
      <p:sp>
        <p:nvSpPr>
          <p:cNvPr id="2" name="CuadroTexto 1">
            <a:extLst>
              <a:ext uri="{FF2B5EF4-FFF2-40B4-BE49-F238E27FC236}">
                <a16:creationId xmlns:a16="http://schemas.microsoft.com/office/drawing/2014/main" id="{FEA26E1E-4ACA-672A-001E-BC93500F1F11}"/>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a:extLst>
              <a:ext uri="{FF2B5EF4-FFF2-40B4-BE49-F238E27FC236}">
                <a16:creationId xmlns:a16="http://schemas.microsoft.com/office/drawing/2014/main" id="{423F57F9-CBAA-2CCA-2798-26B3D07E77F6}"/>
              </a:ext>
            </a:extLst>
          </p:cNvPr>
          <p:cNvPicPr>
            <a:picLocks noChangeAspect="1"/>
          </p:cNvPicPr>
          <p:nvPr/>
        </p:nvPicPr>
        <p:blipFill>
          <a:blip r:embed="rId3"/>
          <a:stretch>
            <a:fillRect/>
          </a:stretch>
        </p:blipFill>
        <p:spPr>
          <a:xfrm>
            <a:off x="3020836" y="1194259"/>
            <a:ext cx="6527898" cy="2003908"/>
          </a:xfrm>
          <a:prstGeom prst="rect">
            <a:avLst/>
          </a:prstGeom>
        </p:spPr>
      </p:pic>
      <p:pic>
        <p:nvPicPr>
          <p:cNvPr id="5" name="Imagen 4" descr="Icono&#10;&#10;Descripción generada automáticamente">
            <a:extLst>
              <a:ext uri="{FF2B5EF4-FFF2-40B4-BE49-F238E27FC236}">
                <a16:creationId xmlns:a16="http://schemas.microsoft.com/office/drawing/2014/main" id="{76284FF0-B1E7-6358-0B01-15E6552A84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2549534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40438-B48A-2068-E54D-91B1EDF3B66F}"/>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6CA6D66-F9E4-488A-F33B-89704E9D24E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2FCCE087-7E4C-B085-6DE4-363BE3AA271A}"/>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CC63C1B-15C6-38F0-DFCC-D05E89BDF3B7}"/>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OLIMPICA STO 082 BQUILLA - </a:t>
            </a:r>
            <a:r>
              <a:rPr lang="es-MX" sz="1800" b="1" i="0" u="none" strike="noStrike" dirty="0">
                <a:solidFill>
                  <a:srgbClr val="000000"/>
                </a:solidFill>
                <a:effectLst/>
                <a:latin typeface="Aptos Narrow" panose="020B0004020202020204" pitchFamily="34" charset="0"/>
              </a:rPr>
              <a:t>BARRANQUILLA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923EDEED-8653-C9FD-FDD0-A03AA6EF10BC}"/>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1565E58F-2F0B-F305-4892-FC848228E513}"/>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https://drive.google.com/file/d/1cSofHRGvVEpudLLp4_jyYE9tkFwZ9OtG/view?usp=drive_link</a:t>
            </a:r>
            <a:endParaRPr lang="es-CO" sz="1600" dirty="0">
              <a:solidFill>
                <a:srgbClr val="000000"/>
              </a:solidFill>
              <a:latin typeface="Aptos Narrow" panose="020B0004020202020204" pitchFamily="34" charset="0"/>
            </a:endParaRPr>
          </a:p>
        </p:txBody>
      </p:sp>
      <p:sp>
        <p:nvSpPr>
          <p:cNvPr id="2" name="CuadroTexto 1">
            <a:extLst>
              <a:ext uri="{FF2B5EF4-FFF2-40B4-BE49-F238E27FC236}">
                <a16:creationId xmlns:a16="http://schemas.microsoft.com/office/drawing/2014/main" id="{2B51FC17-FAFA-CCAF-8F68-255ED13F0C92}"/>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a:extLst>
              <a:ext uri="{FF2B5EF4-FFF2-40B4-BE49-F238E27FC236}">
                <a16:creationId xmlns:a16="http://schemas.microsoft.com/office/drawing/2014/main" id="{0EF1C98E-8A03-DF6D-85E3-EF2E4A33EE9C}"/>
              </a:ext>
            </a:extLst>
          </p:cNvPr>
          <p:cNvPicPr>
            <a:picLocks noChangeAspect="1"/>
          </p:cNvPicPr>
          <p:nvPr/>
        </p:nvPicPr>
        <p:blipFill>
          <a:blip r:embed="rId3"/>
          <a:stretch>
            <a:fillRect/>
          </a:stretch>
        </p:blipFill>
        <p:spPr>
          <a:xfrm>
            <a:off x="3020836" y="1194259"/>
            <a:ext cx="6527898" cy="2003908"/>
          </a:xfrm>
          <a:prstGeom prst="rect">
            <a:avLst/>
          </a:prstGeom>
        </p:spPr>
      </p:pic>
      <p:pic>
        <p:nvPicPr>
          <p:cNvPr id="5" name="Imagen 4" descr="Icono&#10;&#10;Descripción generada automáticamente">
            <a:extLst>
              <a:ext uri="{FF2B5EF4-FFF2-40B4-BE49-F238E27FC236}">
                <a16:creationId xmlns:a16="http://schemas.microsoft.com/office/drawing/2014/main" id="{753213D4-329B-A371-2681-78C92E0F44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402810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0A1F5-BA2C-87A9-7067-4ED8202B6BC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A6747EF-4906-2603-C69D-58503E3D4DC3}"/>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C11B0196-6D1C-AA72-D075-109CDA1FE937}"/>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165D408B-AC6B-609B-FEBE-219986426F61}"/>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MI CORRAL NORTE CRA 46 </a:t>
            </a:r>
            <a:r>
              <a:rPr lang="es-MX" sz="1800" b="1" i="0" u="none" strike="noStrike" dirty="0">
                <a:solidFill>
                  <a:srgbClr val="000000"/>
                </a:solidFill>
                <a:effectLst/>
                <a:latin typeface="Aptos Narrow" panose="020B0004020202020204" pitchFamily="34" charset="0"/>
              </a:rPr>
              <a:t>-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60B62995-98C2-4E5B-EDA7-254986BCFA49}"/>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55847042-714F-D1DE-CC32-9C3808E554B2}"/>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https://drive.google.com/file/d/1zMBcPp-aUt2z1F26qRlr21etSUjbBfEQ/view?usp=drive_link</a:t>
            </a:r>
            <a:endParaRPr lang="es-CO" sz="1600" dirty="0">
              <a:solidFill>
                <a:srgbClr val="000000"/>
              </a:solidFill>
              <a:latin typeface="Aptos Narrow" panose="020B0004020202020204" pitchFamily="34" charset="0"/>
            </a:endParaRPr>
          </a:p>
        </p:txBody>
      </p:sp>
      <p:sp>
        <p:nvSpPr>
          <p:cNvPr id="11" name="CuadroTexto 10">
            <a:extLst>
              <a:ext uri="{FF2B5EF4-FFF2-40B4-BE49-F238E27FC236}">
                <a16:creationId xmlns:a16="http://schemas.microsoft.com/office/drawing/2014/main" id="{AC2060C1-0036-4183-E5A6-C2AE23FBDF77}"/>
              </a:ext>
            </a:extLst>
          </p:cNvPr>
          <p:cNvSpPr txBox="1"/>
          <p:nvPr/>
        </p:nvSpPr>
        <p:spPr>
          <a:xfrm>
            <a:off x="3020834" y="4094081"/>
            <a:ext cx="6527898" cy="1323439"/>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b="1" dirty="0"/>
              <a:t>Portafolio y manejo de objeciones: </a:t>
            </a:r>
            <a:r>
              <a:rPr lang="es-MX" sz="1600" dirty="0"/>
              <a:t>Al presentar la objeción de precio, la impulsadora no enfatiza en vender packs u ofrecer promociones al Shopper.</a:t>
            </a:r>
          </a:p>
        </p:txBody>
      </p:sp>
      <p:pic>
        <p:nvPicPr>
          <p:cNvPr id="2" name="Imagen 1" descr="Icono&#10;&#10;Descripción generada automáticamente">
            <a:extLst>
              <a:ext uri="{FF2B5EF4-FFF2-40B4-BE49-F238E27FC236}">
                <a16:creationId xmlns:a16="http://schemas.microsoft.com/office/drawing/2014/main" id="{3200094B-5187-6C17-9521-89BFC25A5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5" name="Imagen 4">
            <a:extLst>
              <a:ext uri="{FF2B5EF4-FFF2-40B4-BE49-F238E27FC236}">
                <a16:creationId xmlns:a16="http://schemas.microsoft.com/office/drawing/2014/main" id="{40EC660D-0CDB-C0C1-D977-DC09FF934934}"/>
              </a:ext>
            </a:extLst>
          </p:cNvPr>
          <p:cNvPicPr>
            <a:picLocks noChangeAspect="1"/>
          </p:cNvPicPr>
          <p:nvPr/>
        </p:nvPicPr>
        <p:blipFill>
          <a:blip r:embed="rId4"/>
          <a:stretch>
            <a:fillRect/>
          </a:stretch>
        </p:blipFill>
        <p:spPr>
          <a:xfrm>
            <a:off x="3020834" y="1213303"/>
            <a:ext cx="6527898" cy="2003908"/>
          </a:xfrm>
          <a:prstGeom prst="rect">
            <a:avLst/>
          </a:prstGeom>
        </p:spPr>
      </p:pic>
    </p:spTree>
    <p:extLst>
      <p:ext uri="{BB962C8B-B14F-4D97-AF65-F5344CB8AC3E}">
        <p14:creationId xmlns:p14="http://schemas.microsoft.com/office/powerpoint/2010/main" val="4132532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C2ECE-B13F-970C-FBC8-3B79451981D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005C490F-6124-9A31-37E1-1F82D5DAAA86}"/>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174BCBB5-D4EE-3CF3-7BF0-1DF6D1A212A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0E2745FE-A0F9-27E0-71F2-773BAF3F720B}"/>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AGROPUNTO SAN JOSÉ </a:t>
            </a:r>
            <a:r>
              <a:rPr lang="es-MX" sz="1800" b="1" i="0" u="none" strike="noStrike" dirty="0">
                <a:solidFill>
                  <a:srgbClr val="000000"/>
                </a:solidFill>
                <a:effectLst/>
                <a:latin typeface="Aptos Narrow" panose="020B0004020202020204" pitchFamily="34" charset="0"/>
              </a:rPr>
              <a:t>- BARRANQUILLA</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A5A37219-4E80-AFD6-6C54-80902834497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A49F2CA2-9CE3-D419-32BB-88B456FF0B65}"/>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https://drive.google.com/file/d/1fUayd91SNX5Kzxozot9BxTzByWFwH8oC/view?usp=drive_link</a:t>
            </a:r>
            <a:endParaRPr lang="es-CO" sz="1600" dirty="0">
              <a:solidFill>
                <a:srgbClr val="000000"/>
              </a:solidFill>
              <a:latin typeface="Aptos Narrow" panose="020B0004020202020204" pitchFamily="34" charset="0"/>
            </a:endParaRPr>
          </a:p>
        </p:txBody>
      </p:sp>
      <p:pic>
        <p:nvPicPr>
          <p:cNvPr id="2" name="Imagen 1">
            <a:extLst>
              <a:ext uri="{FF2B5EF4-FFF2-40B4-BE49-F238E27FC236}">
                <a16:creationId xmlns:a16="http://schemas.microsoft.com/office/drawing/2014/main" id="{043B9BAF-14E4-38CC-2432-75EE1537A0DB}"/>
              </a:ext>
            </a:extLst>
          </p:cNvPr>
          <p:cNvPicPr>
            <a:picLocks noChangeAspect="1"/>
          </p:cNvPicPr>
          <p:nvPr/>
        </p:nvPicPr>
        <p:blipFill>
          <a:blip r:embed="rId3"/>
          <a:stretch>
            <a:fillRect/>
          </a:stretch>
        </p:blipFill>
        <p:spPr>
          <a:xfrm>
            <a:off x="3020834" y="1203780"/>
            <a:ext cx="6527897" cy="2003908"/>
          </a:xfrm>
          <a:prstGeom prst="rect">
            <a:avLst/>
          </a:prstGeom>
        </p:spPr>
      </p:pic>
      <p:sp>
        <p:nvSpPr>
          <p:cNvPr id="5" name="CuadroTexto 4">
            <a:extLst>
              <a:ext uri="{FF2B5EF4-FFF2-40B4-BE49-F238E27FC236}">
                <a16:creationId xmlns:a16="http://schemas.microsoft.com/office/drawing/2014/main" id="{20A34FFA-D8B6-B012-9C6B-FFF26F57682C}"/>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descr="Icono&#10;&#10;Descripción generada automáticamente">
            <a:extLst>
              <a:ext uri="{FF2B5EF4-FFF2-40B4-BE49-F238E27FC236}">
                <a16:creationId xmlns:a16="http://schemas.microsoft.com/office/drawing/2014/main" id="{63C17357-0230-100E-48E4-3703AFE108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4191660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A4C35-C954-7B3F-AA06-0155DA51AB3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254DE3BE-8B1B-7FAA-7E67-20C55867808F}"/>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448C3156-4C16-3A6C-63F6-A4665BC4AC0F}"/>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A66DC645-DE56-2EF0-CD3A-D7263C64FCE0}"/>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SUPERMERCADO MERCAMIO - </a:t>
            </a:r>
            <a:r>
              <a:rPr lang="es-MX" sz="1800" b="1" i="0" u="none" strike="noStrike" dirty="0">
                <a:solidFill>
                  <a:srgbClr val="000000"/>
                </a:solidFill>
                <a:effectLst/>
                <a:latin typeface="Aptos Narrow" panose="020B0004020202020204" pitchFamily="34" charset="0"/>
              </a:rPr>
              <a:t>BOGOTÁ</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6036D550-9183-D50F-90FB-60CD7E76F1D9}"/>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B4742446-4754-38C3-5F11-1AB17C37D33F}"/>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https://drive.google.com/file/d/1hMYN1iqGc5oewNJs218Y1AxrOkGoSyXe/view?usp=drive_link</a:t>
            </a:r>
            <a:endParaRPr lang="es-CO" sz="1600" dirty="0">
              <a:solidFill>
                <a:srgbClr val="000000"/>
              </a:solidFill>
              <a:latin typeface="Aptos Narrow" panose="020B0004020202020204" pitchFamily="34" charset="0"/>
            </a:endParaRPr>
          </a:p>
        </p:txBody>
      </p:sp>
      <p:sp>
        <p:nvSpPr>
          <p:cNvPr id="2" name="CuadroTexto 1">
            <a:extLst>
              <a:ext uri="{FF2B5EF4-FFF2-40B4-BE49-F238E27FC236}">
                <a16:creationId xmlns:a16="http://schemas.microsoft.com/office/drawing/2014/main" id="{64758085-AC22-3707-5227-9B6A02545A13}"/>
              </a:ext>
            </a:extLst>
          </p:cNvPr>
          <p:cNvSpPr txBox="1"/>
          <p:nvPr/>
        </p:nvSpPr>
        <p:spPr>
          <a:xfrm>
            <a:off x="3020834" y="4094081"/>
            <a:ext cx="6527898" cy="1815882"/>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p>
          <a:p>
            <a:pPr marL="285750" indent="-285750" algn="just">
              <a:buFont typeface="Wingdings" panose="05000000000000000000" pitchFamily="2" charset="2"/>
              <a:buChar char="Ø"/>
            </a:pPr>
            <a:r>
              <a:rPr lang="es-MX" sz="1600" dirty="0">
                <a:latin typeface="+mj-lt"/>
              </a:rPr>
              <a:t>Castigar un poco el uniforme por el tema del uso de la gorra.</a:t>
            </a:r>
          </a:p>
        </p:txBody>
      </p:sp>
      <p:pic>
        <p:nvPicPr>
          <p:cNvPr id="6" name="Imagen 5">
            <a:extLst>
              <a:ext uri="{FF2B5EF4-FFF2-40B4-BE49-F238E27FC236}">
                <a16:creationId xmlns:a16="http://schemas.microsoft.com/office/drawing/2014/main" id="{D7894450-D89D-05C1-3239-EC3D5E5C9782}"/>
              </a:ext>
            </a:extLst>
          </p:cNvPr>
          <p:cNvPicPr>
            <a:picLocks noChangeAspect="1"/>
          </p:cNvPicPr>
          <p:nvPr/>
        </p:nvPicPr>
        <p:blipFill>
          <a:blip r:embed="rId3"/>
          <a:stretch>
            <a:fillRect/>
          </a:stretch>
        </p:blipFill>
        <p:spPr>
          <a:xfrm>
            <a:off x="3020836" y="1194259"/>
            <a:ext cx="6527898" cy="2003908"/>
          </a:xfrm>
          <a:prstGeom prst="rect">
            <a:avLst/>
          </a:prstGeom>
        </p:spPr>
      </p:pic>
      <p:pic>
        <p:nvPicPr>
          <p:cNvPr id="5" name="Imagen 4" descr="Icono&#10;&#10;Descripción generada automáticamente">
            <a:extLst>
              <a:ext uri="{FF2B5EF4-FFF2-40B4-BE49-F238E27FC236}">
                <a16:creationId xmlns:a16="http://schemas.microsoft.com/office/drawing/2014/main" id="{CF97A416-B3E9-A094-9A76-17BEFAE61B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400296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E3F20-16CB-C111-889A-47800845C4A9}"/>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A57D1504-694D-35A4-94C2-3D46E561D2C9}"/>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7137D596-68AB-B364-09FB-87076816A60E}"/>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F1546181-85FD-BFBA-9FA9-616E4AA6EF37}"/>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MUNDO MASCOTAS FERIAS </a:t>
            </a:r>
            <a:r>
              <a:rPr lang="es-MX" sz="1800" b="1" i="0" u="none" strike="noStrike" dirty="0">
                <a:solidFill>
                  <a:srgbClr val="000000"/>
                </a:solidFill>
                <a:effectLst/>
                <a:latin typeface="Aptos Narrow" panose="020B0004020202020204" pitchFamily="34" charset="0"/>
              </a:rPr>
              <a:t>-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1A806F4B-D477-BFAA-8F22-15432A6DDA9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869404B4-B2B9-A33C-C573-BC7BF0265BA3}"/>
              </a:ext>
            </a:extLst>
          </p:cNvPr>
          <p:cNvSpPr txBox="1"/>
          <p:nvPr/>
        </p:nvSpPr>
        <p:spPr>
          <a:xfrm>
            <a:off x="2900519" y="3050054"/>
            <a:ext cx="7452849" cy="646331"/>
          </a:xfrm>
          <a:prstGeom prst="rect">
            <a:avLst/>
          </a:prstGeom>
          <a:noFill/>
        </p:spPr>
        <p:txBody>
          <a:bodyPr wrap="square">
            <a:spAutoFit/>
          </a:bodyPr>
          <a:lstStyle/>
          <a:p>
            <a:r>
              <a:rPr lang="es-CO" u="sng" dirty="0">
                <a:hlinkClick r:id="rId2"/>
              </a:rPr>
              <a:t>https://drive.google.com/file/d/1QUPMA50Ptkhok7hD-HONjc9HEgsjggRK/view?usp=drive_link</a:t>
            </a:r>
            <a:endParaRPr lang="es-CO" sz="1600" dirty="0">
              <a:solidFill>
                <a:srgbClr val="000000"/>
              </a:solidFill>
              <a:latin typeface="Aptos Narrow" panose="020B0004020202020204" pitchFamily="34" charset="0"/>
            </a:endParaRPr>
          </a:p>
        </p:txBody>
      </p:sp>
      <p:sp>
        <p:nvSpPr>
          <p:cNvPr id="5" name="CuadroTexto 4">
            <a:extLst>
              <a:ext uri="{FF2B5EF4-FFF2-40B4-BE49-F238E27FC236}">
                <a16:creationId xmlns:a16="http://schemas.microsoft.com/office/drawing/2014/main" id="{CFDBEDA3-09C5-EDE2-729B-EEA1375D3E26}"/>
              </a:ext>
            </a:extLst>
          </p:cNvPr>
          <p:cNvSpPr txBox="1"/>
          <p:nvPr/>
        </p:nvSpPr>
        <p:spPr>
          <a:xfrm>
            <a:off x="2900519" y="3821177"/>
            <a:ext cx="7452850" cy="2800767"/>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b="1" dirty="0"/>
              <a:t>Portafolio y manejo de objeciones: </a:t>
            </a:r>
            <a:r>
              <a:rPr lang="es-MX" sz="1600" dirty="0"/>
              <a:t>Al presentar la objeción de precio, la impulsadora no enfatiza en vender packs u ofrecer promociones al Shopper.</a:t>
            </a:r>
            <a:endParaRPr lang="es-MX" sz="1600" b="1" dirty="0"/>
          </a:p>
          <a:p>
            <a:pPr marL="285750" indent="-285750" algn="just">
              <a:buFont typeface="Wingdings" panose="05000000000000000000" pitchFamily="2" charset="2"/>
              <a:buChar char="Ø"/>
            </a:pPr>
            <a:r>
              <a:rPr lang="es-MX" sz="1600" b="1" dirty="0"/>
              <a:t>Labor de Venta: </a:t>
            </a:r>
            <a:r>
              <a:rPr lang="es-CO" sz="1600" dirty="0"/>
              <a:t>Al ingresar a la tienda nuevamente, la encargada de mundo mascotas le indica a la asesora realice la atención ya que están interesados en su marca y es cuando da inicio a la asesoría.</a:t>
            </a:r>
            <a:endParaRPr lang="es-MX" sz="1600" dirty="0"/>
          </a:p>
          <a:p>
            <a:pPr marL="285750" indent="-285750" algn="just">
              <a:buFont typeface="Wingdings" panose="05000000000000000000" pitchFamily="2" charset="2"/>
              <a:buChar char="Ø"/>
            </a:pPr>
            <a:r>
              <a:rPr lang="es-MX" sz="1600" b="1" dirty="0"/>
              <a:t>Abordaje: </a:t>
            </a:r>
            <a:r>
              <a:rPr lang="es-CO" sz="1600" dirty="0"/>
              <a:t>La asesora no muestra interés por abordar, motivo por el que el mystery es atendido por la encargada de mundo mascotas quien realiza ofrecimiento del portafolio de productos tanto marca propia como de la competencia.</a:t>
            </a:r>
            <a:endParaRPr lang="es-MX" sz="1600" dirty="0"/>
          </a:p>
        </p:txBody>
      </p:sp>
      <p:pic>
        <p:nvPicPr>
          <p:cNvPr id="6" name="Imagen 5">
            <a:extLst>
              <a:ext uri="{FF2B5EF4-FFF2-40B4-BE49-F238E27FC236}">
                <a16:creationId xmlns:a16="http://schemas.microsoft.com/office/drawing/2014/main" id="{F794B83E-C2DC-6FCA-DEC2-49B40196AB7B}"/>
              </a:ext>
            </a:extLst>
          </p:cNvPr>
          <p:cNvPicPr>
            <a:picLocks noChangeAspect="1"/>
          </p:cNvPicPr>
          <p:nvPr/>
        </p:nvPicPr>
        <p:blipFill>
          <a:blip r:embed="rId3"/>
          <a:stretch>
            <a:fillRect/>
          </a:stretch>
        </p:blipFill>
        <p:spPr>
          <a:xfrm>
            <a:off x="2900519" y="930876"/>
            <a:ext cx="7452849" cy="2003908"/>
          </a:xfrm>
          <a:prstGeom prst="rect">
            <a:avLst/>
          </a:prstGeom>
        </p:spPr>
      </p:pic>
      <p:pic>
        <p:nvPicPr>
          <p:cNvPr id="2" name="Imagen 1" descr="Icono&#10;&#10;Descripción generada automáticamente">
            <a:extLst>
              <a:ext uri="{FF2B5EF4-FFF2-40B4-BE49-F238E27FC236}">
                <a16:creationId xmlns:a16="http://schemas.microsoft.com/office/drawing/2014/main" id="{D4462658-BC3D-C3ED-D7C4-EE44E7189B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7190788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9BF0B-1872-0C37-6DAA-2CBA3609FFF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96DFC0A-D2AE-47C1-7051-9941F080C507}"/>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8E40EACF-E2A3-DFE3-20D6-40B98DEF1E06}"/>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85B33A6-0571-4DDE-B7AC-1B1CC8C0A985}"/>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SILVERAGRO 109 -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74D1CB9E-9062-D4E2-713B-D5F874EC8F1D}"/>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09EECA1A-ADCC-B127-6743-F5B487CC6779}"/>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https://drive.google.com/file/d/16pt2jUM4DU-_xtli-FcJZ7ItZBQZeeFL/view?usp=drive_link</a:t>
            </a:r>
            <a:endParaRPr lang="es-CO" sz="1600" dirty="0">
              <a:solidFill>
                <a:srgbClr val="000000"/>
              </a:solidFill>
              <a:latin typeface="Aptos Narrow" panose="020B0004020202020204" pitchFamily="34" charset="0"/>
            </a:endParaRPr>
          </a:p>
        </p:txBody>
      </p:sp>
      <p:pic>
        <p:nvPicPr>
          <p:cNvPr id="2" name="Imagen 1">
            <a:extLst>
              <a:ext uri="{FF2B5EF4-FFF2-40B4-BE49-F238E27FC236}">
                <a16:creationId xmlns:a16="http://schemas.microsoft.com/office/drawing/2014/main" id="{AA9C9D69-5263-3ECC-BDEA-34B240026353}"/>
              </a:ext>
            </a:extLst>
          </p:cNvPr>
          <p:cNvPicPr>
            <a:picLocks noChangeAspect="1"/>
          </p:cNvPicPr>
          <p:nvPr/>
        </p:nvPicPr>
        <p:blipFill>
          <a:blip r:embed="rId3"/>
          <a:stretch>
            <a:fillRect/>
          </a:stretch>
        </p:blipFill>
        <p:spPr>
          <a:xfrm>
            <a:off x="3020834" y="1203780"/>
            <a:ext cx="6527897" cy="2003908"/>
          </a:xfrm>
          <a:prstGeom prst="rect">
            <a:avLst/>
          </a:prstGeom>
        </p:spPr>
      </p:pic>
      <p:sp>
        <p:nvSpPr>
          <p:cNvPr id="5" name="CuadroTexto 4">
            <a:extLst>
              <a:ext uri="{FF2B5EF4-FFF2-40B4-BE49-F238E27FC236}">
                <a16:creationId xmlns:a16="http://schemas.microsoft.com/office/drawing/2014/main" id="{287D2690-1CD7-B3A8-6C3E-281795B641B9}"/>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dirty="0"/>
              <a:t>Se evidencia excelente presentación personal, realiza abordaje proactivo, de acuerdo a las necesidades del cliente hace ofrecimiento correcto de los productos de la marca, conoce las dinámicas del PDV,  en general muy buena labor de venta.</a:t>
            </a:r>
            <a:endParaRPr lang="es-MX" sz="1600" dirty="0">
              <a:latin typeface="+mj-lt"/>
            </a:endParaRPr>
          </a:p>
        </p:txBody>
      </p:sp>
      <p:pic>
        <p:nvPicPr>
          <p:cNvPr id="6" name="Imagen 5" descr="Icono&#10;&#10;Descripción generada automáticamente">
            <a:extLst>
              <a:ext uri="{FF2B5EF4-FFF2-40B4-BE49-F238E27FC236}">
                <a16:creationId xmlns:a16="http://schemas.microsoft.com/office/drawing/2014/main" id="{116F6C0A-5815-6002-4D88-5407621B04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3349991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002D4-B100-84F5-C8D3-AE37884D958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BBF1EBC-BF02-DE6A-2DB3-39402B98DFDE}"/>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E1D330C4-F235-6AD9-AB86-2FC0BF637943}"/>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F4817C59-4072-F3DA-3C15-19BDCE4FA437}"/>
              </a:ext>
            </a:extLst>
          </p:cNvPr>
          <p:cNvSpPr txBox="1"/>
          <p:nvPr/>
        </p:nvSpPr>
        <p:spPr>
          <a:xfrm>
            <a:off x="2860851" y="165181"/>
            <a:ext cx="7492517" cy="923330"/>
          </a:xfrm>
          <a:prstGeom prst="rect">
            <a:avLst/>
          </a:prstGeom>
          <a:noFill/>
        </p:spPr>
        <p:txBody>
          <a:bodyPr wrap="square" rtlCol="0">
            <a:spAutoFit/>
          </a:bodyPr>
          <a:lstStyle/>
          <a:p>
            <a:r>
              <a:rPr lang="it-IT" b="1" dirty="0">
                <a:solidFill>
                  <a:srgbClr val="000000"/>
                </a:solidFill>
                <a:latin typeface="Aptos Narrow" panose="020B0004020202020204" pitchFamily="34" charset="0"/>
              </a:rPr>
              <a:t>I PET PLACE C.C NUESTRO BOGOTÁ </a:t>
            </a:r>
            <a:r>
              <a:rPr lang="es-MX" sz="1800" b="1" i="0" u="none" strike="noStrike" dirty="0">
                <a:solidFill>
                  <a:srgbClr val="000000"/>
                </a:solidFill>
                <a:effectLst/>
                <a:latin typeface="Aptos Narrow" panose="020B0004020202020204" pitchFamily="34" charset="0"/>
              </a:rPr>
              <a:t>-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5E01B5A5-2D40-1072-D0D7-78CC85B9E14B}"/>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FC7FACC7-C51D-8B54-B494-82CEDEA74E8B}"/>
              </a:ext>
            </a:extLst>
          </p:cNvPr>
          <p:cNvSpPr txBox="1"/>
          <p:nvPr/>
        </p:nvSpPr>
        <p:spPr>
          <a:xfrm>
            <a:off x="3005844" y="3113643"/>
            <a:ext cx="6527897" cy="646331"/>
          </a:xfrm>
          <a:prstGeom prst="rect">
            <a:avLst/>
          </a:prstGeom>
          <a:noFill/>
        </p:spPr>
        <p:txBody>
          <a:bodyPr wrap="square">
            <a:spAutoFit/>
          </a:bodyPr>
          <a:lstStyle/>
          <a:p>
            <a:r>
              <a:rPr lang="es-CO" u="sng" dirty="0">
                <a:hlinkClick r:id="rId2"/>
              </a:rPr>
              <a:t>https://drive.google.com/file/d/1DSIwH5983dwHR9KCyOWBVifv0lTJjBvr/view?usp=drive_link</a:t>
            </a:r>
            <a:endParaRPr lang="es-CO" sz="1600" dirty="0">
              <a:solidFill>
                <a:srgbClr val="000000"/>
              </a:solidFill>
              <a:latin typeface="Aptos Narrow" panose="020B0004020202020204" pitchFamily="34" charset="0"/>
            </a:endParaRPr>
          </a:p>
        </p:txBody>
      </p:sp>
      <p:sp>
        <p:nvSpPr>
          <p:cNvPr id="5" name="CuadroTexto 4">
            <a:extLst>
              <a:ext uri="{FF2B5EF4-FFF2-40B4-BE49-F238E27FC236}">
                <a16:creationId xmlns:a16="http://schemas.microsoft.com/office/drawing/2014/main" id="{A2D5A41E-6B66-927B-6B31-D753D3B388F0}"/>
              </a:ext>
            </a:extLst>
          </p:cNvPr>
          <p:cNvSpPr txBox="1"/>
          <p:nvPr/>
        </p:nvSpPr>
        <p:spPr>
          <a:xfrm>
            <a:off x="3005844" y="3884766"/>
            <a:ext cx="6527898" cy="2062103"/>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b="1" dirty="0"/>
              <a:t>Portafolio y manejo de objeciones: </a:t>
            </a:r>
            <a:r>
              <a:rPr lang="es-MX" sz="1600" dirty="0"/>
              <a:t>Al presentar la objeción de precio, la impulsadora no enfatiza en vender packs u ofrecer promociones al Shopper.</a:t>
            </a:r>
            <a:endParaRPr lang="es-MX" sz="1600" b="1" dirty="0"/>
          </a:p>
          <a:p>
            <a:pPr marL="285750" indent="-285750" algn="just">
              <a:buFont typeface="Wingdings" panose="05000000000000000000" pitchFamily="2" charset="2"/>
              <a:buChar char="Ø"/>
            </a:pPr>
            <a:r>
              <a:rPr lang="es-MX" sz="1600" b="1" dirty="0"/>
              <a:t>Horario: </a:t>
            </a:r>
            <a:r>
              <a:rPr lang="es-MX" sz="1600" dirty="0"/>
              <a:t>El mystery Shopper tuvo que acercarse por segunda vez a la tienda para poder hacer efectiva la evaluación, la chica no se encontraba en el PDV. </a:t>
            </a:r>
          </a:p>
        </p:txBody>
      </p:sp>
      <p:pic>
        <p:nvPicPr>
          <p:cNvPr id="6" name="Imagen 5" descr="Icono&#10;&#10;Descripción generada automáticamente">
            <a:extLst>
              <a:ext uri="{FF2B5EF4-FFF2-40B4-BE49-F238E27FC236}">
                <a16:creationId xmlns:a16="http://schemas.microsoft.com/office/drawing/2014/main" id="{6133590E-C3DD-BDFD-0ACE-702CF196F7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4" name="Imagen 3">
            <a:extLst>
              <a:ext uri="{FF2B5EF4-FFF2-40B4-BE49-F238E27FC236}">
                <a16:creationId xmlns:a16="http://schemas.microsoft.com/office/drawing/2014/main" id="{3CC8A012-ADF1-652B-A1DE-805D0A8F28AF}"/>
              </a:ext>
            </a:extLst>
          </p:cNvPr>
          <p:cNvPicPr>
            <a:picLocks noChangeAspect="1"/>
          </p:cNvPicPr>
          <p:nvPr/>
        </p:nvPicPr>
        <p:blipFill>
          <a:blip r:embed="rId4"/>
          <a:stretch>
            <a:fillRect/>
          </a:stretch>
        </p:blipFill>
        <p:spPr>
          <a:xfrm>
            <a:off x="3005844" y="1047339"/>
            <a:ext cx="6527898" cy="2003908"/>
          </a:xfrm>
          <a:prstGeom prst="rect">
            <a:avLst/>
          </a:prstGeom>
        </p:spPr>
      </p:pic>
    </p:spTree>
    <p:extLst>
      <p:ext uri="{BB962C8B-B14F-4D97-AF65-F5344CB8AC3E}">
        <p14:creationId xmlns:p14="http://schemas.microsoft.com/office/powerpoint/2010/main" val="976649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8448F-986E-08BD-EBF6-02F3FD01BA8C}"/>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9600B19-42A3-E50D-2840-DD513759937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BEE2812E-B7C2-96AD-6308-1D7F65E4CF8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1BFA6211-C0B2-DC72-DD8D-6FF2AA45A951}"/>
              </a:ext>
            </a:extLst>
          </p:cNvPr>
          <p:cNvSpPr txBox="1"/>
          <p:nvPr/>
        </p:nvSpPr>
        <p:spPr>
          <a:xfrm>
            <a:off x="2860851" y="165181"/>
            <a:ext cx="7492517" cy="923330"/>
          </a:xfrm>
          <a:prstGeom prst="rect">
            <a:avLst/>
          </a:prstGeom>
          <a:noFill/>
        </p:spPr>
        <p:txBody>
          <a:bodyPr wrap="square" rtlCol="0">
            <a:spAutoFit/>
          </a:bodyPr>
          <a:lstStyle/>
          <a:p>
            <a:r>
              <a:rPr lang="it-IT" b="1" dirty="0">
                <a:solidFill>
                  <a:srgbClr val="000000"/>
                </a:solidFill>
                <a:latin typeface="Aptos Narrow" panose="020B0004020202020204" pitchFamily="34" charset="0"/>
              </a:rPr>
              <a:t>ANIMAL CENTER BELLA SUIZA </a:t>
            </a:r>
            <a:r>
              <a:rPr lang="es-MX" sz="1800" b="1" i="0" u="none" strike="noStrike" dirty="0">
                <a:solidFill>
                  <a:srgbClr val="000000"/>
                </a:solidFill>
                <a:effectLst/>
                <a:latin typeface="Aptos Narrow" panose="020B0004020202020204" pitchFamily="34" charset="0"/>
              </a:rPr>
              <a:t>-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CD79F87B-ABF8-692B-7B7D-8974166F647A}"/>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D6C31999-DAD9-095D-2FFF-604B90069E06}"/>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https://drive.google.com/file/d/1eawDTmgzonFcKw9R0VQRdg3zMFTtnVLQ/view?usp=drive_link</a:t>
            </a:r>
            <a:endParaRPr lang="es-CO" sz="1600" dirty="0">
              <a:solidFill>
                <a:srgbClr val="000000"/>
              </a:solidFill>
              <a:latin typeface="Aptos Narrow" panose="020B0004020202020204" pitchFamily="34" charset="0"/>
            </a:endParaRPr>
          </a:p>
        </p:txBody>
      </p:sp>
      <p:sp>
        <p:nvSpPr>
          <p:cNvPr id="5" name="CuadroTexto 4">
            <a:extLst>
              <a:ext uri="{FF2B5EF4-FFF2-40B4-BE49-F238E27FC236}">
                <a16:creationId xmlns:a16="http://schemas.microsoft.com/office/drawing/2014/main" id="{0E42EEF9-F091-7E09-F390-E86202B87E71}"/>
              </a:ext>
            </a:extLst>
          </p:cNvPr>
          <p:cNvSpPr txBox="1"/>
          <p:nvPr/>
        </p:nvSpPr>
        <p:spPr>
          <a:xfrm>
            <a:off x="3020834" y="4094081"/>
            <a:ext cx="6527898" cy="1323439"/>
          </a:xfrm>
          <a:prstGeom prst="rect">
            <a:avLst/>
          </a:prstGeom>
          <a:noFill/>
          <a:ln>
            <a:solidFill>
              <a:schemeClr val="tx1"/>
            </a:solidFill>
          </a:ln>
        </p:spPr>
        <p:txBody>
          <a:bodyPr wrap="square" rtlCol="0">
            <a:spAutoFit/>
          </a:bodyPr>
          <a:lstStyle/>
          <a:p>
            <a:r>
              <a:rPr lang="es-MX" sz="1600" b="1" dirty="0"/>
              <a:t>Detalle de novedades: </a:t>
            </a:r>
          </a:p>
          <a:p>
            <a:pPr algn="just"/>
            <a:endParaRPr lang="es-MX" sz="1600" b="1" dirty="0"/>
          </a:p>
          <a:p>
            <a:pPr marL="285750" indent="-285750" algn="just">
              <a:buFont typeface="Wingdings" panose="05000000000000000000" pitchFamily="2" charset="2"/>
              <a:buChar char="Ø"/>
            </a:pPr>
            <a:r>
              <a:rPr lang="es-MX" sz="1600" dirty="0"/>
              <a:t>Labor de Venta: El mystery Shopper evidencia que el área de demostración no se encuentra limpia, por lo cual se castiga ese clúster.</a:t>
            </a:r>
          </a:p>
        </p:txBody>
      </p:sp>
      <p:pic>
        <p:nvPicPr>
          <p:cNvPr id="6" name="Imagen 5">
            <a:extLst>
              <a:ext uri="{FF2B5EF4-FFF2-40B4-BE49-F238E27FC236}">
                <a16:creationId xmlns:a16="http://schemas.microsoft.com/office/drawing/2014/main" id="{76035605-47EF-4B63-462E-5F880D99FAA5}"/>
              </a:ext>
            </a:extLst>
          </p:cNvPr>
          <p:cNvPicPr>
            <a:picLocks noChangeAspect="1"/>
          </p:cNvPicPr>
          <p:nvPr/>
        </p:nvPicPr>
        <p:blipFill>
          <a:blip r:embed="rId3"/>
          <a:stretch>
            <a:fillRect/>
          </a:stretch>
        </p:blipFill>
        <p:spPr>
          <a:xfrm>
            <a:off x="3020834" y="1203780"/>
            <a:ext cx="6527897" cy="2003908"/>
          </a:xfrm>
          <a:prstGeom prst="rect">
            <a:avLst/>
          </a:prstGeom>
        </p:spPr>
      </p:pic>
      <p:pic>
        <p:nvPicPr>
          <p:cNvPr id="2" name="Imagen 1" descr="Icono&#10;&#10;Descripción generada automáticamente">
            <a:extLst>
              <a:ext uri="{FF2B5EF4-FFF2-40B4-BE49-F238E27FC236}">
                <a16:creationId xmlns:a16="http://schemas.microsoft.com/office/drawing/2014/main" id="{FC68689E-AC58-20B9-860B-3ACCCE8651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29789778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C64E8-0F1D-6361-ACF9-47A299B0CE7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D0E219B-BE2B-2ACB-95DD-A07EAAEE46E2}"/>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5654323F-ED92-BA00-DF1F-9A5E28D10E22}"/>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F5308811-C5C6-DB62-D2C0-7CF8AEA87AA2}"/>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DIDO S.A.S 121 </a:t>
            </a:r>
            <a:r>
              <a:rPr lang="es-MX" sz="1800" b="1" i="0" u="none" strike="noStrike" dirty="0">
                <a:solidFill>
                  <a:srgbClr val="000000"/>
                </a:solidFill>
                <a:effectLst/>
                <a:latin typeface="Aptos Narrow" panose="020B0004020202020204" pitchFamily="34" charset="0"/>
              </a:rPr>
              <a:t>- BOGOTÁ</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742CE14E-093F-96AF-F20D-AFB13590E988}"/>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4B8A30D8-FAB4-180E-1B91-E68601AAFC62}"/>
              </a:ext>
            </a:extLst>
          </p:cNvPr>
          <p:cNvSpPr txBox="1"/>
          <p:nvPr/>
        </p:nvSpPr>
        <p:spPr>
          <a:xfrm>
            <a:off x="3020834" y="3322958"/>
            <a:ext cx="6527897" cy="1446550"/>
          </a:xfrm>
          <a:prstGeom prst="rect">
            <a:avLst/>
          </a:prstGeom>
          <a:noFill/>
        </p:spPr>
        <p:txBody>
          <a:bodyPr wrap="square">
            <a:spAutoFit/>
          </a:bodyPr>
          <a:lstStyle/>
          <a:p>
            <a:r>
              <a:rPr lang="es-CO" u="sng" dirty="0">
                <a:hlinkClick r:id="rId2"/>
              </a:rPr>
              <a:t>https://drive.google.com/file/d/1W5b1tSkUhV9k_gM2Ufl6koAs3azn4osi/view?usp=drive_link</a:t>
            </a:r>
            <a:endParaRPr lang="es-CO" u="sng" dirty="0"/>
          </a:p>
          <a:p>
            <a:r>
              <a:rPr lang="es-CO" u="sng" dirty="0">
                <a:hlinkClick r:id="rId2"/>
              </a:rPr>
              <a:t>https://drive.google.com/file/d/1W5b1tSkUhV9k_gM2Ufl6koAs3azn4osi/view?usp=drive_link</a:t>
            </a:r>
            <a:endParaRPr lang="es-CO" sz="1600" u="sng" dirty="0"/>
          </a:p>
          <a:p>
            <a:endParaRPr lang="es-CO" sz="1600" dirty="0">
              <a:solidFill>
                <a:srgbClr val="000000"/>
              </a:solidFill>
              <a:latin typeface="Aptos Narrow" panose="020B0004020202020204" pitchFamily="34" charset="0"/>
            </a:endParaRPr>
          </a:p>
        </p:txBody>
      </p:sp>
      <p:sp>
        <p:nvSpPr>
          <p:cNvPr id="5" name="CuadroTexto 4">
            <a:extLst>
              <a:ext uri="{FF2B5EF4-FFF2-40B4-BE49-F238E27FC236}">
                <a16:creationId xmlns:a16="http://schemas.microsoft.com/office/drawing/2014/main" id="{49EA5BBE-4F1E-87EF-F934-30E80E5BFAF0}"/>
              </a:ext>
            </a:extLst>
          </p:cNvPr>
          <p:cNvSpPr txBox="1"/>
          <p:nvPr/>
        </p:nvSpPr>
        <p:spPr>
          <a:xfrm>
            <a:off x="3020833" y="4723049"/>
            <a:ext cx="6527898" cy="1815882"/>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b="1" dirty="0"/>
              <a:t>Portafolio y manejo de objeciones: </a:t>
            </a:r>
            <a:r>
              <a:rPr lang="es-MX" sz="1600" dirty="0"/>
              <a:t>Al presentar la objeción de precio no realiza el ofrecimiento de la marca excellent, no informa las características ni beneficios de esta, ni brinda la información de que pertenece a la categoría super premium a un costo mas accesible al consumidor.</a:t>
            </a:r>
          </a:p>
        </p:txBody>
      </p:sp>
      <p:pic>
        <p:nvPicPr>
          <p:cNvPr id="2" name="Imagen 1">
            <a:extLst>
              <a:ext uri="{FF2B5EF4-FFF2-40B4-BE49-F238E27FC236}">
                <a16:creationId xmlns:a16="http://schemas.microsoft.com/office/drawing/2014/main" id="{28B6C237-1499-7839-D3B4-D484223E9F25}"/>
              </a:ext>
            </a:extLst>
          </p:cNvPr>
          <p:cNvPicPr>
            <a:picLocks noChangeAspect="1"/>
          </p:cNvPicPr>
          <p:nvPr/>
        </p:nvPicPr>
        <p:blipFill>
          <a:blip r:embed="rId3"/>
          <a:stretch>
            <a:fillRect/>
          </a:stretch>
        </p:blipFill>
        <p:spPr>
          <a:xfrm>
            <a:off x="3020833" y="1203780"/>
            <a:ext cx="6527897" cy="2003908"/>
          </a:xfrm>
          <a:prstGeom prst="rect">
            <a:avLst/>
          </a:prstGeom>
        </p:spPr>
      </p:pic>
      <p:pic>
        <p:nvPicPr>
          <p:cNvPr id="6" name="Imagen 5" descr="Icono&#10;&#10;Descripción generada automáticamente">
            <a:extLst>
              <a:ext uri="{FF2B5EF4-FFF2-40B4-BE49-F238E27FC236}">
                <a16:creationId xmlns:a16="http://schemas.microsoft.com/office/drawing/2014/main" id="{E9EA68F6-6448-7854-106E-2AEC425A48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791561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AB970-1D69-7397-EFE7-5CF5AE5045F7}"/>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A80D581-5959-A60F-08F3-CC39840AE7F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A711AB08-23DC-6B70-EDA4-18D4338B3876}"/>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BDC4903-0BAF-92BC-8694-E7E78D67E6E4}"/>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JUMBO VALLE DEL LILI - </a:t>
            </a:r>
            <a:r>
              <a:rPr lang="es-MX" sz="1800" b="1" i="0" u="none" strike="noStrike" dirty="0">
                <a:solidFill>
                  <a:srgbClr val="000000"/>
                </a:solidFill>
                <a:effectLst/>
                <a:latin typeface="Aptos Narrow" panose="020B0004020202020204" pitchFamily="34" charset="0"/>
              </a:rPr>
              <a:t>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C3B6E3CC-BD3C-B296-8692-DC3AB6B0BAEE}"/>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BC92C002-3BA7-CDBD-87EA-B8CF557E3780}"/>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https://drive.google.com/file/d/1YI3Qqp01xi7VSWz2iLzA0_hjpoIu92x0/view?usp=drive_link</a:t>
            </a:r>
            <a:endParaRPr lang="es-CO" sz="1600" dirty="0">
              <a:solidFill>
                <a:srgbClr val="000000"/>
              </a:solidFill>
              <a:latin typeface="Aptos Narrow" panose="020B0004020202020204" pitchFamily="34" charset="0"/>
            </a:endParaRPr>
          </a:p>
        </p:txBody>
      </p:sp>
      <p:sp>
        <p:nvSpPr>
          <p:cNvPr id="2" name="CuadroTexto 1">
            <a:extLst>
              <a:ext uri="{FF2B5EF4-FFF2-40B4-BE49-F238E27FC236}">
                <a16:creationId xmlns:a16="http://schemas.microsoft.com/office/drawing/2014/main" id="{8CE4105D-0AF3-D8F4-1F35-EDA4F1D0568D}"/>
              </a:ext>
            </a:extLst>
          </p:cNvPr>
          <p:cNvSpPr txBox="1"/>
          <p:nvPr/>
        </p:nvSpPr>
        <p:spPr>
          <a:xfrm>
            <a:off x="3020834" y="4094081"/>
            <a:ext cx="6527898" cy="1569660"/>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b="1" dirty="0"/>
              <a:t>Portafolio y manejo de objeciones: </a:t>
            </a:r>
            <a:r>
              <a:rPr lang="es-MX" sz="1600" dirty="0"/>
              <a:t>No realiza un perfilamiento adecuado del mystery Shopper ahondando en cuales son las necesidades, presupuesto y demás para luego hacer ofrecimiento de un producto que satisfaga las necesidades de este.</a:t>
            </a:r>
          </a:p>
        </p:txBody>
      </p:sp>
      <p:pic>
        <p:nvPicPr>
          <p:cNvPr id="5" name="Imagen 4" descr="Icono&#10;&#10;Descripción generada automáticamente">
            <a:extLst>
              <a:ext uri="{FF2B5EF4-FFF2-40B4-BE49-F238E27FC236}">
                <a16:creationId xmlns:a16="http://schemas.microsoft.com/office/drawing/2014/main" id="{33E30EC3-0910-6F16-6AF6-A2D5F8CCC4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7" name="Imagen 6">
            <a:extLst>
              <a:ext uri="{FF2B5EF4-FFF2-40B4-BE49-F238E27FC236}">
                <a16:creationId xmlns:a16="http://schemas.microsoft.com/office/drawing/2014/main" id="{1FA84A99-EE61-0C15-25E0-11864B444729}"/>
              </a:ext>
            </a:extLst>
          </p:cNvPr>
          <p:cNvPicPr>
            <a:picLocks noChangeAspect="1"/>
          </p:cNvPicPr>
          <p:nvPr/>
        </p:nvPicPr>
        <p:blipFill>
          <a:blip r:embed="rId4"/>
          <a:stretch>
            <a:fillRect/>
          </a:stretch>
        </p:blipFill>
        <p:spPr>
          <a:xfrm>
            <a:off x="3020833" y="1213303"/>
            <a:ext cx="6527897" cy="2009646"/>
          </a:xfrm>
          <a:prstGeom prst="rect">
            <a:avLst/>
          </a:prstGeom>
        </p:spPr>
      </p:pic>
    </p:spTree>
    <p:extLst>
      <p:ext uri="{BB962C8B-B14F-4D97-AF65-F5344CB8AC3E}">
        <p14:creationId xmlns:p14="http://schemas.microsoft.com/office/powerpoint/2010/main" val="38101626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9D202-A723-6582-7670-2FEB993C8314}"/>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34F8564-FB33-F2F5-25D8-C05C9882A164}"/>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AF157368-6284-43CC-0BE5-69D62034BD4B}"/>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9056DE70-7C3F-7219-2033-8A3ED6F4EA7D}"/>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MERCATODO FLORESTA - </a:t>
            </a:r>
            <a:r>
              <a:rPr lang="es-MX" sz="1800" b="1" i="0" u="none" strike="noStrike" dirty="0">
                <a:solidFill>
                  <a:srgbClr val="000000"/>
                </a:solidFill>
                <a:effectLst/>
                <a:latin typeface="Aptos Narrow" panose="020B0004020202020204" pitchFamily="34" charset="0"/>
              </a:rPr>
              <a:t>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F3BE265E-9DE6-52F9-8C2F-D8255BCF5339}"/>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a:t>Análisis Material de Video: </a:t>
            </a:r>
          </a:p>
        </p:txBody>
      </p:sp>
      <p:sp>
        <p:nvSpPr>
          <p:cNvPr id="14" name="CuadroTexto 13">
            <a:extLst>
              <a:ext uri="{FF2B5EF4-FFF2-40B4-BE49-F238E27FC236}">
                <a16:creationId xmlns:a16="http://schemas.microsoft.com/office/drawing/2014/main" id="{B542995C-220F-DF62-821B-E682F656A453}"/>
              </a:ext>
            </a:extLst>
          </p:cNvPr>
          <p:cNvSpPr txBox="1"/>
          <p:nvPr/>
        </p:nvSpPr>
        <p:spPr>
          <a:xfrm>
            <a:off x="3020834" y="3322958"/>
            <a:ext cx="6527897" cy="646331"/>
          </a:xfrm>
          <a:prstGeom prst="rect">
            <a:avLst/>
          </a:prstGeom>
          <a:noFill/>
        </p:spPr>
        <p:txBody>
          <a:bodyPr wrap="square">
            <a:spAutoFit/>
          </a:bodyPr>
          <a:lstStyle/>
          <a:p>
            <a:r>
              <a:rPr lang="es-CO" u="sng" dirty="0">
                <a:hlinkClick r:id="rId2"/>
              </a:rPr>
              <a:t>https://drive.google.com/file/d/1rfyg1JAz_joxdSJ7VrF_styihxtzcLxs/view?usp=drive_link</a:t>
            </a:r>
            <a:endParaRPr lang="es-CO" sz="1600" dirty="0">
              <a:solidFill>
                <a:srgbClr val="000000"/>
              </a:solidFill>
              <a:latin typeface="Aptos Narrow" panose="020B0004020202020204" pitchFamily="34" charset="0"/>
            </a:endParaRPr>
          </a:p>
        </p:txBody>
      </p:sp>
      <p:sp>
        <p:nvSpPr>
          <p:cNvPr id="2" name="CuadroTexto 1">
            <a:extLst>
              <a:ext uri="{FF2B5EF4-FFF2-40B4-BE49-F238E27FC236}">
                <a16:creationId xmlns:a16="http://schemas.microsoft.com/office/drawing/2014/main" id="{6EFBDCA2-8997-EC2B-5210-1FA66587FA27}"/>
              </a:ext>
            </a:extLst>
          </p:cNvPr>
          <p:cNvSpPr txBox="1"/>
          <p:nvPr/>
        </p:nvSpPr>
        <p:spPr>
          <a:xfrm>
            <a:off x="3020834" y="4094081"/>
            <a:ext cx="6527898" cy="2554545"/>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b="1" dirty="0"/>
              <a:t>Uniforme: </a:t>
            </a:r>
            <a:r>
              <a:rPr lang="es-MX" sz="1600" dirty="0"/>
              <a:t>Se evidencia que la impulsadora utiliza el uniforme manga larga sin apuntarse los botones.</a:t>
            </a:r>
          </a:p>
          <a:p>
            <a:pPr marL="285750" indent="-285750" algn="just">
              <a:buFont typeface="Wingdings" panose="05000000000000000000" pitchFamily="2" charset="2"/>
              <a:buChar char="Ø"/>
            </a:pPr>
            <a:r>
              <a:rPr lang="es-MX" sz="1600" b="1" dirty="0"/>
              <a:t>Portafolio y manejo de objeciones: </a:t>
            </a:r>
            <a:r>
              <a:rPr lang="es-MX" sz="1600" dirty="0"/>
              <a:t>No realiza el ofrecimiento de alimento húmedo de manera adecuada, ni conoce las dinámicas comerciales que hay en el punto de venta.</a:t>
            </a:r>
          </a:p>
          <a:p>
            <a:pPr marL="285750" indent="-285750" algn="just">
              <a:buFont typeface="Wingdings" panose="05000000000000000000" pitchFamily="2" charset="2"/>
              <a:buChar char="Ø"/>
            </a:pPr>
            <a:r>
              <a:rPr lang="es-MX" sz="1600" b="1" dirty="0"/>
              <a:t>Labor de venta: </a:t>
            </a:r>
            <a:r>
              <a:rPr lang="es-MX" sz="1600" dirty="0"/>
              <a:t>Ante la objeción del mystery de que no le interesa el producto, no logra persuadir nuevamente al mismo por lo cual no hay un cierre adecuado de la venta.</a:t>
            </a:r>
          </a:p>
        </p:txBody>
      </p:sp>
      <p:pic>
        <p:nvPicPr>
          <p:cNvPr id="5" name="Imagen 4">
            <a:extLst>
              <a:ext uri="{FF2B5EF4-FFF2-40B4-BE49-F238E27FC236}">
                <a16:creationId xmlns:a16="http://schemas.microsoft.com/office/drawing/2014/main" id="{84FAC78A-9D4B-4A8F-B6F0-18A91A53F65E}"/>
              </a:ext>
            </a:extLst>
          </p:cNvPr>
          <p:cNvPicPr>
            <a:picLocks noChangeAspect="1"/>
          </p:cNvPicPr>
          <p:nvPr/>
        </p:nvPicPr>
        <p:blipFill>
          <a:blip r:embed="rId3"/>
          <a:stretch>
            <a:fillRect/>
          </a:stretch>
        </p:blipFill>
        <p:spPr>
          <a:xfrm>
            <a:off x="3020834" y="1213303"/>
            <a:ext cx="6527898" cy="2009646"/>
          </a:xfrm>
          <a:prstGeom prst="rect">
            <a:avLst/>
          </a:prstGeom>
        </p:spPr>
      </p:pic>
      <p:pic>
        <p:nvPicPr>
          <p:cNvPr id="6" name="Imagen 5" descr="Icono&#10;&#10;Descripción generada automáticamente">
            <a:extLst>
              <a:ext uri="{FF2B5EF4-FFF2-40B4-BE49-F238E27FC236}">
                <a16:creationId xmlns:a16="http://schemas.microsoft.com/office/drawing/2014/main" id="{4C7B32EC-7DFB-BBF3-4F72-7F3E7A0878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8243995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83FC7-870F-B43C-6FA0-F60AD19E384B}"/>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49A34C0E-C01F-9883-E555-3E9DD076DA90}"/>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2E8E948C-7612-CB68-5968-09ED0FBE757F}"/>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82E4A479-D395-D650-572D-BD35354365E6}"/>
              </a:ext>
            </a:extLst>
          </p:cNvPr>
          <p:cNvSpPr txBox="1"/>
          <p:nvPr/>
        </p:nvSpPr>
        <p:spPr>
          <a:xfrm>
            <a:off x="2860851" y="165181"/>
            <a:ext cx="7492517" cy="923330"/>
          </a:xfrm>
          <a:prstGeom prst="rect">
            <a:avLst/>
          </a:prstGeom>
          <a:noFill/>
        </p:spPr>
        <p:txBody>
          <a:bodyPr wrap="square" rtlCol="0">
            <a:spAutoFit/>
          </a:bodyPr>
          <a:lstStyle/>
          <a:p>
            <a:r>
              <a:rPr lang="es-MX" b="1" dirty="0">
                <a:solidFill>
                  <a:srgbClr val="000000"/>
                </a:solidFill>
                <a:latin typeface="Aptos Narrow" panose="020B0004020202020204" pitchFamily="34" charset="0"/>
              </a:rPr>
              <a:t>SUPERMASCOTAS CAPRI - CALI</a:t>
            </a:r>
            <a:br>
              <a:rPr lang="es-MX" dirty="0">
                <a:latin typeface="Franklin Gothic Demi" panose="020B0703020102020204" pitchFamily="34" charset="0"/>
              </a:rPr>
            </a:br>
            <a:r>
              <a:rPr lang="es-MX" dirty="0">
                <a:latin typeface="Franklin Gothic Demi" panose="020B0703020102020204" pitchFamily="34" charset="0"/>
              </a:rPr>
              <a:t>Canal Especializado</a:t>
            </a:r>
            <a:endParaRPr lang="es-CO" dirty="0">
              <a:latin typeface="Franklin Gothic Demi" panose="020B0703020102020204" pitchFamily="34" charset="0"/>
            </a:endParaRPr>
          </a:p>
          <a:p>
            <a:endParaRPr lang="es-CO" dirty="0">
              <a:latin typeface="Franklin Gothic Demi" panose="020B0703020102020204" pitchFamily="34" charset="0"/>
            </a:endParaRPr>
          </a:p>
        </p:txBody>
      </p:sp>
      <p:sp>
        <p:nvSpPr>
          <p:cNvPr id="10" name="Rectángulo: esquinas redondeadas 9">
            <a:extLst>
              <a:ext uri="{FF2B5EF4-FFF2-40B4-BE49-F238E27FC236}">
                <a16:creationId xmlns:a16="http://schemas.microsoft.com/office/drawing/2014/main" id="{83A8A2E7-319B-1353-4A37-72CC7F6A0655}"/>
              </a:ext>
            </a:extLst>
          </p:cNvPr>
          <p:cNvSpPr/>
          <p:nvPr/>
        </p:nvSpPr>
        <p:spPr>
          <a:xfrm>
            <a:off x="8048847" y="628560"/>
            <a:ext cx="3818475" cy="293097"/>
          </a:xfrm>
          <a:prstGeom prst="roundRect">
            <a:avLst/>
          </a:prstGeom>
          <a:solidFill>
            <a:srgbClr val="E81C24"/>
          </a:solidFill>
          <a:ln>
            <a:solidFill>
              <a:srgbClr val="AA050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Análisis Material de Video: </a:t>
            </a:r>
          </a:p>
        </p:txBody>
      </p:sp>
      <p:sp>
        <p:nvSpPr>
          <p:cNvPr id="7" name="CuadroTexto 6">
            <a:extLst>
              <a:ext uri="{FF2B5EF4-FFF2-40B4-BE49-F238E27FC236}">
                <a16:creationId xmlns:a16="http://schemas.microsoft.com/office/drawing/2014/main" id="{5D53AEF5-4ECE-498F-FAAD-BDF1B9FBFCB4}"/>
              </a:ext>
            </a:extLst>
          </p:cNvPr>
          <p:cNvSpPr txBox="1"/>
          <p:nvPr/>
        </p:nvSpPr>
        <p:spPr>
          <a:xfrm>
            <a:off x="3035824" y="3032921"/>
            <a:ext cx="7317544" cy="646331"/>
          </a:xfrm>
          <a:prstGeom prst="rect">
            <a:avLst/>
          </a:prstGeom>
          <a:noFill/>
        </p:spPr>
        <p:txBody>
          <a:bodyPr wrap="square">
            <a:spAutoFit/>
          </a:bodyPr>
          <a:lstStyle/>
          <a:p>
            <a:r>
              <a:rPr lang="es-CO" u="sng" dirty="0">
                <a:hlinkClick r:id="rId2"/>
              </a:rPr>
              <a:t>https://drive.google.com/file/d/1_vQWHeY4JzYldtXM4OoXpF_Y-4VYWBx6/view?usp=drive_link</a:t>
            </a:r>
            <a:endParaRPr lang="es-CO" sz="1600" dirty="0">
              <a:solidFill>
                <a:srgbClr val="000000"/>
              </a:solidFill>
              <a:latin typeface="Aptos Narrow" panose="020B0004020202020204" pitchFamily="34" charset="0"/>
            </a:endParaRPr>
          </a:p>
        </p:txBody>
      </p:sp>
      <p:sp>
        <p:nvSpPr>
          <p:cNvPr id="5" name="CuadroTexto 4">
            <a:extLst>
              <a:ext uri="{FF2B5EF4-FFF2-40B4-BE49-F238E27FC236}">
                <a16:creationId xmlns:a16="http://schemas.microsoft.com/office/drawing/2014/main" id="{B4927A27-5871-CCA3-1685-0AB947BCDB2B}"/>
              </a:ext>
            </a:extLst>
          </p:cNvPr>
          <p:cNvSpPr txBox="1"/>
          <p:nvPr/>
        </p:nvSpPr>
        <p:spPr>
          <a:xfrm>
            <a:off x="3035822" y="3908356"/>
            <a:ext cx="7317545" cy="2554545"/>
          </a:xfrm>
          <a:prstGeom prst="rect">
            <a:avLst/>
          </a:prstGeom>
          <a:noFill/>
          <a:ln>
            <a:solidFill>
              <a:schemeClr val="tx1"/>
            </a:solidFill>
          </a:ln>
        </p:spPr>
        <p:txBody>
          <a:bodyPr wrap="square" rtlCol="0">
            <a:spAutoFit/>
          </a:bodyPr>
          <a:lstStyle/>
          <a:p>
            <a:r>
              <a:rPr lang="es-MX" sz="1600" b="1" dirty="0"/>
              <a:t>Detalle de novedades: </a:t>
            </a:r>
          </a:p>
          <a:p>
            <a:endParaRPr lang="es-MX" sz="1600" dirty="0">
              <a:latin typeface="+mj-lt"/>
            </a:endParaRPr>
          </a:p>
          <a:p>
            <a:pPr marL="285750" indent="-285750" algn="just">
              <a:buFont typeface="Wingdings" panose="05000000000000000000" pitchFamily="2" charset="2"/>
              <a:buChar char="Ø"/>
            </a:pPr>
            <a:r>
              <a:rPr lang="es-MX" sz="1600" b="1" dirty="0"/>
              <a:t>Uniforme: </a:t>
            </a:r>
            <a:r>
              <a:rPr lang="es-MX" sz="1600" dirty="0"/>
              <a:t>Se evidencia que aún tiene puesta la maleta y demás accesorios debido a que apenas estaba llegando al PDV.</a:t>
            </a:r>
          </a:p>
          <a:p>
            <a:pPr marL="285750" indent="-285750" algn="just">
              <a:buFont typeface="Wingdings" panose="05000000000000000000" pitchFamily="2" charset="2"/>
              <a:buChar char="Ø"/>
            </a:pPr>
            <a:r>
              <a:rPr lang="es-MX" sz="1600" b="1" dirty="0"/>
              <a:t>Abordaje: </a:t>
            </a:r>
            <a:r>
              <a:rPr lang="es-MX" sz="1600" dirty="0"/>
              <a:t>El mystery Shopper camina por toda la tienda durante 3 minutos aproximadamente, luego se evidencia que la impulsadora se encuentra en el teléfono y ella es quien pregunta si la puede atender y comienza la asesoría.</a:t>
            </a:r>
            <a:endParaRPr lang="es-MX" sz="1600" b="1" dirty="0"/>
          </a:p>
          <a:p>
            <a:pPr marL="285750" indent="-285750" algn="just">
              <a:buFont typeface="Wingdings" panose="05000000000000000000" pitchFamily="2" charset="2"/>
              <a:buChar char="Ø"/>
            </a:pPr>
            <a:r>
              <a:rPr lang="es-MX" sz="1600" b="1" dirty="0"/>
              <a:t>Horario: </a:t>
            </a:r>
            <a:r>
              <a:rPr lang="es-MX" sz="1600" dirty="0"/>
              <a:t>El mystery llega al punto de venta a las 8:26 am y se evidencia que la impulsadora apenas está llegando al PDV (se encuentra con la maleta puesta).</a:t>
            </a:r>
          </a:p>
        </p:txBody>
      </p:sp>
      <p:pic>
        <p:nvPicPr>
          <p:cNvPr id="2" name="Imagen 1" descr="Icono&#10;&#10;Descripción generada automáticamente">
            <a:extLst>
              <a:ext uri="{FF2B5EF4-FFF2-40B4-BE49-F238E27FC236}">
                <a16:creationId xmlns:a16="http://schemas.microsoft.com/office/drawing/2014/main" id="{7FF09595-609C-E37D-92CD-BA8F7EC398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pic>
        <p:nvPicPr>
          <p:cNvPr id="11" name="Imagen 10">
            <a:extLst>
              <a:ext uri="{FF2B5EF4-FFF2-40B4-BE49-F238E27FC236}">
                <a16:creationId xmlns:a16="http://schemas.microsoft.com/office/drawing/2014/main" id="{1D0E2087-C048-B52B-79E0-2A30CFCCF1B3}"/>
              </a:ext>
            </a:extLst>
          </p:cNvPr>
          <p:cNvPicPr>
            <a:picLocks noChangeAspect="1"/>
          </p:cNvPicPr>
          <p:nvPr/>
        </p:nvPicPr>
        <p:blipFill>
          <a:blip r:embed="rId4"/>
          <a:stretch>
            <a:fillRect/>
          </a:stretch>
        </p:blipFill>
        <p:spPr>
          <a:xfrm>
            <a:off x="3035822" y="954235"/>
            <a:ext cx="7317545" cy="2003908"/>
          </a:xfrm>
          <a:prstGeom prst="rect">
            <a:avLst/>
          </a:prstGeom>
        </p:spPr>
      </p:pic>
    </p:spTree>
    <p:extLst>
      <p:ext uri="{BB962C8B-B14F-4D97-AF65-F5344CB8AC3E}">
        <p14:creationId xmlns:p14="http://schemas.microsoft.com/office/powerpoint/2010/main" val="1400461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EF0ED-2881-9C42-2292-92FFD6F9AD65}"/>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702CAD49-71B0-6960-B7E9-CCA1A2FF9A05}"/>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69119ADF-8470-D451-2D33-1C9922DDF85D}"/>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5B71B624-8335-4512-DA4C-EF7EE64FF616}"/>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OLIMPICA 409 AV 19 </a:t>
            </a:r>
            <a:r>
              <a:rPr lang="es-MX" sz="1800" b="1" i="0" u="none" strike="noStrike" dirty="0">
                <a:solidFill>
                  <a:srgbClr val="000000"/>
                </a:solidFill>
                <a:effectLst/>
                <a:latin typeface="Aptos Narrow" panose="020B0004020202020204" pitchFamily="34" charset="0"/>
              </a:rPr>
              <a:t>- BOGOTA</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95AD48C2-AD22-F75F-A0D1-D3FA508FF326}"/>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518CA6F3-BE07-4244-7D5E-6E7D573F23B6}"/>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20EE4ACA-59EE-FFEC-19FE-E9C36071562E}"/>
              </a:ext>
            </a:extLst>
          </p:cNvPr>
          <p:cNvSpPr txBox="1"/>
          <p:nvPr/>
        </p:nvSpPr>
        <p:spPr>
          <a:xfrm>
            <a:off x="2877350" y="3104933"/>
            <a:ext cx="6611424" cy="1754326"/>
          </a:xfrm>
          <a:prstGeom prst="rect">
            <a:avLst/>
          </a:prstGeom>
          <a:noFill/>
        </p:spPr>
        <p:txBody>
          <a:bodyPr wrap="square">
            <a:spAutoFit/>
          </a:bodyPr>
          <a:lstStyle/>
          <a:p>
            <a:r>
              <a:rPr lang="es-CO" u="sng" dirty="0">
                <a:hlinkClick r:id="rId2"/>
              </a:rPr>
              <a:t>https://drive.google.com/file/d/14UeA-KzH-kJDZV6rb4MRbyPgaVIPO79H/view?usp=drive_link</a:t>
            </a:r>
            <a:endParaRPr lang="es-CO" u="sng" dirty="0"/>
          </a:p>
          <a:p>
            <a:endParaRPr lang="es-CO" dirty="0">
              <a:solidFill>
                <a:srgbClr val="000000"/>
              </a:solidFill>
              <a:latin typeface="Aptos Narrow" panose="020B0004020202020204" pitchFamily="34" charset="0"/>
            </a:endParaRPr>
          </a:p>
          <a:p>
            <a:r>
              <a:rPr lang="es-CO" u="sng" dirty="0">
                <a:hlinkClick r:id="rId3"/>
              </a:rPr>
              <a:t>https://drive.google.com/file/d/1haqUhuiWG3WBnIz8ZBSPx-TMkHpNmfn4/view?usp=drive_link</a:t>
            </a:r>
            <a:endParaRPr lang="es-CO" u="sng" dirty="0"/>
          </a:p>
          <a:p>
            <a:endParaRPr lang="es-CO" dirty="0"/>
          </a:p>
        </p:txBody>
      </p:sp>
      <p:sp>
        <p:nvSpPr>
          <p:cNvPr id="5" name="CuadroTexto 4">
            <a:extLst>
              <a:ext uri="{FF2B5EF4-FFF2-40B4-BE49-F238E27FC236}">
                <a16:creationId xmlns:a16="http://schemas.microsoft.com/office/drawing/2014/main" id="{0DFFE4B8-13FB-ABB0-BFBC-74FFCE8618FA}"/>
              </a:ext>
            </a:extLst>
          </p:cNvPr>
          <p:cNvSpPr txBox="1"/>
          <p:nvPr/>
        </p:nvSpPr>
        <p:spPr>
          <a:xfrm>
            <a:off x="2877350" y="1774768"/>
            <a:ext cx="6611424" cy="1077218"/>
          </a:xfrm>
          <a:prstGeom prst="rect">
            <a:avLst/>
          </a:prstGeom>
          <a:noFill/>
          <a:ln>
            <a:solidFill>
              <a:schemeClr val="tx1"/>
            </a:solidFill>
          </a:ln>
        </p:spPr>
        <p:txBody>
          <a:bodyPr wrap="square" rtlCol="0">
            <a:spAutoFit/>
          </a:bodyPr>
          <a:lstStyle/>
          <a:p>
            <a:r>
              <a:rPr lang="es-CO" sz="1600" dirty="0"/>
              <a:t>AL LLEGAR A PDV, NO SE ENCUENTRA ASESOR, SE DA ESPERA DURANTE 20 MINUTOS AL NO VISUALIZARLO, SE SOLICITA INFORMACIÓN AL ÁREA DE MASCOTAS E INDICAN QUE NO SE ENCUENTRA Y QUE ESE DIA NO ASISTE</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127EEF72-AF88-03B9-7DC5-5042AE6337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113843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AD0E7-2B7B-667A-4307-485C571451DD}"/>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C0DEFDA5-1905-5C08-98DB-DD17F34DF94A}"/>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26347A50-928A-0B72-CFF3-A84A2ECEEA94}"/>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4D783B2E-FEBD-AA35-8C2B-274BC52DB4F5}"/>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EXITO SUPER INTER MELENDEZ </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503C8B67-43B7-06FD-1E4B-9432820EC89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FA2F8280-C81F-2DA5-1EE1-458BEA64278D}"/>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0805D2D7-C0A0-4238-9604-007798E8B9CC}"/>
              </a:ext>
            </a:extLst>
          </p:cNvPr>
          <p:cNvSpPr txBox="1"/>
          <p:nvPr/>
        </p:nvSpPr>
        <p:spPr>
          <a:xfrm>
            <a:off x="2877350" y="3151023"/>
            <a:ext cx="6551463" cy="1754326"/>
          </a:xfrm>
          <a:prstGeom prst="rect">
            <a:avLst/>
          </a:prstGeom>
          <a:noFill/>
        </p:spPr>
        <p:txBody>
          <a:bodyPr wrap="square">
            <a:spAutoFit/>
          </a:bodyPr>
          <a:lstStyle/>
          <a:p>
            <a:r>
              <a:rPr lang="es-CO" u="sng" dirty="0">
                <a:hlinkClick r:id="rId2"/>
              </a:rPr>
              <a:t>https://drive.google.com/file/d/1dWjpy3F-NXrhCT_1HCOGIUMKnpX7gbO7/view?usp=drive_link</a:t>
            </a:r>
            <a:endParaRPr lang="es-CO" u="sng" dirty="0"/>
          </a:p>
          <a:p>
            <a:endParaRPr lang="es-CO" dirty="0">
              <a:solidFill>
                <a:srgbClr val="000000"/>
              </a:solidFill>
              <a:latin typeface="Aptos Narrow" panose="020B0004020202020204" pitchFamily="34" charset="0"/>
            </a:endParaRPr>
          </a:p>
          <a:p>
            <a:r>
              <a:rPr lang="es-CO" u="sng" dirty="0">
                <a:hlinkClick r:id="rId3"/>
              </a:rPr>
              <a:t>https://drive.google.com/file/d/1an3d9qAKkC_T5GVYz2aMicA4f6ofAmbM/view?usp=drive_link</a:t>
            </a:r>
            <a:endParaRPr lang="es-CO" u="sng" dirty="0"/>
          </a:p>
          <a:p>
            <a:endParaRPr lang="es-CO" dirty="0"/>
          </a:p>
        </p:txBody>
      </p:sp>
      <p:sp>
        <p:nvSpPr>
          <p:cNvPr id="5" name="CuadroTexto 4">
            <a:extLst>
              <a:ext uri="{FF2B5EF4-FFF2-40B4-BE49-F238E27FC236}">
                <a16:creationId xmlns:a16="http://schemas.microsoft.com/office/drawing/2014/main" id="{327C5E83-9DA9-6D16-1A70-340204D54B8A}"/>
              </a:ext>
            </a:extLst>
          </p:cNvPr>
          <p:cNvSpPr txBox="1"/>
          <p:nvPr/>
        </p:nvSpPr>
        <p:spPr>
          <a:xfrm>
            <a:off x="2877350" y="2051767"/>
            <a:ext cx="6551463" cy="830997"/>
          </a:xfrm>
          <a:prstGeom prst="rect">
            <a:avLst/>
          </a:prstGeom>
          <a:noFill/>
          <a:ln>
            <a:solidFill>
              <a:schemeClr val="tx1"/>
            </a:solidFill>
          </a:ln>
        </p:spPr>
        <p:txBody>
          <a:bodyPr wrap="square" rtlCol="0">
            <a:spAutoFit/>
          </a:bodyPr>
          <a:lstStyle/>
          <a:p>
            <a:r>
              <a:rPr lang="es-CO" sz="1600" dirty="0"/>
              <a:t>NO FUE EFECTIVO EL MISTERY PORQUE LA ASESORA NO LLEGÓ AL PDV, SE ESPERA DURANTE 1 HORA DANDOLE TIEMPO QUE LLEGUE Y NUNCA SE PRESENTA</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0F0B82DC-0037-1539-5BA6-57C5462883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3466042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13181-9A99-54E8-9F31-F3FB71D17D9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23E35472-8D31-E4F8-4F29-AB4978952B2E}"/>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228A61B3-8316-8B9E-406F-04FF9CBEA2E0}"/>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F5471455-B021-2F64-6312-99AF52B08991}"/>
              </a:ext>
            </a:extLst>
          </p:cNvPr>
          <p:cNvSpPr txBox="1"/>
          <p:nvPr/>
        </p:nvSpPr>
        <p:spPr>
          <a:xfrm>
            <a:off x="2877350" y="114934"/>
            <a:ext cx="5842107" cy="646331"/>
          </a:xfrm>
          <a:prstGeom prst="rect">
            <a:avLst/>
          </a:prstGeom>
          <a:noFill/>
        </p:spPr>
        <p:txBody>
          <a:bodyPr wrap="square" rtlCol="0">
            <a:spAutoFit/>
          </a:bodyPr>
          <a:lstStyle/>
          <a:p>
            <a:r>
              <a:rPr lang="es-MX" b="1" dirty="0">
                <a:solidFill>
                  <a:srgbClr val="000000"/>
                </a:solidFill>
                <a:latin typeface="Aptos Narrow" panose="020B0004020202020204" pitchFamily="34" charset="0"/>
              </a:rPr>
              <a:t>CAÑAVERAL EL INGENIO </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FC243F2C-F434-A27A-CCB3-BFFD4D8A6DB1}"/>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5B95800F-B097-DCC9-6122-7EA495F8A9FB}"/>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52FFFADC-2150-4258-3BA2-6F2EB2C2E57E}"/>
              </a:ext>
            </a:extLst>
          </p:cNvPr>
          <p:cNvSpPr txBox="1"/>
          <p:nvPr/>
        </p:nvSpPr>
        <p:spPr>
          <a:xfrm>
            <a:off x="2877350" y="3082766"/>
            <a:ext cx="6581443" cy="1754326"/>
          </a:xfrm>
          <a:prstGeom prst="rect">
            <a:avLst/>
          </a:prstGeom>
          <a:noFill/>
        </p:spPr>
        <p:txBody>
          <a:bodyPr wrap="square">
            <a:spAutoFit/>
          </a:bodyPr>
          <a:lstStyle/>
          <a:p>
            <a:r>
              <a:rPr lang="es-CO" u="sng" dirty="0">
                <a:hlinkClick r:id="rId2"/>
              </a:rPr>
              <a:t>https://drive.google.com/file/d/1nyk4LrxKZy7xJpN8d0VOtVr0qwNbggdr/view?usp=drive_link</a:t>
            </a:r>
            <a:endParaRPr lang="es-CO" u="sng" dirty="0"/>
          </a:p>
          <a:p>
            <a:endParaRPr lang="es-CO" dirty="0">
              <a:solidFill>
                <a:srgbClr val="000000"/>
              </a:solidFill>
              <a:latin typeface="Aptos Narrow" panose="020B0004020202020204" pitchFamily="34" charset="0"/>
            </a:endParaRPr>
          </a:p>
          <a:p>
            <a:r>
              <a:rPr lang="es-CO" u="sng" dirty="0">
                <a:hlinkClick r:id="rId3"/>
              </a:rPr>
              <a:t>https://drive.google.com/file/d/1y5JGKfs5HpukmT9ovu2pILE3xS03psub/view?usp=drive_link</a:t>
            </a:r>
            <a:endParaRPr lang="es-CO" u="sng" dirty="0"/>
          </a:p>
          <a:p>
            <a:endParaRPr lang="es-CO" dirty="0"/>
          </a:p>
        </p:txBody>
      </p:sp>
      <p:sp>
        <p:nvSpPr>
          <p:cNvPr id="5" name="CuadroTexto 4">
            <a:extLst>
              <a:ext uri="{FF2B5EF4-FFF2-40B4-BE49-F238E27FC236}">
                <a16:creationId xmlns:a16="http://schemas.microsoft.com/office/drawing/2014/main" id="{3A576B9F-8E3D-53EB-4E1C-F9A4A6A9DD11}"/>
              </a:ext>
            </a:extLst>
          </p:cNvPr>
          <p:cNvSpPr txBox="1"/>
          <p:nvPr/>
        </p:nvSpPr>
        <p:spPr>
          <a:xfrm>
            <a:off x="2877350" y="2177139"/>
            <a:ext cx="6581443" cy="584775"/>
          </a:xfrm>
          <a:prstGeom prst="rect">
            <a:avLst/>
          </a:prstGeom>
          <a:noFill/>
          <a:ln>
            <a:solidFill>
              <a:schemeClr val="tx1"/>
            </a:solidFill>
          </a:ln>
        </p:spPr>
        <p:txBody>
          <a:bodyPr wrap="square" rtlCol="0">
            <a:spAutoFit/>
          </a:bodyPr>
          <a:lstStyle/>
          <a:p>
            <a:r>
              <a:rPr lang="es-CO" sz="1600" dirty="0"/>
              <a:t>LA ASESORA NO SE ENCUENTRA EN EL PDV A LAS 9:15 AM, SE ESPERA HASTA LAS 9:50 AM Y NO SE LOGRA REALIZAR</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ECC45959-8247-57CB-CA42-109ED6EE47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0129022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702BC-9DEA-70DD-1E79-C14723BBCBA2}"/>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69A7BA5A-D3EE-E142-132F-6449C4AF094B}"/>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4E0F3AE7-C00C-3812-5E22-4E00EE70371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0FC399B0-4A48-142A-723A-5471BA100979}"/>
              </a:ext>
            </a:extLst>
          </p:cNvPr>
          <p:cNvSpPr txBox="1"/>
          <p:nvPr/>
        </p:nvSpPr>
        <p:spPr>
          <a:xfrm>
            <a:off x="2877350" y="114934"/>
            <a:ext cx="6581443"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LA MONTAÑA AGROMERCADOS LA 14 DE COSMOCENTRO 129</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3303E3FF-F90F-BC15-C05A-7FF8ABD9A324}"/>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B0DB2229-41B3-E3AD-99D0-39E907E4DF79}"/>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6A71443E-7241-90AC-B531-6610D567E17B}"/>
              </a:ext>
            </a:extLst>
          </p:cNvPr>
          <p:cNvSpPr txBox="1"/>
          <p:nvPr/>
        </p:nvSpPr>
        <p:spPr>
          <a:xfrm>
            <a:off x="2877350" y="3080726"/>
            <a:ext cx="6581443" cy="1754326"/>
          </a:xfrm>
          <a:prstGeom prst="rect">
            <a:avLst/>
          </a:prstGeom>
          <a:noFill/>
        </p:spPr>
        <p:txBody>
          <a:bodyPr wrap="square">
            <a:spAutoFit/>
          </a:bodyPr>
          <a:lstStyle/>
          <a:p>
            <a:r>
              <a:rPr lang="es-CO" u="sng" dirty="0">
                <a:hlinkClick r:id="rId2"/>
              </a:rPr>
              <a:t>https://drive.google.com/file/d/17f2_bBsT2ywKPmWSA8l9Vdee1Drtk4AD/view?usp=drive_link</a:t>
            </a:r>
            <a:endParaRPr lang="es-CO" u="sng" dirty="0"/>
          </a:p>
          <a:p>
            <a:endParaRPr lang="es-CO" dirty="0">
              <a:solidFill>
                <a:srgbClr val="000000"/>
              </a:solidFill>
              <a:latin typeface="Aptos Narrow" panose="020B0004020202020204" pitchFamily="34" charset="0"/>
            </a:endParaRPr>
          </a:p>
          <a:p>
            <a:r>
              <a:rPr lang="es-CO" u="sng" dirty="0">
                <a:hlinkClick r:id="rId3"/>
              </a:rPr>
              <a:t>https://drive.google.com/file/d/11f-kP2jfh1uMFdn1JB4EFZQ0_UrArX4w/view?usp=drive_link</a:t>
            </a:r>
            <a:endParaRPr lang="es-CO" u="sng" dirty="0"/>
          </a:p>
          <a:p>
            <a:endParaRPr lang="es-CO" dirty="0"/>
          </a:p>
        </p:txBody>
      </p:sp>
      <p:sp>
        <p:nvSpPr>
          <p:cNvPr id="5" name="CuadroTexto 4">
            <a:extLst>
              <a:ext uri="{FF2B5EF4-FFF2-40B4-BE49-F238E27FC236}">
                <a16:creationId xmlns:a16="http://schemas.microsoft.com/office/drawing/2014/main" id="{FEE7BABA-F77D-BC7D-B624-5CFADC8DAFC3}"/>
              </a:ext>
            </a:extLst>
          </p:cNvPr>
          <p:cNvSpPr txBox="1"/>
          <p:nvPr/>
        </p:nvSpPr>
        <p:spPr>
          <a:xfrm>
            <a:off x="2877349" y="2282599"/>
            <a:ext cx="6581443" cy="584775"/>
          </a:xfrm>
          <a:prstGeom prst="rect">
            <a:avLst/>
          </a:prstGeom>
          <a:noFill/>
          <a:ln>
            <a:solidFill>
              <a:schemeClr val="tx1"/>
            </a:solidFill>
          </a:ln>
        </p:spPr>
        <p:txBody>
          <a:bodyPr wrap="square" rtlCol="0">
            <a:spAutoFit/>
          </a:bodyPr>
          <a:lstStyle/>
          <a:p>
            <a:r>
              <a:rPr lang="es-CO" sz="1600" dirty="0"/>
              <a:t>SE GRABA LA VISITA Y EL PROMOTOR DIRECTO DE PURINA NO SE ENCUENTRA EN EL PUNTO</a:t>
            </a:r>
            <a:endParaRPr lang="es-MX" sz="1600" dirty="0">
              <a:highlight>
                <a:srgbClr val="C0C0C0"/>
              </a:highlight>
            </a:endParaRPr>
          </a:p>
        </p:txBody>
      </p:sp>
      <p:pic>
        <p:nvPicPr>
          <p:cNvPr id="2" name="Imagen 1" descr="Icono&#10;&#10;Descripción generada automáticamente">
            <a:extLst>
              <a:ext uri="{FF2B5EF4-FFF2-40B4-BE49-F238E27FC236}">
                <a16:creationId xmlns:a16="http://schemas.microsoft.com/office/drawing/2014/main" id="{272347CE-CA17-58EB-4D30-CA7A76F9B5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448327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DFFB9-AA0F-3260-2FB5-7276479B988E}"/>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8E8FB5A7-043A-DD8A-E2BC-B645A55E131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 name="Imagen 3" descr="Icono&#10;&#10;Descripción generada automáticamente">
            <a:extLst>
              <a:ext uri="{FF2B5EF4-FFF2-40B4-BE49-F238E27FC236}">
                <a16:creationId xmlns:a16="http://schemas.microsoft.com/office/drawing/2014/main" id="{AF889DE9-3E61-8672-DE2A-0D38C10240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cxnSp>
        <p:nvCxnSpPr>
          <p:cNvPr id="9" name="Conector recto 8">
            <a:extLst>
              <a:ext uri="{FF2B5EF4-FFF2-40B4-BE49-F238E27FC236}">
                <a16:creationId xmlns:a16="http://schemas.microsoft.com/office/drawing/2014/main" id="{195843F7-4674-E112-40AF-CEF964F7090C}"/>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C4205DF9-0723-50D3-BFCD-978E51B89FFF}"/>
              </a:ext>
            </a:extLst>
          </p:cNvPr>
          <p:cNvSpPr txBox="1"/>
          <p:nvPr/>
        </p:nvSpPr>
        <p:spPr>
          <a:xfrm>
            <a:off x="2877350" y="114934"/>
            <a:ext cx="6581443" cy="646331"/>
          </a:xfrm>
          <a:prstGeom prst="rect">
            <a:avLst/>
          </a:prstGeom>
          <a:noFill/>
        </p:spPr>
        <p:txBody>
          <a:bodyPr wrap="square" rtlCol="0">
            <a:spAutoFit/>
          </a:bodyPr>
          <a:lstStyle/>
          <a:p>
            <a:r>
              <a:rPr lang="es-CO" b="1" dirty="0">
                <a:solidFill>
                  <a:srgbClr val="000000"/>
                </a:solidFill>
                <a:latin typeface="Aptos Narrow" panose="020B0004020202020204" pitchFamily="34" charset="0"/>
              </a:rPr>
              <a:t>MERKAVALLE JG SAS </a:t>
            </a:r>
            <a:r>
              <a:rPr lang="es-MX" sz="1800" b="1" i="0" u="none" strike="noStrike" dirty="0">
                <a:solidFill>
                  <a:srgbClr val="000000"/>
                </a:solidFill>
                <a:effectLst/>
                <a:latin typeface="Aptos Narrow" panose="020B0004020202020204" pitchFamily="34" charset="0"/>
              </a:rPr>
              <a:t>- CALI</a:t>
            </a:r>
            <a:br>
              <a:rPr lang="es-MX" dirty="0">
                <a:latin typeface="Franklin Gothic Demi" panose="020B0703020102020204" pitchFamily="34" charset="0"/>
              </a:rPr>
            </a:br>
            <a:r>
              <a:rPr lang="es-MX" dirty="0">
                <a:latin typeface="Franklin Gothic Demi" panose="020B0703020102020204" pitchFamily="34" charset="0"/>
              </a:rPr>
              <a:t>Canal Moderno</a:t>
            </a:r>
            <a:endParaRPr lang="es-CO" dirty="0">
              <a:latin typeface="Franklin Gothic Demi" panose="020B0703020102020204" pitchFamily="34" charset="0"/>
            </a:endParaRPr>
          </a:p>
        </p:txBody>
      </p:sp>
      <p:sp>
        <p:nvSpPr>
          <p:cNvPr id="6" name="CuadroTexto 5">
            <a:extLst>
              <a:ext uri="{FF2B5EF4-FFF2-40B4-BE49-F238E27FC236}">
                <a16:creationId xmlns:a16="http://schemas.microsoft.com/office/drawing/2014/main" id="{BCA8783F-CCCA-243C-C3DB-BB0F8478E550}"/>
              </a:ext>
            </a:extLst>
          </p:cNvPr>
          <p:cNvSpPr txBox="1"/>
          <p:nvPr/>
        </p:nvSpPr>
        <p:spPr>
          <a:xfrm>
            <a:off x="7966173" y="2051767"/>
            <a:ext cx="3818475" cy="523220"/>
          </a:xfrm>
          <a:prstGeom prst="rect">
            <a:avLst/>
          </a:prstGeom>
          <a:noFill/>
        </p:spPr>
        <p:txBody>
          <a:bodyPr wrap="square" rtlCol="0">
            <a:spAutoFit/>
          </a:bodyPr>
          <a:lstStyle/>
          <a:p>
            <a:br>
              <a:rPr lang="es-MX" sz="1400" b="0" i="0" dirty="0">
                <a:solidFill>
                  <a:srgbClr val="0D0D0D"/>
                </a:solidFill>
                <a:effectLst/>
                <a:latin typeface="ui-sans-serif"/>
              </a:rPr>
            </a:br>
            <a:endParaRPr lang="es-MX" sz="1400" dirty="0">
              <a:solidFill>
                <a:srgbClr val="0D0D0D"/>
              </a:solidFill>
              <a:latin typeface="ui-sans-serif"/>
            </a:endParaRPr>
          </a:p>
        </p:txBody>
      </p:sp>
      <p:sp>
        <p:nvSpPr>
          <p:cNvPr id="12" name="Rectángulo: esquinas redondeadas 11">
            <a:extLst>
              <a:ext uri="{FF2B5EF4-FFF2-40B4-BE49-F238E27FC236}">
                <a16:creationId xmlns:a16="http://schemas.microsoft.com/office/drawing/2014/main" id="{1F038DC0-5B19-A66C-DD69-876C64D134FC}"/>
              </a:ext>
            </a:extLst>
          </p:cNvPr>
          <p:cNvSpPr/>
          <p:nvPr/>
        </p:nvSpPr>
        <p:spPr>
          <a:xfrm>
            <a:off x="8048847" y="628560"/>
            <a:ext cx="3818475" cy="293097"/>
          </a:xfrm>
          <a:prstGeom prst="round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400" b="1" dirty="0"/>
              <a:t>Soporte Video – Visitas no Efectivas</a:t>
            </a:r>
          </a:p>
        </p:txBody>
      </p:sp>
      <p:sp>
        <p:nvSpPr>
          <p:cNvPr id="7" name="CuadroTexto 6">
            <a:extLst>
              <a:ext uri="{FF2B5EF4-FFF2-40B4-BE49-F238E27FC236}">
                <a16:creationId xmlns:a16="http://schemas.microsoft.com/office/drawing/2014/main" id="{357FCBB2-9C31-B560-31A4-FE5479198E53}"/>
              </a:ext>
            </a:extLst>
          </p:cNvPr>
          <p:cNvSpPr txBox="1"/>
          <p:nvPr/>
        </p:nvSpPr>
        <p:spPr>
          <a:xfrm>
            <a:off x="2877351" y="3080726"/>
            <a:ext cx="6581442" cy="1754326"/>
          </a:xfrm>
          <a:prstGeom prst="rect">
            <a:avLst/>
          </a:prstGeom>
          <a:noFill/>
        </p:spPr>
        <p:txBody>
          <a:bodyPr wrap="square">
            <a:spAutoFit/>
          </a:bodyPr>
          <a:lstStyle/>
          <a:p>
            <a:r>
              <a:rPr lang="es-CO" u="sng" dirty="0">
                <a:hlinkClick r:id="rId3"/>
              </a:rPr>
              <a:t>https://drive.google.com/file/d/1U5X0Iqddztnqsmm74ONiNmOcDrbAdNcU/view?usp=drive_link</a:t>
            </a:r>
            <a:endParaRPr lang="es-CO" u="sng" dirty="0"/>
          </a:p>
          <a:p>
            <a:endParaRPr lang="es-CO" dirty="0">
              <a:solidFill>
                <a:srgbClr val="000000"/>
              </a:solidFill>
              <a:latin typeface="Aptos Narrow" panose="020B0004020202020204" pitchFamily="34" charset="0"/>
            </a:endParaRPr>
          </a:p>
          <a:p>
            <a:r>
              <a:rPr lang="es-CO" u="sng" dirty="0">
                <a:hlinkClick r:id="rId4"/>
              </a:rPr>
              <a:t>https://drive.google.com/file/d/15pFp6Ngp-uJlaPo8pMLWqQc7JRwIdI5D/view?usp=drive_link</a:t>
            </a:r>
            <a:endParaRPr lang="es-CO" u="sng" dirty="0"/>
          </a:p>
          <a:p>
            <a:endParaRPr lang="es-CO" dirty="0"/>
          </a:p>
        </p:txBody>
      </p:sp>
      <p:sp>
        <p:nvSpPr>
          <p:cNvPr id="5" name="CuadroTexto 4">
            <a:extLst>
              <a:ext uri="{FF2B5EF4-FFF2-40B4-BE49-F238E27FC236}">
                <a16:creationId xmlns:a16="http://schemas.microsoft.com/office/drawing/2014/main" id="{79B4BFBF-BA9E-5055-DDEF-C84567058F16}"/>
              </a:ext>
            </a:extLst>
          </p:cNvPr>
          <p:cNvSpPr txBox="1"/>
          <p:nvPr/>
        </p:nvSpPr>
        <p:spPr>
          <a:xfrm>
            <a:off x="2877350" y="2282599"/>
            <a:ext cx="6581442" cy="584775"/>
          </a:xfrm>
          <a:prstGeom prst="rect">
            <a:avLst/>
          </a:prstGeom>
          <a:noFill/>
          <a:ln>
            <a:solidFill>
              <a:schemeClr val="tx1"/>
            </a:solidFill>
          </a:ln>
        </p:spPr>
        <p:txBody>
          <a:bodyPr wrap="square" rtlCol="0">
            <a:spAutoFit/>
          </a:bodyPr>
          <a:lstStyle/>
          <a:p>
            <a:r>
              <a:rPr lang="es-CO" sz="1600" dirty="0"/>
              <a:t>LA ASESORA NO SE ENCUENTRA EN EL PDV, INFORMARON QUE ESTABA EN LA EPS</a:t>
            </a:r>
            <a:endParaRPr lang="es-MX" sz="1600" dirty="0">
              <a:highlight>
                <a:srgbClr val="C0C0C0"/>
              </a:highlight>
            </a:endParaRPr>
          </a:p>
        </p:txBody>
      </p:sp>
    </p:spTree>
    <p:extLst>
      <p:ext uri="{BB962C8B-B14F-4D97-AF65-F5344CB8AC3E}">
        <p14:creationId xmlns:p14="http://schemas.microsoft.com/office/powerpoint/2010/main" val="38763992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0D363-22FB-0167-1AEC-4210366119E6}"/>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9CEC202C-0003-BB2D-42EE-0B4435FB8D1C}"/>
              </a:ext>
            </a:extLst>
          </p:cNvPr>
          <p:cNvSpPr/>
          <p:nvPr/>
        </p:nvSpPr>
        <p:spPr>
          <a:xfrm>
            <a:off x="1" y="0"/>
            <a:ext cx="2676526" cy="6858000"/>
          </a:xfrm>
          <a:prstGeom prst="rect">
            <a:avLst/>
          </a:prstGeom>
          <a:solidFill>
            <a:srgbClr val="E81C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 name="Conector recto 8">
            <a:extLst>
              <a:ext uri="{FF2B5EF4-FFF2-40B4-BE49-F238E27FC236}">
                <a16:creationId xmlns:a16="http://schemas.microsoft.com/office/drawing/2014/main" id="{05D53E87-9F23-A22C-2547-0DF1F4F52E98}"/>
              </a:ext>
            </a:extLst>
          </p:cNvPr>
          <p:cNvCxnSpPr>
            <a:cxnSpLocks/>
          </p:cNvCxnSpPr>
          <p:nvPr/>
        </p:nvCxnSpPr>
        <p:spPr>
          <a:xfrm>
            <a:off x="2877350" y="811512"/>
            <a:ext cx="8973473"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CuadroTexto 2">
            <a:extLst>
              <a:ext uri="{FF2B5EF4-FFF2-40B4-BE49-F238E27FC236}">
                <a16:creationId xmlns:a16="http://schemas.microsoft.com/office/drawing/2014/main" id="{7EAEC1A9-BC3E-83F3-7E36-EA16B624E7FE}"/>
              </a:ext>
            </a:extLst>
          </p:cNvPr>
          <p:cNvSpPr txBox="1"/>
          <p:nvPr/>
        </p:nvSpPr>
        <p:spPr>
          <a:xfrm>
            <a:off x="2877350" y="272904"/>
            <a:ext cx="6143624" cy="369332"/>
          </a:xfrm>
          <a:prstGeom prst="rect">
            <a:avLst/>
          </a:prstGeom>
          <a:noFill/>
        </p:spPr>
        <p:txBody>
          <a:bodyPr wrap="square" lIns="91440" tIns="45720" rIns="91440" bIns="45720" rtlCol="0" anchor="t">
            <a:spAutoFit/>
          </a:bodyPr>
          <a:lstStyle/>
          <a:p>
            <a:r>
              <a:rPr lang="es-MX" dirty="0">
                <a:latin typeface="Franklin Gothic Demi"/>
              </a:rPr>
              <a:t>PLANES DE ACCIÓN</a:t>
            </a:r>
            <a:endParaRPr lang="es-MX" dirty="0">
              <a:latin typeface="Franklin Gothic Demi" panose="020B0703020102020204" pitchFamily="34" charset="0"/>
            </a:endParaRPr>
          </a:p>
        </p:txBody>
      </p:sp>
      <p:sp>
        <p:nvSpPr>
          <p:cNvPr id="7" name="Rectangle 3">
            <a:extLst>
              <a:ext uri="{FF2B5EF4-FFF2-40B4-BE49-F238E27FC236}">
                <a16:creationId xmlns:a16="http://schemas.microsoft.com/office/drawing/2014/main" id="{3C6363B1-09DA-100B-8CBE-639B6623CA69}"/>
              </a:ext>
            </a:extLst>
          </p:cNvPr>
          <p:cNvSpPr>
            <a:spLocks noChangeArrowheads="1"/>
          </p:cNvSpPr>
          <p:nvPr/>
        </p:nvSpPr>
        <p:spPr bwMode="auto">
          <a:xfrm>
            <a:off x="3052915" y="1239571"/>
            <a:ext cx="8797907" cy="3046988"/>
          </a:xfrm>
          <a:prstGeom prst="rect">
            <a:avLst/>
          </a:prstGeom>
          <a:noFill/>
        </p:spPr>
        <p:txBody>
          <a:bodyPr wrap="square">
            <a:spAutoFit/>
          </a:bodyPr>
          <a:lstStyle/>
          <a:p>
            <a:r>
              <a:rPr lang="es-MX" sz="1600" b="1" dirty="0"/>
              <a:t>Portafolio y Manejo de Objeciones: </a:t>
            </a:r>
            <a:endParaRPr lang="es-CO" altLang="es-CO" sz="1600" dirty="0"/>
          </a:p>
          <a:p>
            <a:pPr marL="285750" indent="-285750">
              <a:buFont typeface="Arial" panose="020B0604020202020204" pitchFamily="34" charset="0"/>
              <a:buChar char="•"/>
            </a:pPr>
            <a:r>
              <a:rPr lang="es-CO" altLang="es-CO" sz="1600" dirty="0"/>
              <a:t>Capacitación en argumentación de ventas: Realizar talleres prácticos sobre los beneficios del portafolio y cómo responder objeciones comunes.</a:t>
            </a:r>
          </a:p>
          <a:p>
            <a:pPr marL="285750" indent="-285750">
              <a:buFont typeface="Arial" panose="020B0604020202020204" pitchFamily="34" charset="0"/>
              <a:buChar char="•"/>
            </a:pPr>
            <a:r>
              <a:rPr lang="es-CO" altLang="es-CO" sz="1600" dirty="0"/>
              <a:t>Guías rápidas de objeciones: Crear material de consulta rápida con respuestas efectivas a dudas frecuentes.</a:t>
            </a:r>
          </a:p>
          <a:p>
            <a:pPr marL="285750" indent="-285750">
              <a:buFont typeface="Arial" panose="020B0604020202020204" pitchFamily="34" charset="0"/>
              <a:buChar char="•"/>
            </a:pPr>
            <a:r>
              <a:rPr lang="es-CO" altLang="es-CO" sz="1600" dirty="0"/>
              <a:t>Role </a:t>
            </a:r>
            <a:r>
              <a:rPr lang="es-CO" altLang="es-CO" sz="1600" dirty="0" err="1"/>
              <a:t>playing</a:t>
            </a:r>
            <a:r>
              <a:rPr lang="es-CO" altLang="es-CO" sz="1600" dirty="0"/>
              <a:t> semanal: Simulaciones de ventas para mejorar la confianza en la argumentación</a:t>
            </a:r>
          </a:p>
          <a:p>
            <a:pPr marL="285750" indent="-285750">
              <a:buFont typeface="Arial" panose="020B0604020202020204" pitchFamily="34" charset="0"/>
              <a:buChar char="•"/>
            </a:pPr>
            <a:endParaRPr lang="es-CO" altLang="es-CO" sz="1600" dirty="0"/>
          </a:p>
          <a:p>
            <a:r>
              <a:rPr lang="es-CO" sz="1600" b="1" dirty="0"/>
              <a:t>Labor de Venta</a:t>
            </a:r>
            <a:r>
              <a:rPr lang="es-CO" sz="1600" dirty="0"/>
              <a:t> </a:t>
            </a:r>
            <a:r>
              <a:rPr lang="es-MX" sz="1600" b="1" dirty="0"/>
              <a:t>: </a:t>
            </a:r>
            <a:endParaRPr lang="es-CO" altLang="es-CO" sz="1600" dirty="0"/>
          </a:p>
          <a:p>
            <a:pPr marL="285750" indent="-285750">
              <a:buFont typeface="Arial" panose="020B0604020202020204" pitchFamily="34" charset="0"/>
              <a:buChar char="•"/>
            </a:pPr>
            <a:r>
              <a:rPr lang="es-CO" altLang="es-CO" sz="1600" dirty="0"/>
              <a:t>Entrenamiento en técnicas de cierre de ventas: Reforzar la venta consultiva con enfoque en necesidades del cliente.</a:t>
            </a:r>
          </a:p>
          <a:p>
            <a:pPr marL="285750" indent="-285750">
              <a:buFont typeface="Arial" panose="020B0604020202020204" pitchFamily="34" charset="0"/>
              <a:buChar char="•"/>
            </a:pPr>
            <a:r>
              <a:rPr lang="es-CO" altLang="es-CO" sz="1600" dirty="0"/>
              <a:t>Seguimiento con evaluaciones internas: </a:t>
            </a:r>
            <a:r>
              <a:rPr lang="es-CO" altLang="es-CO" sz="1600" dirty="0" err="1"/>
              <a:t>Mistery</a:t>
            </a:r>
            <a:r>
              <a:rPr lang="es-CO" altLang="es-CO" sz="1600" dirty="0"/>
              <a:t> </a:t>
            </a:r>
            <a:r>
              <a:rPr lang="es-CO" altLang="es-CO" sz="1600" dirty="0" err="1"/>
              <a:t>shoppers</a:t>
            </a:r>
            <a:r>
              <a:rPr lang="es-CO" altLang="es-CO" sz="1600" dirty="0"/>
              <a:t> internos para validar mejoras.</a:t>
            </a:r>
          </a:p>
          <a:p>
            <a:pPr marL="285750" indent="-285750">
              <a:buFont typeface="Arial" panose="020B0604020202020204" pitchFamily="34" charset="0"/>
              <a:buChar char="•"/>
            </a:pPr>
            <a:r>
              <a:rPr lang="es-CO" altLang="es-CO" sz="1600" dirty="0"/>
              <a:t>Incentivos por conversión: Recompensar a asesores con mayores tasas de cierre.</a:t>
            </a:r>
          </a:p>
        </p:txBody>
      </p:sp>
      <p:pic>
        <p:nvPicPr>
          <p:cNvPr id="2" name="Imagen 1" descr="Icono&#10;&#10;Descripción generada automáticamente">
            <a:extLst>
              <a:ext uri="{FF2B5EF4-FFF2-40B4-BE49-F238E27FC236}">
                <a16:creationId xmlns:a16="http://schemas.microsoft.com/office/drawing/2014/main" id="{573C6342-79EA-66F6-3FE9-DED0F002C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34" y="3186414"/>
            <a:ext cx="2560659" cy="485171"/>
          </a:xfrm>
          <a:prstGeom prst="rect">
            <a:avLst/>
          </a:prstGeom>
        </p:spPr>
      </p:pic>
    </p:spTree>
    <p:extLst>
      <p:ext uri="{BB962C8B-B14F-4D97-AF65-F5344CB8AC3E}">
        <p14:creationId xmlns:p14="http://schemas.microsoft.com/office/powerpoint/2010/main" val="18239402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239B8D18AB98464181D1E85108248829" ma:contentTypeVersion="17" ma:contentTypeDescription="Crear nuevo documento." ma:contentTypeScope="" ma:versionID="b9cea1c05ae2262eed0cd5c2b2009515">
  <xsd:schema xmlns:xsd="http://www.w3.org/2001/XMLSchema" xmlns:xs="http://www.w3.org/2001/XMLSchema" xmlns:p="http://schemas.microsoft.com/office/2006/metadata/properties" xmlns:ns2="932c55c3-b5e0-4673-a25e-773070737706" xmlns:ns3="1828f71f-f3a5-414e-8b06-277e7a91b4d5" targetNamespace="http://schemas.microsoft.com/office/2006/metadata/properties" ma:root="true" ma:fieldsID="e080551d790acb6b42469279dd31adeb" ns2:_="" ns3:_="">
    <xsd:import namespace="932c55c3-b5e0-4673-a25e-773070737706"/>
    <xsd:import namespace="1828f71f-f3a5-414e-8b06-277e7a91b4d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32c55c3-b5e0-4673-a25e-7730707377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lcf76f155ced4ddcb4097134ff3c332f" ma:index="19" nillable="true" ma:taxonomy="true" ma:internalName="lcf76f155ced4ddcb4097134ff3c332f" ma:taxonomyFieldName="MediaServiceImageTags" ma:displayName="Etiquetas de imagen" ma:readOnly="false" ma:fieldId="{5cf76f15-5ced-4ddc-b409-7134ff3c332f}" ma:taxonomyMulti="true" ma:sspId="afb041b7-8286-4f54-8f47-108c36162468" ma:termSetId="09814cd3-568e-fe90-9814-8d621ff8fb84" ma:anchorId="fba54fb3-c3e1-fe81-a776-ca4b69148c4d" ma:open="true" ma:isKeyword="false">
      <xsd:complexType>
        <xsd:sequence>
          <xsd:element ref="pc:Terms" minOccurs="0" maxOccurs="1"/>
        </xsd:sequence>
      </xsd:complexType>
    </xsd:element>
    <xsd:element name="MediaLengthInSeconds" ma:index="21" nillable="true" ma:displayName="MediaLengthInSeconds" ma:hidden="true" ma:internalName="MediaLengthInSeconds" ma:readOnly="true">
      <xsd:simpleType>
        <xsd:restriction base="dms:Unknown"/>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828f71f-f3a5-414e-8b06-277e7a91b4d5"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20" nillable="true" ma:displayName="Taxonomy Catch All Column" ma:hidden="true" ma:list="{6f7eabd3-d49c-4116-8f8a-f44327f7309c}" ma:internalName="TaxCatchAll" ma:showField="CatchAllData" ma:web="1828f71f-f3a5-414e-8b06-277e7a91b4d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32c55c3-b5e0-4673-a25e-773070737706">
      <Terms xmlns="http://schemas.microsoft.com/office/infopath/2007/PartnerControls"/>
    </lcf76f155ced4ddcb4097134ff3c332f>
    <TaxCatchAll xmlns="1828f71f-f3a5-414e-8b06-277e7a91b4d5" xsi:nil="true"/>
  </documentManagement>
</p:properties>
</file>

<file path=customXml/itemProps1.xml><?xml version="1.0" encoding="utf-8"?>
<ds:datastoreItem xmlns:ds="http://schemas.openxmlformats.org/officeDocument/2006/customXml" ds:itemID="{2813100C-1B1F-466C-8DB6-D639B08B712F}"/>
</file>

<file path=customXml/itemProps2.xml><?xml version="1.0" encoding="utf-8"?>
<ds:datastoreItem xmlns:ds="http://schemas.openxmlformats.org/officeDocument/2006/customXml" ds:itemID="{C04E4501-7E14-43A4-96E9-4CECCAB4F3BE}">
  <ds:schemaRefs>
    <ds:schemaRef ds:uri="http://schemas.microsoft.com/sharepoint/v3/contenttype/forms"/>
  </ds:schemaRefs>
</ds:datastoreItem>
</file>

<file path=customXml/itemProps3.xml><?xml version="1.0" encoding="utf-8"?>
<ds:datastoreItem xmlns:ds="http://schemas.openxmlformats.org/officeDocument/2006/customXml" ds:itemID="{48446356-CFDD-47F4-A1AC-D66587E12E15}">
  <ds:schemaRefs>
    <ds:schemaRef ds:uri="http://schemas.openxmlformats.org/package/2006/metadata/core-properties"/>
    <ds:schemaRef ds:uri="http://schemas.microsoft.com/office/2006/metadata/properties"/>
    <ds:schemaRef ds:uri="http://schemas.microsoft.com/office/infopath/2007/PartnerControls"/>
    <ds:schemaRef ds:uri="http://schemas.microsoft.com/office/2006/documentManagement/types"/>
    <ds:schemaRef ds:uri="http://purl.org/dc/terms/"/>
    <ds:schemaRef ds:uri="e523bf45-09fb-4f9b-aa49-e403c0417b10"/>
    <ds:schemaRef ds:uri="http://purl.org/dc/elements/1.1/"/>
    <ds:schemaRef ds:uri="http://purl.org/dc/dcmitype/"/>
    <ds:schemaRef ds:uri="726c8eaf-14c1-4e89-a6e9-59524033e4a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5578</TotalTime>
  <Words>3359</Words>
  <Application>Microsoft Office PowerPoint</Application>
  <PresentationFormat>Panorámica</PresentationFormat>
  <Paragraphs>320</Paragraphs>
  <Slides>36</Slides>
  <Notes>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36</vt:i4>
      </vt:variant>
    </vt:vector>
  </HeadingPairs>
  <TitlesOfParts>
    <vt:vector size="44" baseType="lpstr">
      <vt:lpstr>Aptos</vt:lpstr>
      <vt:lpstr>Aptos Display</vt:lpstr>
      <vt:lpstr>Aptos Narrow</vt:lpstr>
      <vt:lpstr>Arial</vt:lpstr>
      <vt:lpstr>Franklin Gothic Demi</vt:lpstr>
      <vt:lpstr>ui-sans-serif</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Angie Lorena Gomez Romero</dc:creator>
  <cp:lastModifiedBy>Diego Raul Guerrero Anaya</cp:lastModifiedBy>
  <cp:revision>35</cp:revision>
  <dcterms:created xsi:type="dcterms:W3CDTF">2024-07-23T15:31:20Z</dcterms:created>
  <dcterms:modified xsi:type="dcterms:W3CDTF">2025-10-07T16:17:52Z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4e5b13-2d98-4ce3-adad-008bcee42cb2_Enabled">
    <vt:lpwstr>true</vt:lpwstr>
  </property>
  <property fmtid="{D5CDD505-2E9C-101B-9397-08002B2CF9AE}" pid="3" name="MSIP_Label_b64e5b13-2d98-4ce3-adad-008bcee42cb2_SetDate">
    <vt:lpwstr>2025-02-18T12:54:11Z</vt:lpwstr>
  </property>
  <property fmtid="{D5CDD505-2E9C-101B-9397-08002B2CF9AE}" pid="4" name="MSIP_Label_b64e5b13-2d98-4ce3-adad-008bcee42cb2_Method">
    <vt:lpwstr>Standard</vt:lpwstr>
  </property>
  <property fmtid="{D5CDD505-2E9C-101B-9397-08002B2CF9AE}" pid="5" name="MSIP_Label_b64e5b13-2d98-4ce3-adad-008bcee42cb2_Name">
    <vt:lpwstr>Información Confidencial</vt:lpwstr>
  </property>
  <property fmtid="{D5CDD505-2E9C-101B-9397-08002B2CF9AE}" pid="6" name="MSIP_Label_b64e5b13-2d98-4ce3-adad-008bcee42cb2_SiteId">
    <vt:lpwstr>d2bc208e-4fff-4078-b5ac-f69a6a266ff3</vt:lpwstr>
  </property>
  <property fmtid="{D5CDD505-2E9C-101B-9397-08002B2CF9AE}" pid="7" name="MSIP_Label_b64e5b13-2d98-4ce3-adad-008bcee42cb2_ActionId">
    <vt:lpwstr>cc883d48-43a9-431b-b437-4e3ce90acde8</vt:lpwstr>
  </property>
  <property fmtid="{D5CDD505-2E9C-101B-9397-08002B2CF9AE}" pid="8" name="MSIP_Label_b64e5b13-2d98-4ce3-adad-008bcee42cb2_ContentBits">
    <vt:lpwstr>0</vt:lpwstr>
  </property>
  <property fmtid="{D5CDD505-2E9C-101B-9397-08002B2CF9AE}" pid="9" name="MSIP_Label_b64e5b13-2d98-4ce3-adad-008bcee42cb2_Tag">
    <vt:lpwstr>10, 3, 0, 2</vt:lpwstr>
  </property>
  <property fmtid="{D5CDD505-2E9C-101B-9397-08002B2CF9AE}" pid="10" name="ContentTypeId">
    <vt:lpwstr>0x010100239B8D18AB98464181D1E85108248829</vt:lpwstr>
  </property>
</Properties>
</file>