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332" r:id="rId5"/>
    <p:sldId id="333" r:id="rId6"/>
    <p:sldId id="334" r:id="rId7"/>
    <p:sldId id="354" r:id="rId8"/>
    <p:sldId id="353" r:id="rId9"/>
    <p:sldId id="379" r:id="rId10"/>
    <p:sldId id="415" r:id="rId11"/>
    <p:sldId id="416" r:id="rId12"/>
    <p:sldId id="417" r:id="rId13"/>
    <p:sldId id="418" r:id="rId14"/>
    <p:sldId id="419" r:id="rId15"/>
    <p:sldId id="420" r:id="rId16"/>
    <p:sldId id="389" r:id="rId17"/>
    <p:sldId id="390" r:id="rId18"/>
    <p:sldId id="421" r:id="rId19"/>
    <p:sldId id="331" r:id="rId20"/>
    <p:sldId id="276" r:id="rId21"/>
    <p:sldId id="257" r:id="rId22"/>
    <p:sldId id="378" r:id="rId23"/>
    <p:sldId id="344" r:id="rId24"/>
    <p:sldId id="399" r:id="rId25"/>
    <p:sldId id="312" r:id="rId26"/>
    <p:sldId id="422" r:id="rId27"/>
    <p:sldId id="423" r:id="rId28"/>
    <p:sldId id="398" r:id="rId29"/>
    <p:sldId id="401" r:id="rId30"/>
    <p:sldId id="361" r:id="rId31"/>
    <p:sldId id="411" r:id="rId32"/>
    <p:sldId id="330" r:id="rId3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e Auditoria" id="{A25F183A-8BA2-49AA-B54A-A2BC4D92F211}">
          <p14:sldIdLst>
            <p14:sldId id="332"/>
            <p14:sldId id="333"/>
            <p14:sldId id="334"/>
            <p14:sldId id="354"/>
            <p14:sldId id="353"/>
            <p14:sldId id="379"/>
            <p14:sldId id="415"/>
            <p14:sldId id="416"/>
            <p14:sldId id="417"/>
            <p14:sldId id="418"/>
            <p14:sldId id="419"/>
            <p14:sldId id="420"/>
            <p14:sldId id="389"/>
            <p14:sldId id="390"/>
            <p14:sldId id="421"/>
          </p14:sldIdLst>
        </p14:section>
        <p14:section name="Informe Impulso" id="{E8B82DF3-41FF-4FB9-AD16-3D52B042A577}">
          <p14:sldIdLst>
            <p14:sldId id="331"/>
            <p14:sldId id="276"/>
            <p14:sldId id="257"/>
            <p14:sldId id="378"/>
            <p14:sldId id="344"/>
            <p14:sldId id="399"/>
            <p14:sldId id="312"/>
            <p14:sldId id="422"/>
            <p14:sldId id="423"/>
            <p14:sldId id="398"/>
            <p14:sldId id="401"/>
            <p14:sldId id="361"/>
            <p14:sldId id="411"/>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C24"/>
    <a:srgbClr val="AA050B"/>
    <a:srgbClr val="F7A720"/>
    <a:srgbClr val="6717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52B739-E664-44DE-9077-FFED4E4A03ED}" v="123" dt="2025-11-07T16:34:39.57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94660"/>
  </p:normalViewPr>
  <p:slideViewPr>
    <p:cSldViewPr snapToGrid="0">
      <p:cViewPr varScale="1">
        <p:scale>
          <a:sx n="64" d="100"/>
          <a:sy n="64" d="100"/>
        </p:scale>
        <p:origin x="8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Raul Guerrero Anaya" userId="0ce4d9aa-8e9a-49aa-b0f2-d17a32a3775a" providerId="ADAL" clId="{B93415C3-480F-43C7-8153-0DEF1BDC1F50}"/>
    <pc:docChg chg="undo custSel addSld delSld modSld sldOrd modSection">
      <pc:chgData name="Diego Raul Guerrero Anaya" userId="0ce4d9aa-8e9a-49aa-b0f2-d17a32a3775a" providerId="ADAL" clId="{B93415C3-480F-43C7-8153-0DEF1BDC1F50}" dt="2025-11-07T16:40:15.218" v="11174" actId="113"/>
      <pc:docMkLst>
        <pc:docMk/>
      </pc:docMkLst>
      <pc:sldChg chg="addSp delSp modSp mod">
        <pc:chgData name="Diego Raul Guerrero Anaya" userId="0ce4d9aa-8e9a-49aa-b0f2-d17a32a3775a" providerId="ADAL" clId="{B93415C3-480F-43C7-8153-0DEF1BDC1F50}" dt="2025-11-06T20:33:03.409" v="10177" actId="20577"/>
        <pc:sldMkLst>
          <pc:docMk/>
          <pc:sldMk cId="342973568" sldId="257"/>
        </pc:sldMkLst>
        <pc:spChg chg="mod">
          <ac:chgData name="Diego Raul Guerrero Anaya" userId="0ce4d9aa-8e9a-49aa-b0f2-d17a32a3775a" providerId="ADAL" clId="{B93415C3-480F-43C7-8153-0DEF1BDC1F50}" dt="2025-11-06T20:26:33.673" v="10116" actId="20577"/>
          <ac:spMkLst>
            <pc:docMk/>
            <pc:sldMk cId="342973568" sldId="257"/>
            <ac:spMk id="3" creationId="{5517A915-85AE-5FA2-8B73-8C6D4927CC78}"/>
          </ac:spMkLst>
        </pc:spChg>
        <pc:spChg chg="add del mod">
          <ac:chgData name="Diego Raul Guerrero Anaya" userId="0ce4d9aa-8e9a-49aa-b0f2-d17a32a3775a" providerId="ADAL" clId="{B93415C3-480F-43C7-8153-0DEF1BDC1F50}" dt="2025-11-06T20:24:57.639" v="10099" actId="478"/>
          <ac:spMkLst>
            <pc:docMk/>
            <pc:sldMk cId="342973568" sldId="257"/>
            <ac:spMk id="5" creationId="{25A2BDEC-FC4F-3BB7-67B3-E8303F8E62A7}"/>
          </ac:spMkLst>
        </pc:spChg>
        <pc:spChg chg="add del mod">
          <ac:chgData name="Diego Raul Guerrero Anaya" userId="0ce4d9aa-8e9a-49aa-b0f2-d17a32a3775a" providerId="ADAL" clId="{B93415C3-480F-43C7-8153-0DEF1BDC1F50}" dt="2025-11-06T20:24:57.639" v="10099" actId="478"/>
          <ac:spMkLst>
            <pc:docMk/>
            <pc:sldMk cId="342973568" sldId="257"/>
            <ac:spMk id="10" creationId="{7374F9DB-DD96-5F9C-475F-78396F8744CE}"/>
          </ac:spMkLst>
        </pc:spChg>
        <pc:spChg chg="add mod">
          <ac:chgData name="Diego Raul Guerrero Anaya" userId="0ce4d9aa-8e9a-49aa-b0f2-d17a32a3775a" providerId="ADAL" clId="{B93415C3-480F-43C7-8153-0DEF1BDC1F50}" dt="2025-11-06T20:24:58.493" v="10100"/>
          <ac:spMkLst>
            <pc:docMk/>
            <pc:sldMk cId="342973568" sldId="257"/>
            <ac:spMk id="11" creationId="{41E889EE-159E-C9DF-A47C-B0DC24ABEDDE}"/>
          </ac:spMkLst>
        </pc:spChg>
        <pc:spChg chg="add mod">
          <ac:chgData name="Diego Raul Guerrero Anaya" userId="0ce4d9aa-8e9a-49aa-b0f2-d17a32a3775a" providerId="ADAL" clId="{B93415C3-480F-43C7-8153-0DEF1BDC1F50}" dt="2025-11-06T20:24:58.493" v="10100"/>
          <ac:spMkLst>
            <pc:docMk/>
            <pc:sldMk cId="342973568" sldId="257"/>
            <ac:spMk id="13" creationId="{B631D92F-5D1D-C342-057A-22C420191FA4}"/>
          </ac:spMkLst>
        </pc:spChg>
        <pc:spChg chg="add mod">
          <ac:chgData name="Diego Raul Guerrero Anaya" userId="0ce4d9aa-8e9a-49aa-b0f2-d17a32a3775a" providerId="ADAL" clId="{B93415C3-480F-43C7-8153-0DEF1BDC1F50}" dt="2025-11-06T20:24:58.493" v="10100"/>
          <ac:spMkLst>
            <pc:docMk/>
            <pc:sldMk cId="342973568" sldId="257"/>
            <ac:spMk id="16" creationId="{C8855B4C-CC8F-17A7-9E86-D4BC610560BC}"/>
          </ac:spMkLst>
        </pc:spChg>
        <pc:spChg chg="add del mod">
          <ac:chgData name="Diego Raul Guerrero Anaya" userId="0ce4d9aa-8e9a-49aa-b0f2-d17a32a3775a" providerId="ADAL" clId="{B93415C3-480F-43C7-8153-0DEF1BDC1F50}" dt="2025-11-06T20:24:57.639" v="10099" actId="478"/>
          <ac:spMkLst>
            <pc:docMk/>
            <pc:sldMk cId="342973568" sldId="257"/>
            <ac:spMk id="18" creationId="{8290A232-2BF9-6D70-D1D7-026243808FBE}"/>
          </ac:spMkLst>
        </pc:spChg>
        <pc:spChg chg="mod">
          <ac:chgData name="Diego Raul Guerrero Anaya" userId="0ce4d9aa-8e9a-49aa-b0f2-d17a32a3775a" providerId="ADAL" clId="{B93415C3-480F-43C7-8153-0DEF1BDC1F50}" dt="2025-11-06T20:33:03.409" v="10177" actId="20577"/>
          <ac:spMkLst>
            <pc:docMk/>
            <pc:sldMk cId="342973568" sldId="257"/>
            <ac:spMk id="29" creationId="{C54A186A-8BB1-885B-9A38-62E4927CA8C1}"/>
          </ac:spMkLst>
        </pc:spChg>
        <pc:spChg chg="mod">
          <ac:chgData name="Diego Raul Guerrero Anaya" userId="0ce4d9aa-8e9a-49aa-b0f2-d17a32a3775a" providerId="ADAL" clId="{B93415C3-480F-43C7-8153-0DEF1BDC1F50}" dt="2025-11-06T20:26:59.079" v="10120" actId="1076"/>
          <ac:spMkLst>
            <pc:docMk/>
            <pc:sldMk cId="342973568" sldId="257"/>
            <ac:spMk id="44" creationId="{CBFD5C63-9190-FCFB-F015-5ECE2AE5FF00}"/>
          </ac:spMkLst>
        </pc:spChg>
        <pc:picChg chg="del">
          <ac:chgData name="Diego Raul Guerrero Anaya" userId="0ce4d9aa-8e9a-49aa-b0f2-d17a32a3775a" providerId="ADAL" clId="{B93415C3-480F-43C7-8153-0DEF1BDC1F50}" dt="2025-11-06T20:24:57.639" v="10099" actId="478"/>
          <ac:picMkLst>
            <pc:docMk/>
            <pc:sldMk cId="342973568" sldId="257"/>
            <ac:picMk id="2" creationId="{184EB9BA-90F1-5066-E5BC-B3E06CC6FC53}"/>
          </ac:picMkLst>
        </pc:picChg>
        <pc:picChg chg="del">
          <ac:chgData name="Diego Raul Guerrero Anaya" userId="0ce4d9aa-8e9a-49aa-b0f2-d17a32a3775a" providerId="ADAL" clId="{B93415C3-480F-43C7-8153-0DEF1BDC1F50}" dt="2025-11-06T20:24:57.639" v="10099" actId="478"/>
          <ac:picMkLst>
            <pc:docMk/>
            <pc:sldMk cId="342973568" sldId="257"/>
            <ac:picMk id="6" creationId="{B0D322DC-575D-819D-CEF6-2449D72F8AD2}"/>
          </ac:picMkLst>
        </pc:picChg>
        <pc:picChg chg="add del mod">
          <ac:chgData name="Diego Raul Guerrero Anaya" userId="0ce4d9aa-8e9a-49aa-b0f2-d17a32a3775a" providerId="ADAL" clId="{B93415C3-480F-43C7-8153-0DEF1BDC1F50}" dt="2025-11-06T20:26:03.755" v="10103" actId="478"/>
          <ac:picMkLst>
            <pc:docMk/>
            <pc:sldMk cId="342973568" sldId="257"/>
            <ac:picMk id="7" creationId="{D416CDFA-601C-FB7D-109A-52C860417841}"/>
          </ac:picMkLst>
        </pc:picChg>
        <pc:picChg chg="add mod">
          <ac:chgData name="Diego Raul Guerrero Anaya" userId="0ce4d9aa-8e9a-49aa-b0f2-d17a32a3775a" providerId="ADAL" clId="{B93415C3-480F-43C7-8153-0DEF1BDC1F50}" dt="2025-11-06T20:24:58.493" v="10100"/>
          <ac:picMkLst>
            <pc:docMk/>
            <pc:sldMk cId="342973568" sldId="257"/>
            <ac:picMk id="9" creationId="{C0BD9A8A-2B4C-B843-1DB2-40B470195686}"/>
          </ac:picMkLst>
        </pc:picChg>
        <pc:picChg chg="add mod">
          <ac:chgData name="Diego Raul Guerrero Anaya" userId="0ce4d9aa-8e9a-49aa-b0f2-d17a32a3775a" providerId="ADAL" clId="{B93415C3-480F-43C7-8153-0DEF1BDC1F50}" dt="2025-11-06T20:24:58.493" v="10100"/>
          <ac:picMkLst>
            <pc:docMk/>
            <pc:sldMk cId="342973568" sldId="257"/>
            <ac:picMk id="12" creationId="{BFC38113-148B-52EB-8291-7B62814CD3C3}"/>
          </ac:picMkLst>
        </pc:picChg>
        <pc:picChg chg="del">
          <ac:chgData name="Diego Raul Guerrero Anaya" userId="0ce4d9aa-8e9a-49aa-b0f2-d17a32a3775a" providerId="ADAL" clId="{B93415C3-480F-43C7-8153-0DEF1BDC1F50}" dt="2025-11-06T20:24:57.639" v="10099" actId="478"/>
          <ac:picMkLst>
            <pc:docMk/>
            <pc:sldMk cId="342973568" sldId="257"/>
            <ac:picMk id="14" creationId="{45FDF563-09AD-9157-6B69-68F760EE58DC}"/>
          </ac:picMkLst>
        </pc:picChg>
        <pc:picChg chg="add mod">
          <ac:chgData name="Diego Raul Guerrero Anaya" userId="0ce4d9aa-8e9a-49aa-b0f2-d17a32a3775a" providerId="ADAL" clId="{B93415C3-480F-43C7-8153-0DEF1BDC1F50}" dt="2025-11-06T20:24:58.493" v="10100"/>
          <ac:picMkLst>
            <pc:docMk/>
            <pc:sldMk cId="342973568" sldId="257"/>
            <ac:picMk id="15" creationId="{CB394882-FA82-FD3E-F760-CA3C841AE538}"/>
          </ac:picMkLst>
        </pc:picChg>
        <pc:picChg chg="add mod">
          <ac:chgData name="Diego Raul Guerrero Anaya" userId="0ce4d9aa-8e9a-49aa-b0f2-d17a32a3775a" providerId="ADAL" clId="{B93415C3-480F-43C7-8153-0DEF1BDC1F50}" dt="2025-11-06T20:27:34.510" v="10125" actId="14100"/>
          <ac:picMkLst>
            <pc:docMk/>
            <pc:sldMk cId="342973568" sldId="257"/>
            <ac:picMk id="17" creationId="{93C65E34-BF91-275B-5D7C-CBD2EBA79D86}"/>
          </ac:picMkLst>
        </pc:picChg>
        <pc:picChg chg="add mod">
          <ac:chgData name="Diego Raul Guerrero Anaya" userId="0ce4d9aa-8e9a-49aa-b0f2-d17a32a3775a" providerId="ADAL" clId="{B93415C3-480F-43C7-8153-0DEF1BDC1F50}" dt="2025-11-06T20:27:51.051" v="10127" actId="14100"/>
          <ac:picMkLst>
            <pc:docMk/>
            <pc:sldMk cId="342973568" sldId="257"/>
            <ac:picMk id="19" creationId="{2A36F0D3-998A-78BD-2955-B96F19364B63}"/>
          </ac:picMkLst>
        </pc:picChg>
        <pc:picChg chg="del">
          <ac:chgData name="Diego Raul Guerrero Anaya" userId="0ce4d9aa-8e9a-49aa-b0f2-d17a32a3775a" providerId="ADAL" clId="{B93415C3-480F-43C7-8153-0DEF1BDC1F50}" dt="2025-11-06T20:26:51.098" v="10117" actId="478"/>
          <ac:picMkLst>
            <pc:docMk/>
            <pc:sldMk cId="342973568" sldId="257"/>
            <ac:picMk id="23" creationId="{F5A288B5-2D1B-E831-8171-619CE50ECBCC}"/>
          </ac:picMkLst>
        </pc:picChg>
      </pc:sldChg>
      <pc:sldChg chg="modSp mod">
        <pc:chgData name="Diego Raul Guerrero Anaya" userId="0ce4d9aa-8e9a-49aa-b0f2-d17a32a3775a" providerId="ADAL" clId="{B93415C3-480F-43C7-8153-0DEF1BDC1F50}" dt="2025-11-06T20:32:58.402" v="10173" actId="20577"/>
        <pc:sldMkLst>
          <pc:docMk/>
          <pc:sldMk cId="1408814012" sldId="276"/>
        </pc:sldMkLst>
        <pc:spChg chg="mod">
          <ac:chgData name="Diego Raul Guerrero Anaya" userId="0ce4d9aa-8e9a-49aa-b0f2-d17a32a3775a" providerId="ADAL" clId="{B93415C3-480F-43C7-8153-0DEF1BDC1F50}" dt="2025-11-06T20:24:25.131" v="10098" actId="20577"/>
          <ac:spMkLst>
            <pc:docMk/>
            <pc:sldMk cId="1408814012" sldId="276"/>
            <ac:spMk id="9" creationId="{93BF6B04-47FB-46D1-6390-2C9DA7827E82}"/>
          </ac:spMkLst>
        </pc:spChg>
        <pc:spChg chg="mod">
          <ac:chgData name="Diego Raul Guerrero Anaya" userId="0ce4d9aa-8e9a-49aa-b0f2-d17a32a3775a" providerId="ADAL" clId="{B93415C3-480F-43C7-8153-0DEF1BDC1F50}" dt="2025-11-06T20:24:22.218" v="10096" actId="20577"/>
          <ac:spMkLst>
            <pc:docMk/>
            <pc:sldMk cId="1408814012" sldId="276"/>
            <ac:spMk id="12" creationId="{B212B304-DE28-710D-590C-0138E2CAD040}"/>
          </ac:spMkLst>
        </pc:spChg>
        <pc:spChg chg="mod">
          <ac:chgData name="Diego Raul Guerrero Anaya" userId="0ce4d9aa-8e9a-49aa-b0f2-d17a32a3775a" providerId="ADAL" clId="{B93415C3-480F-43C7-8153-0DEF1BDC1F50}" dt="2025-11-06T20:32:58.402" v="10173" actId="20577"/>
          <ac:spMkLst>
            <pc:docMk/>
            <pc:sldMk cId="1408814012" sldId="276"/>
            <ac:spMk id="26" creationId="{1D4B4EC2-2B82-9176-5626-2B64202C2BEA}"/>
          </ac:spMkLst>
        </pc:spChg>
      </pc:sldChg>
      <pc:sldChg chg="addSp delSp modSp mod">
        <pc:chgData name="Diego Raul Guerrero Anaya" userId="0ce4d9aa-8e9a-49aa-b0f2-d17a32a3775a" providerId="ADAL" clId="{B93415C3-480F-43C7-8153-0DEF1BDC1F50}" dt="2025-11-06T20:44:18.923" v="10483" actId="113"/>
        <pc:sldMkLst>
          <pc:docMk/>
          <pc:sldMk cId="4132532602" sldId="312"/>
        </pc:sldMkLst>
        <pc:spChg chg="mod">
          <ac:chgData name="Diego Raul Guerrero Anaya" userId="0ce4d9aa-8e9a-49aa-b0f2-d17a32a3775a" providerId="ADAL" clId="{B93415C3-480F-43C7-8153-0DEF1BDC1F50}" dt="2025-11-06T20:41:11.964" v="10236" actId="20577"/>
          <ac:spMkLst>
            <pc:docMk/>
            <pc:sldMk cId="4132532602" sldId="312"/>
            <ac:spMk id="3" creationId="{165D408B-AC6B-609B-FEBE-219986426F61}"/>
          </ac:spMkLst>
        </pc:spChg>
        <pc:spChg chg="mod">
          <ac:chgData name="Diego Raul Guerrero Anaya" userId="0ce4d9aa-8e9a-49aa-b0f2-d17a32a3775a" providerId="ADAL" clId="{B93415C3-480F-43C7-8153-0DEF1BDC1F50}" dt="2025-11-06T20:44:18.923" v="10483" actId="113"/>
          <ac:spMkLst>
            <pc:docMk/>
            <pc:sldMk cId="4132532602" sldId="312"/>
            <ac:spMk id="11" creationId="{AC2060C1-0036-4183-E5A6-C2AE23FBDF77}"/>
          </ac:spMkLst>
        </pc:spChg>
        <pc:picChg chg="add mod">
          <ac:chgData name="Diego Raul Guerrero Anaya" userId="0ce4d9aa-8e9a-49aa-b0f2-d17a32a3775a" providerId="ADAL" clId="{B93415C3-480F-43C7-8153-0DEF1BDC1F50}" dt="2025-11-06T20:41:35.389" v="10242" actId="1076"/>
          <ac:picMkLst>
            <pc:docMk/>
            <pc:sldMk cId="4132532602" sldId="312"/>
            <ac:picMk id="4" creationId="{31889944-8EF0-69D8-8B7E-B4417EBDBB7F}"/>
          </ac:picMkLst>
        </pc:picChg>
        <pc:picChg chg="del">
          <ac:chgData name="Diego Raul Guerrero Anaya" userId="0ce4d9aa-8e9a-49aa-b0f2-d17a32a3775a" providerId="ADAL" clId="{B93415C3-480F-43C7-8153-0DEF1BDC1F50}" dt="2025-11-06T20:41:30.831" v="10241" actId="478"/>
          <ac:picMkLst>
            <pc:docMk/>
            <pc:sldMk cId="4132532602" sldId="312"/>
            <ac:picMk id="5" creationId="{40EC660D-0CDB-C0C1-D977-DC09FF934934}"/>
          </ac:picMkLst>
        </pc:picChg>
      </pc:sldChg>
      <pc:sldChg chg="modSp mod">
        <pc:chgData name="Diego Raul Guerrero Anaya" userId="0ce4d9aa-8e9a-49aa-b0f2-d17a32a3775a" providerId="ADAL" clId="{B93415C3-480F-43C7-8153-0DEF1BDC1F50}" dt="2025-11-06T20:22:35.746" v="10092" actId="20577"/>
        <pc:sldMkLst>
          <pc:docMk/>
          <pc:sldMk cId="1254772405" sldId="331"/>
        </pc:sldMkLst>
        <pc:spChg chg="mod">
          <ac:chgData name="Diego Raul Guerrero Anaya" userId="0ce4d9aa-8e9a-49aa-b0f2-d17a32a3775a" providerId="ADAL" clId="{B93415C3-480F-43C7-8153-0DEF1BDC1F50}" dt="2025-11-06T20:22:35.746" v="10092" actId="20577"/>
          <ac:spMkLst>
            <pc:docMk/>
            <pc:sldMk cId="1254772405" sldId="331"/>
            <ac:spMk id="16" creationId="{CAD1F5A1-A45B-7474-6EF8-7CEEC5771C78}"/>
          </ac:spMkLst>
        </pc:spChg>
      </pc:sldChg>
      <pc:sldChg chg="modSp mod">
        <pc:chgData name="Diego Raul Guerrero Anaya" userId="0ce4d9aa-8e9a-49aa-b0f2-d17a32a3775a" providerId="ADAL" clId="{B93415C3-480F-43C7-8153-0DEF1BDC1F50}" dt="2025-11-04T17:48:52.598" v="8785" actId="20577"/>
        <pc:sldMkLst>
          <pc:docMk/>
          <pc:sldMk cId="3626027867" sldId="332"/>
        </pc:sldMkLst>
        <pc:spChg chg="mod">
          <ac:chgData name="Diego Raul Guerrero Anaya" userId="0ce4d9aa-8e9a-49aa-b0f2-d17a32a3775a" providerId="ADAL" clId="{B93415C3-480F-43C7-8153-0DEF1BDC1F50}" dt="2025-11-04T17:48:52.598" v="8785" actId="20577"/>
          <ac:spMkLst>
            <pc:docMk/>
            <pc:sldMk cId="3626027867" sldId="332"/>
            <ac:spMk id="16" creationId="{7B31CB7F-F65F-251B-F642-C7D40861EB8B}"/>
          </ac:spMkLst>
        </pc:spChg>
      </pc:sldChg>
      <pc:sldChg chg="addSp delSp modSp mod">
        <pc:chgData name="Diego Raul Guerrero Anaya" userId="0ce4d9aa-8e9a-49aa-b0f2-d17a32a3775a" providerId="ADAL" clId="{B93415C3-480F-43C7-8153-0DEF1BDC1F50}" dt="2025-11-06T19:22:52.156" v="8983" actId="20577"/>
        <pc:sldMkLst>
          <pc:docMk/>
          <pc:sldMk cId="1081019199" sldId="333"/>
        </pc:sldMkLst>
        <pc:spChg chg="add del mod">
          <ac:chgData name="Diego Raul Guerrero Anaya" userId="0ce4d9aa-8e9a-49aa-b0f2-d17a32a3775a" providerId="ADAL" clId="{B93415C3-480F-43C7-8153-0DEF1BDC1F50}" dt="2025-11-06T19:22:45.470" v="8980" actId="20577"/>
          <ac:spMkLst>
            <pc:docMk/>
            <pc:sldMk cId="1081019199" sldId="333"/>
            <ac:spMk id="2" creationId="{781E295D-2C0A-4EEA-216F-1F51D01B00DD}"/>
          </ac:spMkLst>
        </pc:spChg>
        <pc:spChg chg="add del mod">
          <ac:chgData name="Diego Raul Guerrero Anaya" userId="0ce4d9aa-8e9a-49aa-b0f2-d17a32a3775a" providerId="ADAL" clId="{B93415C3-480F-43C7-8153-0DEF1BDC1F50}" dt="2025-11-06T19:22:52.156" v="8983" actId="20577"/>
          <ac:spMkLst>
            <pc:docMk/>
            <pc:sldMk cId="1081019199" sldId="333"/>
            <ac:spMk id="6" creationId="{4B8A9EE5-7BBD-AFD6-6374-58C03C8562DA}"/>
          </ac:spMkLst>
        </pc:spChg>
        <pc:spChg chg="add del">
          <ac:chgData name="Diego Raul Guerrero Anaya" userId="0ce4d9aa-8e9a-49aa-b0f2-d17a32a3775a" providerId="ADAL" clId="{B93415C3-480F-43C7-8153-0DEF1BDC1F50}" dt="2025-11-06T19:14:44.019" v="8874" actId="478"/>
          <ac:spMkLst>
            <pc:docMk/>
            <pc:sldMk cId="1081019199" sldId="333"/>
            <ac:spMk id="7" creationId="{0E41E785-529C-A43B-8A21-629A13A8B856}"/>
          </ac:spMkLst>
        </pc:spChg>
        <pc:spChg chg="add del mod">
          <ac:chgData name="Diego Raul Guerrero Anaya" userId="0ce4d9aa-8e9a-49aa-b0f2-d17a32a3775a" providerId="ADAL" clId="{B93415C3-480F-43C7-8153-0DEF1BDC1F50}" dt="2025-11-06T19:22:48.168" v="8981" actId="20577"/>
          <ac:spMkLst>
            <pc:docMk/>
            <pc:sldMk cId="1081019199" sldId="333"/>
            <ac:spMk id="10" creationId="{EAD073F4-A477-AEE0-77F8-5D2AC485F9CF}"/>
          </ac:spMkLst>
        </pc:spChg>
        <pc:spChg chg="add del mod">
          <ac:chgData name="Diego Raul Guerrero Anaya" userId="0ce4d9aa-8e9a-49aa-b0f2-d17a32a3775a" providerId="ADAL" clId="{B93415C3-480F-43C7-8153-0DEF1BDC1F50}" dt="2025-11-06T19:22:50.522" v="8982" actId="20577"/>
          <ac:spMkLst>
            <pc:docMk/>
            <pc:sldMk cId="1081019199" sldId="333"/>
            <ac:spMk id="12" creationId="{1A100F43-6350-86BC-BFE8-EB7D82D0A2CF}"/>
          </ac:spMkLst>
        </pc:spChg>
        <pc:spChg chg="mod">
          <ac:chgData name="Diego Raul Guerrero Anaya" userId="0ce4d9aa-8e9a-49aa-b0f2-d17a32a3775a" providerId="ADAL" clId="{B93415C3-480F-43C7-8153-0DEF1BDC1F50}" dt="2025-11-04T17:49:11.360" v="8796" actId="20577"/>
          <ac:spMkLst>
            <pc:docMk/>
            <pc:sldMk cId="1081019199" sldId="333"/>
            <ac:spMk id="26" creationId="{1D4B4EC2-2B82-9176-5626-2B64202C2BEA}"/>
          </ac:spMkLst>
        </pc:spChg>
        <pc:picChg chg="add del">
          <ac:chgData name="Diego Raul Guerrero Anaya" userId="0ce4d9aa-8e9a-49aa-b0f2-d17a32a3775a" providerId="ADAL" clId="{B93415C3-480F-43C7-8153-0DEF1BDC1F50}" dt="2025-11-06T19:14:44.019" v="8874" actId="478"/>
          <ac:picMkLst>
            <pc:docMk/>
            <pc:sldMk cId="1081019199" sldId="333"/>
            <ac:picMk id="4" creationId="{BC58F7CD-DD33-B009-7CE4-45D7A9516366}"/>
          </ac:picMkLst>
        </pc:picChg>
        <pc:picChg chg="add del mod">
          <ac:chgData name="Diego Raul Guerrero Anaya" userId="0ce4d9aa-8e9a-49aa-b0f2-d17a32a3775a" providerId="ADAL" clId="{B93415C3-480F-43C7-8153-0DEF1BDC1F50}" dt="2025-11-06T19:14:44.019" v="8874" actId="478"/>
          <ac:picMkLst>
            <pc:docMk/>
            <pc:sldMk cId="1081019199" sldId="333"/>
            <ac:picMk id="8" creationId="{25CFAFA7-D15D-5DDE-E808-25189FEEB306}"/>
          </ac:picMkLst>
        </pc:picChg>
        <pc:picChg chg="add del">
          <ac:chgData name="Diego Raul Guerrero Anaya" userId="0ce4d9aa-8e9a-49aa-b0f2-d17a32a3775a" providerId="ADAL" clId="{B93415C3-480F-43C7-8153-0DEF1BDC1F50}" dt="2025-11-06T19:14:44.019" v="8874" actId="478"/>
          <ac:picMkLst>
            <pc:docMk/>
            <pc:sldMk cId="1081019199" sldId="333"/>
            <ac:picMk id="9" creationId="{B0A9F72B-E537-E615-BDF3-E778A4C02645}"/>
          </ac:picMkLst>
        </pc:picChg>
        <pc:picChg chg="add del">
          <ac:chgData name="Diego Raul Guerrero Anaya" userId="0ce4d9aa-8e9a-49aa-b0f2-d17a32a3775a" providerId="ADAL" clId="{B93415C3-480F-43C7-8153-0DEF1BDC1F50}" dt="2025-11-06T19:14:44.019" v="8874" actId="478"/>
          <ac:picMkLst>
            <pc:docMk/>
            <pc:sldMk cId="1081019199" sldId="333"/>
            <ac:picMk id="11" creationId="{E20A277C-F2F0-93DA-EA64-922FBA47CD4A}"/>
          </ac:picMkLst>
        </pc:picChg>
      </pc:sldChg>
      <pc:sldChg chg="addSp delSp modSp mod">
        <pc:chgData name="Diego Raul Guerrero Anaya" userId="0ce4d9aa-8e9a-49aa-b0f2-d17a32a3775a" providerId="ADAL" clId="{B93415C3-480F-43C7-8153-0DEF1BDC1F50}" dt="2025-11-06T19:23:01.899" v="8989" actId="20577"/>
        <pc:sldMkLst>
          <pc:docMk/>
          <pc:sldMk cId="3879780745" sldId="334"/>
        </pc:sldMkLst>
        <pc:spChg chg="add del mod">
          <ac:chgData name="Diego Raul Guerrero Anaya" userId="0ce4d9aa-8e9a-49aa-b0f2-d17a32a3775a" providerId="ADAL" clId="{B93415C3-480F-43C7-8153-0DEF1BDC1F50}" dt="2025-11-06T19:14:48.286" v="8875" actId="478"/>
          <ac:spMkLst>
            <pc:docMk/>
            <pc:sldMk cId="3879780745" sldId="334"/>
            <ac:spMk id="2" creationId="{76B052BE-0FE3-368C-674D-4C605BAD9F25}"/>
          </ac:spMkLst>
        </pc:spChg>
        <pc:spChg chg="mod">
          <ac:chgData name="Diego Raul Guerrero Anaya" userId="0ce4d9aa-8e9a-49aa-b0f2-d17a32a3775a" providerId="ADAL" clId="{B93415C3-480F-43C7-8153-0DEF1BDC1F50}" dt="2025-11-06T19:13:11.720" v="8867" actId="403"/>
          <ac:spMkLst>
            <pc:docMk/>
            <pc:sldMk cId="3879780745" sldId="334"/>
            <ac:spMk id="3" creationId="{5517A915-85AE-5FA2-8B73-8C6D4927CC78}"/>
          </ac:spMkLst>
        </pc:spChg>
        <pc:spChg chg="add del mod">
          <ac:chgData name="Diego Raul Guerrero Anaya" userId="0ce4d9aa-8e9a-49aa-b0f2-d17a32a3775a" providerId="ADAL" clId="{B93415C3-480F-43C7-8153-0DEF1BDC1F50}" dt="2025-11-06T19:15:46.163" v="8885" actId="478"/>
          <ac:spMkLst>
            <pc:docMk/>
            <pc:sldMk cId="3879780745" sldId="334"/>
            <ac:spMk id="9" creationId="{64E54248-FF68-CFAA-0FF7-D170DEA222D1}"/>
          </ac:spMkLst>
        </pc:spChg>
        <pc:spChg chg="add mod">
          <ac:chgData name="Diego Raul Guerrero Anaya" userId="0ce4d9aa-8e9a-49aa-b0f2-d17a32a3775a" providerId="ADAL" clId="{B93415C3-480F-43C7-8153-0DEF1BDC1F50}" dt="2025-11-06T19:22:55.886" v="8985" actId="20577"/>
          <ac:spMkLst>
            <pc:docMk/>
            <pc:sldMk cId="3879780745" sldId="334"/>
            <ac:spMk id="11" creationId="{264ABE69-C60E-A21E-47E6-D50EAEFB12F0}"/>
          </ac:spMkLst>
        </pc:spChg>
        <pc:spChg chg="add mod">
          <ac:chgData name="Diego Raul Guerrero Anaya" userId="0ce4d9aa-8e9a-49aa-b0f2-d17a32a3775a" providerId="ADAL" clId="{B93415C3-480F-43C7-8153-0DEF1BDC1F50}" dt="2025-11-06T19:22:58.471" v="8986" actId="20577"/>
          <ac:spMkLst>
            <pc:docMk/>
            <pc:sldMk cId="3879780745" sldId="334"/>
            <ac:spMk id="13" creationId="{6F1A46E1-8AF5-42BB-6B95-604C6F387CB7}"/>
          </ac:spMkLst>
        </pc:spChg>
        <pc:spChg chg="add mod">
          <ac:chgData name="Diego Raul Guerrero Anaya" userId="0ce4d9aa-8e9a-49aa-b0f2-d17a32a3775a" providerId="ADAL" clId="{B93415C3-480F-43C7-8153-0DEF1BDC1F50}" dt="2025-11-06T19:22:54.678" v="8984" actId="20577"/>
          <ac:spMkLst>
            <pc:docMk/>
            <pc:sldMk cId="3879780745" sldId="334"/>
            <ac:spMk id="14" creationId="{A0513D17-E45A-5B9C-8B56-C88F14214774}"/>
          </ac:spMkLst>
        </pc:spChg>
        <pc:spChg chg="add mod">
          <ac:chgData name="Diego Raul Guerrero Anaya" userId="0ce4d9aa-8e9a-49aa-b0f2-d17a32a3775a" providerId="ADAL" clId="{B93415C3-480F-43C7-8153-0DEF1BDC1F50}" dt="2025-11-06T19:23:01.899" v="8989" actId="20577"/>
          <ac:spMkLst>
            <pc:docMk/>
            <pc:sldMk cId="3879780745" sldId="334"/>
            <ac:spMk id="16" creationId="{6D25BDF1-BCFF-DBDA-13B7-6007B6F9193C}"/>
          </ac:spMkLst>
        </pc:spChg>
        <pc:spChg chg="del">
          <ac:chgData name="Diego Raul Guerrero Anaya" userId="0ce4d9aa-8e9a-49aa-b0f2-d17a32a3775a" providerId="ADAL" clId="{B93415C3-480F-43C7-8153-0DEF1BDC1F50}" dt="2025-11-06T19:14:48.286" v="8875" actId="478"/>
          <ac:spMkLst>
            <pc:docMk/>
            <pc:sldMk cId="3879780745" sldId="334"/>
            <ac:spMk id="28" creationId="{C665902B-0556-6092-4B67-82E8F374751E}"/>
          </ac:spMkLst>
        </pc:spChg>
        <pc:spChg chg="mod">
          <ac:chgData name="Diego Raul Guerrero Anaya" userId="0ce4d9aa-8e9a-49aa-b0f2-d17a32a3775a" providerId="ADAL" clId="{B93415C3-480F-43C7-8153-0DEF1BDC1F50}" dt="2025-11-04T17:49:32.732" v="8815" actId="6549"/>
          <ac:spMkLst>
            <pc:docMk/>
            <pc:sldMk cId="3879780745" sldId="334"/>
            <ac:spMk id="29" creationId="{C54A186A-8BB1-885B-9A38-62E4927CA8C1}"/>
          </ac:spMkLst>
        </pc:spChg>
        <pc:spChg chg="del">
          <ac:chgData name="Diego Raul Guerrero Anaya" userId="0ce4d9aa-8e9a-49aa-b0f2-d17a32a3775a" providerId="ADAL" clId="{B93415C3-480F-43C7-8153-0DEF1BDC1F50}" dt="2025-11-06T19:14:48.286" v="8875" actId="478"/>
          <ac:spMkLst>
            <pc:docMk/>
            <pc:sldMk cId="3879780745" sldId="334"/>
            <ac:spMk id="31" creationId="{012482E2-F490-736D-D513-8D13DD9270C8}"/>
          </ac:spMkLst>
        </pc:spChg>
        <pc:spChg chg="del">
          <ac:chgData name="Diego Raul Guerrero Anaya" userId="0ce4d9aa-8e9a-49aa-b0f2-d17a32a3775a" providerId="ADAL" clId="{B93415C3-480F-43C7-8153-0DEF1BDC1F50}" dt="2025-11-06T19:14:48.286" v="8875" actId="478"/>
          <ac:spMkLst>
            <pc:docMk/>
            <pc:sldMk cId="3879780745" sldId="334"/>
            <ac:spMk id="32" creationId="{100684A5-3219-D58F-9FB0-033593411C70}"/>
          </ac:spMkLst>
        </pc:spChg>
        <pc:spChg chg="mod">
          <ac:chgData name="Diego Raul Guerrero Anaya" userId="0ce4d9aa-8e9a-49aa-b0f2-d17a32a3775a" providerId="ADAL" clId="{B93415C3-480F-43C7-8153-0DEF1BDC1F50}" dt="2025-11-06T19:12:15.080" v="8861" actId="1076"/>
          <ac:spMkLst>
            <pc:docMk/>
            <pc:sldMk cId="3879780745" sldId="334"/>
            <ac:spMk id="44" creationId="{CBFD5C63-9190-FCFB-F015-5ECE2AE5FF00}"/>
          </ac:spMkLst>
        </pc:spChg>
        <pc:picChg chg="add del mod">
          <ac:chgData name="Diego Raul Guerrero Anaya" userId="0ce4d9aa-8e9a-49aa-b0f2-d17a32a3775a" providerId="ADAL" clId="{B93415C3-480F-43C7-8153-0DEF1BDC1F50}" dt="2025-11-06T19:14:48.286" v="8875" actId="478"/>
          <ac:picMkLst>
            <pc:docMk/>
            <pc:sldMk cId="3879780745" sldId="334"/>
            <ac:picMk id="5" creationId="{E85E0623-2FC2-7F3A-29F4-D3F7AF7BAE19}"/>
          </ac:picMkLst>
        </pc:picChg>
        <pc:picChg chg="add mod">
          <ac:chgData name="Diego Raul Guerrero Anaya" userId="0ce4d9aa-8e9a-49aa-b0f2-d17a32a3775a" providerId="ADAL" clId="{B93415C3-480F-43C7-8153-0DEF1BDC1F50}" dt="2025-11-06T19:12:27.474" v="8864" actId="14100"/>
          <ac:picMkLst>
            <pc:docMk/>
            <pc:sldMk cId="3879780745" sldId="334"/>
            <ac:picMk id="6" creationId="{6C7D30EA-B2D9-7D7F-6E27-FA89A4CD6CBF}"/>
          </ac:picMkLst>
        </pc:picChg>
        <pc:picChg chg="add mod">
          <ac:chgData name="Diego Raul Guerrero Anaya" userId="0ce4d9aa-8e9a-49aa-b0f2-d17a32a3775a" providerId="ADAL" clId="{B93415C3-480F-43C7-8153-0DEF1BDC1F50}" dt="2025-11-06T19:12:55.290" v="8866" actId="14100"/>
          <ac:picMkLst>
            <pc:docMk/>
            <pc:sldMk cId="3879780745" sldId="334"/>
            <ac:picMk id="7" creationId="{F9B80353-3468-1119-C3F7-93B406C03C21}"/>
          </ac:picMkLst>
        </pc:picChg>
        <pc:picChg chg="add mod">
          <ac:chgData name="Diego Raul Guerrero Anaya" userId="0ce4d9aa-8e9a-49aa-b0f2-d17a32a3775a" providerId="ADAL" clId="{B93415C3-480F-43C7-8153-0DEF1BDC1F50}" dt="2025-11-06T19:14:53.932" v="8876"/>
          <ac:picMkLst>
            <pc:docMk/>
            <pc:sldMk cId="3879780745" sldId="334"/>
            <ac:picMk id="10" creationId="{87744CE9-B186-A0DD-985D-A888AE3DB898}"/>
          </ac:picMkLst>
        </pc:picChg>
        <pc:picChg chg="add mod">
          <ac:chgData name="Diego Raul Guerrero Anaya" userId="0ce4d9aa-8e9a-49aa-b0f2-d17a32a3775a" providerId="ADAL" clId="{B93415C3-480F-43C7-8153-0DEF1BDC1F50}" dt="2025-11-06T19:14:53.932" v="8876"/>
          <ac:picMkLst>
            <pc:docMk/>
            <pc:sldMk cId="3879780745" sldId="334"/>
            <ac:picMk id="12" creationId="{9500B126-9458-B793-DD27-25F7BAF99C03}"/>
          </ac:picMkLst>
        </pc:picChg>
        <pc:picChg chg="add mod">
          <ac:chgData name="Diego Raul Guerrero Anaya" userId="0ce4d9aa-8e9a-49aa-b0f2-d17a32a3775a" providerId="ADAL" clId="{B93415C3-480F-43C7-8153-0DEF1BDC1F50}" dt="2025-11-06T19:14:53.932" v="8876"/>
          <ac:picMkLst>
            <pc:docMk/>
            <pc:sldMk cId="3879780745" sldId="334"/>
            <ac:picMk id="15" creationId="{B05D7EF3-EF48-D1DA-C6D3-70C615C22315}"/>
          </ac:picMkLst>
        </pc:picChg>
        <pc:picChg chg="add mod">
          <ac:chgData name="Diego Raul Guerrero Anaya" userId="0ce4d9aa-8e9a-49aa-b0f2-d17a32a3775a" providerId="ADAL" clId="{B93415C3-480F-43C7-8153-0DEF1BDC1F50}" dt="2025-11-06T19:14:53.932" v="8876"/>
          <ac:picMkLst>
            <pc:docMk/>
            <pc:sldMk cId="3879780745" sldId="334"/>
            <ac:picMk id="17" creationId="{68E5FFB0-AF34-6892-784F-749557AA8DCC}"/>
          </ac:picMkLst>
        </pc:picChg>
        <pc:picChg chg="del">
          <ac:chgData name="Diego Raul Guerrero Anaya" userId="0ce4d9aa-8e9a-49aa-b0f2-d17a32a3775a" providerId="ADAL" clId="{B93415C3-480F-43C7-8153-0DEF1BDC1F50}" dt="2025-11-06T19:10:43.706" v="8855" actId="478"/>
          <ac:picMkLst>
            <pc:docMk/>
            <pc:sldMk cId="3879780745" sldId="334"/>
            <ac:picMk id="18" creationId="{AF6B21A3-E612-0EC1-AA19-292CFC8C6ACB}"/>
          </ac:picMkLst>
        </pc:picChg>
        <pc:picChg chg="del">
          <ac:chgData name="Diego Raul Guerrero Anaya" userId="0ce4d9aa-8e9a-49aa-b0f2-d17a32a3775a" providerId="ADAL" clId="{B93415C3-480F-43C7-8153-0DEF1BDC1F50}" dt="2025-11-06T19:12:05.001" v="8859" actId="478"/>
          <ac:picMkLst>
            <pc:docMk/>
            <pc:sldMk cId="3879780745" sldId="334"/>
            <ac:picMk id="25" creationId="{DF44F190-2FD4-0BAC-C2B0-F6FA7B34A2D5}"/>
          </ac:picMkLst>
        </pc:picChg>
        <pc:picChg chg="del">
          <ac:chgData name="Diego Raul Guerrero Anaya" userId="0ce4d9aa-8e9a-49aa-b0f2-d17a32a3775a" providerId="ADAL" clId="{B93415C3-480F-43C7-8153-0DEF1BDC1F50}" dt="2025-11-06T19:14:48.286" v="8875" actId="478"/>
          <ac:picMkLst>
            <pc:docMk/>
            <pc:sldMk cId="3879780745" sldId="334"/>
            <ac:picMk id="27" creationId="{DDD5B792-79E5-503D-A2D8-AB72CB4339AD}"/>
          </ac:picMkLst>
        </pc:picChg>
        <pc:picChg chg="del">
          <ac:chgData name="Diego Raul Guerrero Anaya" userId="0ce4d9aa-8e9a-49aa-b0f2-d17a32a3775a" providerId="ADAL" clId="{B93415C3-480F-43C7-8153-0DEF1BDC1F50}" dt="2025-11-06T19:14:48.286" v="8875" actId="478"/>
          <ac:picMkLst>
            <pc:docMk/>
            <pc:sldMk cId="3879780745" sldId="334"/>
            <ac:picMk id="30" creationId="{78A8DD85-41DA-D269-6CD1-CF8C7198CDCE}"/>
          </ac:picMkLst>
        </pc:picChg>
        <pc:picChg chg="del">
          <ac:chgData name="Diego Raul Guerrero Anaya" userId="0ce4d9aa-8e9a-49aa-b0f2-d17a32a3775a" providerId="ADAL" clId="{B93415C3-480F-43C7-8153-0DEF1BDC1F50}" dt="2025-11-06T19:14:48.286" v="8875" actId="478"/>
          <ac:picMkLst>
            <pc:docMk/>
            <pc:sldMk cId="3879780745" sldId="334"/>
            <ac:picMk id="33" creationId="{13EB0AB8-FC87-8C02-2DCB-22D0A57456F1}"/>
          </ac:picMkLst>
        </pc:picChg>
      </pc:sldChg>
      <pc:sldChg chg="modSp mod">
        <pc:chgData name="Diego Raul Guerrero Anaya" userId="0ce4d9aa-8e9a-49aa-b0f2-d17a32a3775a" providerId="ADAL" clId="{B93415C3-480F-43C7-8153-0DEF1BDC1F50}" dt="2025-11-06T20:34:23.957" v="10186" actId="20577"/>
        <pc:sldMkLst>
          <pc:docMk/>
          <pc:sldMk cId="2549534976" sldId="344"/>
        </pc:sldMkLst>
        <pc:spChg chg="mod">
          <ac:chgData name="Diego Raul Guerrero Anaya" userId="0ce4d9aa-8e9a-49aa-b0f2-d17a32a3775a" providerId="ADAL" clId="{B93415C3-480F-43C7-8153-0DEF1BDC1F50}" dt="2025-11-06T20:33:58.461" v="10183" actId="20577"/>
          <ac:spMkLst>
            <pc:docMk/>
            <pc:sldMk cId="2549534976" sldId="344"/>
            <ac:spMk id="3" creationId="{644BDCA9-2876-7713-D4AD-8FFE2E0B8B0B}"/>
          </ac:spMkLst>
        </pc:spChg>
        <pc:spChg chg="mod">
          <ac:chgData name="Diego Raul Guerrero Anaya" userId="0ce4d9aa-8e9a-49aa-b0f2-d17a32a3775a" providerId="ADAL" clId="{B93415C3-480F-43C7-8153-0DEF1BDC1F50}" dt="2025-11-06T20:34:23.957" v="10186" actId="20577"/>
          <ac:spMkLst>
            <pc:docMk/>
            <pc:sldMk cId="2549534976" sldId="344"/>
            <ac:spMk id="14" creationId="{DD770501-E6E1-9A62-19AC-5020EA09D1EF}"/>
          </ac:spMkLst>
        </pc:spChg>
      </pc:sldChg>
      <pc:sldChg chg="modSp mod">
        <pc:chgData name="Diego Raul Guerrero Anaya" userId="0ce4d9aa-8e9a-49aa-b0f2-d17a32a3775a" providerId="ADAL" clId="{B93415C3-480F-43C7-8153-0DEF1BDC1F50}" dt="2025-11-06T19:26:14.008" v="9013" actId="20577"/>
        <pc:sldMkLst>
          <pc:docMk/>
          <pc:sldMk cId="927672507" sldId="353"/>
        </pc:sldMkLst>
        <pc:spChg chg="mod">
          <ac:chgData name="Diego Raul Guerrero Anaya" userId="0ce4d9aa-8e9a-49aa-b0f2-d17a32a3775a" providerId="ADAL" clId="{B93415C3-480F-43C7-8153-0DEF1BDC1F50}" dt="2025-11-06T19:24:40.939" v="8996" actId="404"/>
          <ac:spMkLst>
            <pc:docMk/>
            <pc:sldMk cId="927672507" sldId="353"/>
            <ac:spMk id="12" creationId="{6888C449-0716-96AD-3B34-F79A73842454}"/>
          </ac:spMkLst>
        </pc:spChg>
        <pc:spChg chg="mod">
          <ac:chgData name="Diego Raul Guerrero Anaya" userId="0ce4d9aa-8e9a-49aa-b0f2-d17a32a3775a" providerId="ADAL" clId="{B93415C3-480F-43C7-8153-0DEF1BDC1F50}" dt="2025-11-06T19:26:14.008" v="9013" actId="20577"/>
          <ac:spMkLst>
            <pc:docMk/>
            <pc:sldMk cId="927672507" sldId="353"/>
            <ac:spMk id="30" creationId="{34C5FF2A-B91C-186B-3D4B-C76ECB4B9870}"/>
          </ac:spMkLst>
        </pc:spChg>
      </pc:sldChg>
      <pc:sldChg chg="addSp delSp modSp mod">
        <pc:chgData name="Diego Raul Guerrero Anaya" userId="0ce4d9aa-8e9a-49aa-b0f2-d17a32a3775a" providerId="ADAL" clId="{B93415C3-480F-43C7-8153-0DEF1BDC1F50}" dt="2025-11-06T19:23:07.567" v="8991" actId="20577"/>
        <pc:sldMkLst>
          <pc:docMk/>
          <pc:sldMk cId="3244617191" sldId="354"/>
        </pc:sldMkLst>
        <pc:spChg chg="add mod">
          <ac:chgData name="Diego Raul Guerrero Anaya" userId="0ce4d9aa-8e9a-49aa-b0f2-d17a32a3775a" providerId="ADAL" clId="{B93415C3-480F-43C7-8153-0DEF1BDC1F50}" dt="2025-11-04T17:50:00.830" v="8818" actId="1076"/>
          <ac:spMkLst>
            <pc:docMk/>
            <pc:sldMk cId="3244617191" sldId="354"/>
            <ac:spMk id="2" creationId="{C3CD6EA8-B5F9-03E5-C3E8-FE9234CBCF07}"/>
          </ac:spMkLst>
        </pc:spChg>
        <pc:spChg chg="del">
          <ac:chgData name="Diego Raul Guerrero Anaya" userId="0ce4d9aa-8e9a-49aa-b0f2-d17a32a3775a" providerId="ADAL" clId="{B93415C3-480F-43C7-8153-0DEF1BDC1F50}" dt="2025-11-06T19:14:02.825" v="8869" actId="478"/>
          <ac:spMkLst>
            <pc:docMk/>
            <pc:sldMk cId="3244617191" sldId="354"/>
            <ac:spMk id="6" creationId="{82359F3C-64F6-1870-6367-025E002D76DB}"/>
          </ac:spMkLst>
        </pc:spChg>
        <pc:spChg chg="mod">
          <ac:chgData name="Diego Raul Guerrero Anaya" userId="0ce4d9aa-8e9a-49aa-b0f2-d17a32a3775a" providerId="ADAL" clId="{B93415C3-480F-43C7-8153-0DEF1BDC1F50}" dt="2025-11-06T19:22:17.349" v="8978" actId="1076"/>
          <ac:spMkLst>
            <pc:docMk/>
            <pc:sldMk cId="3244617191" sldId="354"/>
            <ac:spMk id="8" creationId="{8BDE0322-30DB-9007-ED46-C39CBD8D1A59}"/>
          </ac:spMkLst>
        </pc:spChg>
        <pc:spChg chg="add del mod">
          <ac:chgData name="Diego Raul Guerrero Anaya" userId="0ce4d9aa-8e9a-49aa-b0f2-d17a32a3775a" providerId="ADAL" clId="{B93415C3-480F-43C7-8153-0DEF1BDC1F50}" dt="2025-11-06T19:14:59.027" v="8877" actId="478"/>
          <ac:spMkLst>
            <pc:docMk/>
            <pc:sldMk cId="3244617191" sldId="354"/>
            <ac:spMk id="11" creationId="{22BE6B2A-95E5-479E-44C6-DF84CDB615DB}"/>
          </ac:spMkLst>
        </pc:spChg>
        <pc:spChg chg="add del mod">
          <ac:chgData name="Diego Raul Guerrero Anaya" userId="0ce4d9aa-8e9a-49aa-b0f2-d17a32a3775a" providerId="ADAL" clId="{B93415C3-480F-43C7-8153-0DEF1BDC1F50}" dt="2025-11-06T19:14:59.027" v="8877" actId="478"/>
          <ac:spMkLst>
            <pc:docMk/>
            <pc:sldMk cId="3244617191" sldId="354"/>
            <ac:spMk id="14" creationId="{4BBF5A84-2136-C3CA-D1E1-B88ADFB22F95}"/>
          </ac:spMkLst>
        </pc:spChg>
        <pc:spChg chg="add del mod">
          <ac:chgData name="Diego Raul Guerrero Anaya" userId="0ce4d9aa-8e9a-49aa-b0f2-d17a32a3775a" providerId="ADAL" clId="{B93415C3-480F-43C7-8153-0DEF1BDC1F50}" dt="2025-11-06T19:14:59.027" v="8877" actId="478"/>
          <ac:spMkLst>
            <pc:docMk/>
            <pc:sldMk cId="3244617191" sldId="354"/>
            <ac:spMk id="15" creationId="{DE939A9D-17A4-BC9F-3669-366DC40D1FB5}"/>
          </ac:spMkLst>
        </pc:spChg>
        <pc:spChg chg="add del mod">
          <ac:chgData name="Diego Raul Guerrero Anaya" userId="0ce4d9aa-8e9a-49aa-b0f2-d17a32a3775a" providerId="ADAL" clId="{B93415C3-480F-43C7-8153-0DEF1BDC1F50}" dt="2025-11-06T19:14:59.027" v="8877" actId="478"/>
          <ac:spMkLst>
            <pc:docMk/>
            <pc:sldMk cId="3244617191" sldId="354"/>
            <ac:spMk id="17" creationId="{BBFA6E7F-C87C-B371-1C73-6DCF20EF6ACD}"/>
          </ac:spMkLst>
        </pc:spChg>
        <pc:spChg chg="mod">
          <ac:chgData name="Diego Raul Guerrero Anaya" userId="0ce4d9aa-8e9a-49aa-b0f2-d17a32a3775a" providerId="ADAL" clId="{B93415C3-480F-43C7-8153-0DEF1BDC1F50}" dt="2025-11-06T19:17:57.277" v="8897" actId="20577"/>
          <ac:spMkLst>
            <pc:docMk/>
            <pc:sldMk cId="3244617191" sldId="354"/>
            <ac:spMk id="19" creationId="{DC45A2B3-CBE7-6AF2-715B-B91866D1BE66}"/>
          </ac:spMkLst>
        </pc:spChg>
        <pc:spChg chg="add del mod">
          <ac:chgData name="Diego Raul Guerrero Anaya" userId="0ce4d9aa-8e9a-49aa-b0f2-d17a32a3775a" providerId="ADAL" clId="{B93415C3-480F-43C7-8153-0DEF1BDC1F50}" dt="2025-11-06T19:15:20.566" v="8880" actId="478"/>
          <ac:spMkLst>
            <pc:docMk/>
            <pc:sldMk cId="3244617191" sldId="354"/>
            <ac:spMk id="20" creationId="{5FB89CEB-4134-3265-420D-8D3E0C881C0F}"/>
          </ac:spMkLst>
        </pc:spChg>
        <pc:spChg chg="add mod">
          <ac:chgData name="Diego Raul Guerrero Anaya" userId="0ce4d9aa-8e9a-49aa-b0f2-d17a32a3775a" providerId="ADAL" clId="{B93415C3-480F-43C7-8153-0DEF1BDC1F50}" dt="2025-11-06T19:22:27.233" v="8979" actId="1076"/>
          <ac:spMkLst>
            <pc:docMk/>
            <pc:sldMk cId="3244617191" sldId="354"/>
            <ac:spMk id="23" creationId="{02FAD993-1EBD-66E0-5E6F-1171679A4E42}"/>
          </ac:spMkLst>
        </pc:spChg>
        <pc:spChg chg="add mod">
          <ac:chgData name="Diego Raul Guerrero Anaya" userId="0ce4d9aa-8e9a-49aa-b0f2-d17a32a3775a" providerId="ADAL" clId="{B93415C3-480F-43C7-8153-0DEF1BDC1F50}" dt="2025-11-06T19:23:07.567" v="8991" actId="20577"/>
          <ac:spMkLst>
            <pc:docMk/>
            <pc:sldMk cId="3244617191" sldId="354"/>
            <ac:spMk id="25" creationId="{223DE56B-5527-1E49-0E8C-A7DA3E26DB85}"/>
          </ac:spMkLst>
        </pc:spChg>
        <pc:spChg chg="add mod">
          <ac:chgData name="Diego Raul Guerrero Anaya" userId="0ce4d9aa-8e9a-49aa-b0f2-d17a32a3775a" providerId="ADAL" clId="{B93415C3-480F-43C7-8153-0DEF1BDC1F50}" dt="2025-11-06T19:23:05.740" v="8990" actId="20577"/>
          <ac:spMkLst>
            <pc:docMk/>
            <pc:sldMk cId="3244617191" sldId="354"/>
            <ac:spMk id="26" creationId="{169F26DE-ED9A-E6C7-947D-90B5DA25ED77}"/>
          </ac:spMkLst>
        </pc:spChg>
        <pc:spChg chg="add mod">
          <ac:chgData name="Diego Raul Guerrero Anaya" userId="0ce4d9aa-8e9a-49aa-b0f2-d17a32a3775a" providerId="ADAL" clId="{B93415C3-480F-43C7-8153-0DEF1BDC1F50}" dt="2025-11-06T19:22:27.233" v="8979" actId="1076"/>
          <ac:spMkLst>
            <pc:docMk/>
            <pc:sldMk cId="3244617191" sldId="354"/>
            <ac:spMk id="28" creationId="{6E3DBB2C-DD5E-3CFD-55C5-D90C3F54B2E0}"/>
          </ac:spMkLst>
        </pc:spChg>
        <pc:spChg chg="mod">
          <ac:chgData name="Diego Raul Guerrero Anaya" userId="0ce4d9aa-8e9a-49aa-b0f2-d17a32a3775a" providerId="ADAL" clId="{B93415C3-480F-43C7-8153-0DEF1BDC1F50}" dt="2025-11-06T19:21:49.528" v="8976" actId="20577"/>
          <ac:spMkLst>
            <pc:docMk/>
            <pc:sldMk cId="3244617191" sldId="354"/>
            <ac:spMk id="29" creationId="{7CF8D2E1-1556-C801-9A4E-C3B7E8B3951B}"/>
          </ac:spMkLst>
        </pc:spChg>
        <pc:spChg chg="mod">
          <ac:chgData name="Diego Raul Guerrero Anaya" userId="0ce4d9aa-8e9a-49aa-b0f2-d17a32a3775a" providerId="ADAL" clId="{B93415C3-480F-43C7-8153-0DEF1BDC1F50}" dt="2025-11-06T19:17:39.258" v="8894" actId="20577"/>
          <ac:spMkLst>
            <pc:docMk/>
            <pc:sldMk cId="3244617191" sldId="354"/>
            <ac:spMk id="31" creationId="{A9D9D877-17BF-C4B1-DBE2-2D740DCE891B}"/>
          </ac:spMkLst>
        </pc:spChg>
        <pc:spChg chg="mod">
          <ac:chgData name="Diego Raul Guerrero Anaya" userId="0ce4d9aa-8e9a-49aa-b0f2-d17a32a3775a" providerId="ADAL" clId="{B93415C3-480F-43C7-8153-0DEF1BDC1F50}" dt="2025-11-06T19:13:59.556" v="8868" actId="1076"/>
          <ac:spMkLst>
            <pc:docMk/>
            <pc:sldMk cId="3244617191" sldId="354"/>
            <ac:spMk id="34" creationId="{F7E81395-129E-34AB-56A2-C2BF691746BB}"/>
          </ac:spMkLst>
        </pc:spChg>
        <pc:graphicFrameChg chg="mod">
          <ac:chgData name="Diego Raul Guerrero Anaya" userId="0ce4d9aa-8e9a-49aa-b0f2-d17a32a3775a" providerId="ADAL" clId="{B93415C3-480F-43C7-8153-0DEF1BDC1F50}" dt="2025-11-06T19:17:51.149" v="8895" actId="1076"/>
          <ac:graphicFrameMkLst>
            <pc:docMk/>
            <pc:sldMk cId="3244617191" sldId="354"/>
            <ac:graphicFrameMk id="21" creationId="{D999FE1A-6116-4188-4598-09A426373573}"/>
          </ac:graphicFrameMkLst>
        </pc:graphicFrameChg>
        <pc:picChg chg="add del mod">
          <ac:chgData name="Diego Raul Guerrero Anaya" userId="0ce4d9aa-8e9a-49aa-b0f2-d17a32a3775a" providerId="ADAL" clId="{B93415C3-480F-43C7-8153-0DEF1BDC1F50}" dt="2025-11-06T19:14:59.027" v="8877" actId="478"/>
          <ac:picMkLst>
            <pc:docMk/>
            <pc:sldMk cId="3244617191" sldId="354"/>
            <ac:picMk id="3" creationId="{A6599EF3-DDE8-A544-5349-ED53A70EFBA9}"/>
          </ac:picMkLst>
        </pc:picChg>
        <pc:picChg chg="del">
          <ac:chgData name="Diego Raul Guerrero Anaya" userId="0ce4d9aa-8e9a-49aa-b0f2-d17a32a3775a" providerId="ADAL" clId="{B93415C3-480F-43C7-8153-0DEF1BDC1F50}" dt="2025-11-06T19:14:02.825" v="8869" actId="478"/>
          <ac:picMkLst>
            <pc:docMk/>
            <pc:sldMk cId="3244617191" sldId="354"/>
            <ac:picMk id="5" creationId="{083BFBD1-B8C8-AD84-F992-BC2995A91E6F}"/>
          </ac:picMkLst>
        </pc:picChg>
        <pc:picChg chg="del">
          <ac:chgData name="Diego Raul Guerrero Anaya" userId="0ce4d9aa-8e9a-49aa-b0f2-d17a32a3775a" providerId="ADAL" clId="{B93415C3-480F-43C7-8153-0DEF1BDC1F50}" dt="2025-11-06T19:18:34.561" v="8902" actId="478"/>
          <ac:picMkLst>
            <pc:docMk/>
            <pc:sldMk cId="3244617191" sldId="354"/>
            <ac:picMk id="7" creationId="{D9E2BDBC-143C-E0BD-CE04-018086BB5562}"/>
          </ac:picMkLst>
        </pc:picChg>
        <pc:picChg chg="add del mod">
          <ac:chgData name="Diego Raul Guerrero Anaya" userId="0ce4d9aa-8e9a-49aa-b0f2-d17a32a3775a" providerId="ADAL" clId="{B93415C3-480F-43C7-8153-0DEF1BDC1F50}" dt="2025-11-06T19:14:59.027" v="8877" actId="478"/>
          <ac:picMkLst>
            <pc:docMk/>
            <pc:sldMk cId="3244617191" sldId="354"/>
            <ac:picMk id="12" creationId="{9AD1EE4B-1087-98B8-25DE-8BDE3A69AD9A}"/>
          </ac:picMkLst>
        </pc:picChg>
        <pc:picChg chg="del">
          <ac:chgData name="Diego Raul Guerrero Anaya" userId="0ce4d9aa-8e9a-49aa-b0f2-d17a32a3775a" providerId="ADAL" clId="{B93415C3-480F-43C7-8153-0DEF1BDC1F50}" dt="2025-11-06T19:20:32.952" v="8944" actId="478"/>
          <ac:picMkLst>
            <pc:docMk/>
            <pc:sldMk cId="3244617191" sldId="354"/>
            <ac:picMk id="13" creationId="{798674ED-AD50-AC48-5FD9-00991A7E6ED1}"/>
          </ac:picMkLst>
        </pc:picChg>
        <pc:picChg chg="add del mod">
          <ac:chgData name="Diego Raul Guerrero Anaya" userId="0ce4d9aa-8e9a-49aa-b0f2-d17a32a3775a" providerId="ADAL" clId="{B93415C3-480F-43C7-8153-0DEF1BDC1F50}" dt="2025-11-06T19:14:59.027" v="8877" actId="478"/>
          <ac:picMkLst>
            <pc:docMk/>
            <pc:sldMk cId="3244617191" sldId="354"/>
            <ac:picMk id="16" creationId="{8340A35B-A91F-F9B2-450D-9AFD56DCA1AB}"/>
          </ac:picMkLst>
        </pc:picChg>
        <pc:picChg chg="add del mod">
          <ac:chgData name="Diego Raul Guerrero Anaya" userId="0ce4d9aa-8e9a-49aa-b0f2-d17a32a3775a" providerId="ADAL" clId="{B93415C3-480F-43C7-8153-0DEF1BDC1F50}" dt="2025-11-06T19:14:59.027" v="8877" actId="478"/>
          <ac:picMkLst>
            <pc:docMk/>
            <pc:sldMk cId="3244617191" sldId="354"/>
            <ac:picMk id="18" creationId="{05C8B169-85C9-D121-5ACA-0F3A3018A4B0}"/>
          </ac:picMkLst>
        </pc:picChg>
        <pc:picChg chg="add mod">
          <ac:chgData name="Diego Raul Guerrero Anaya" userId="0ce4d9aa-8e9a-49aa-b0f2-d17a32a3775a" providerId="ADAL" clId="{B93415C3-480F-43C7-8153-0DEF1BDC1F50}" dt="2025-11-06T19:22:27.233" v="8979" actId="1076"/>
          <ac:picMkLst>
            <pc:docMk/>
            <pc:sldMk cId="3244617191" sldId="354"/>
            <ac:picMk id="22" creationId="{0DC08AF3-6CCA-BE7C-C973-8EE6C7D5BC61}"/>
          </ac:picMkLst>
        </pc:picChg>
        <pc:picChg chg="add mod">
          <ac:chgData name="Diego Raul Guerrero Anaya" userId="0ce4d9aa-8e9a-49aa-b0f2-d17a32a3775a" providerId="ADAL" clId="{B93415C3-480F-43C7-8153-0DEF1BDC1F50}" dt="2025-11-06T19:22:27.233" v="8979" actId="1076"/>
          <ac:picMkLst>
            <pc:docMk/>
            <pc:sldMk cId="3244617191" sldId="354"/>
            <ac:picMk id="24" creationId="{4C0140D6-316F-3608-EAA9-69D1070A56FC}"/>
          </ac:picMkLst>
        </pc:picChg>
        <pc:picChg chg="add mod">
          <ac:chgData name="Diego Raul Guerrero Anaya" userId="0ce4d9aa-8e9a-49aa-b0f2-d17a32a3775a" providerId="ADAL" clId="{B93415C3-480F-43C7-8153-0DEF1BDC1F50}" dt="2025-11-06T19:22:27.233" v="8979" actId="1076"/>
          <ac:picMkLst>
            <pc:docMk/>
            <pc:sldMk cId="3244617191" sldId="354"/>
            <ac:picMk id="27" creationId="{B2F0B537-6BD9-FDFD-604A-527E0E5EDDCA}"/>
          </ac:picMkLst>
        </pc:picChg>
        <pc:picChg chg="add mod">
          <ac:chgData name="Diego Raul Guerrero Anaya" userId="0ce4d9aa-8e9a-49aa-b0f2-d17a32a3775a" providerId="ADAL" clId="{B93415C3-480F-43C7-8153-0DEF1BDC1F50}" dt="2025-11-06T19:22:27.233" v="8979" actId="1076"/>
          <ac:picMkLst>
            <pc:docMk/>
            <pc:sldMk cId="3244617191" sldId="354"/>
            <ac:picMk id="30" creationId="{D861DD39-4421-98D5-8FDF-F8DF8BD4FA85}"/>
          </ac:picMkLst>
        </pc:picChg>
        <pc:picChg chg="add del mod">
          <ac:chgData name="Diego Raul Guerrero Anaya" userId="0ce4d9aa-8e9a-49aa-b0f2-d17a32a3775a" providerId="ADAL" clId="{B93415C3-480F-43C7-8153-0DEF1BDC1F50}" dt="2025-11-06T19:21:13.938" v="8950" actId="478"/>
          <ac:picMkLst>
            <pc:docMk/>
            <pc:sldMk cId="3244617191" sldId="354"/>
            <ac:picMk id="32" creationId="{4081A31D-39CB-8CA0-3929-23726BF99212}"/>
          </ac:picMkLst>
        </pc:picChg>
        <pc:picChg chg="add mod">
          <ac:chgData name="Diego Raul Guerrero Anaya" userId="0ce4d9aa-8e9a-49aa-b0f2-d17a32a3775a" providerId="ADAL" clId="{B93415C3-480F-43C7-8153-0DEF1BDC1F50}" dt="2025-11-06T19:20:41.679" v="8945" actId="1076"/>
          <ac:picMkLst>
            <pc:docMk/>
            <pc:sldMk cId="3244617191" sldId="354"/>
            <ac:picMk id="33" creationId="{F7CA5AA0-5EC9-64D3-A83A-6FF3785C78CA}"/>
          </ac:picMkLst>
        </pc:picChg>
        <pc:picChg chg="add mod">
          <ac:chgData name="Diego Raul Guerrero Anaya" userId="0ce4d9aa-8e9a-49aa-b0f2-d17a32a3775a" providerId="ADAL" clId="{B93415C3-480F-43C7-8153-0DEF1BDC1F50}" dt="2025-11-06T19:21:26.743" v="8951" actId="1076"/>
          <ac:picMkLst>
            <pc:docMk/>
            <pc:sldMk cId="3244617191" sldId="354"/>
            <ac:picMk id="35" creationId="{15CFBD1B-5D48-007D-C654-4015F738CF41}"/>
          </ac:picMkLst>
        </pc:picChg>
      </pc:sldChg>
      <pc:sldChg chg="modSp mod">
        <pc:chgData name="Diego Raul Guerrero Anaya" userId="0ce4d9aa-8e9a-49aa-b0f2-d17a32a3775a" providerId="ADAL" clId="{B93415C3-480F-43C7-8153-0DEF1BDC1F50}" dt="2025-11-06T21:01:31.571" v="11118" actId="20577"/>
        <pc:sldMkLst>
          <pc:docMk/>
          <pc:sldMk cId="111384307" sldId="361"/>
        </pc:sldMkLst>
        <pc:spChg chg="mod">
          <ac:chgData name="Diego Raul Guerrero Anaya" userId="0ce4d9aa-8e9a-49aa-b0f2-d17a32a3775a" providerId="ADAL" clId="{B93415C3-480F-43C7-8153-0DEF1BDC1F50}" dt="2025-11-06T21:00:08.236" v="11113" actId="20577"/>
          <ac:spMkLst>
            <pc:docMk/>
            <pc:sldMk cId="111384307" sldId="361"/>
            <ac:spMk id="3" creationId="{5B71B624-8335-4512-DA4C-EF7EE64FF616}"/>
          </ac:spMkLst>
        </pc:spChg>
        <pc:spChg chg="mod">
          <ac:chgData name="Diego Raul Guerrero Anaya" userId="0ce4d9aa-8e9a-49aa-b0f2-d17a32a3775a" providerId="ADAL" clId="{B93415C3-480F-43C7-8153-0DEF1BDC1F50}" dt="2025-11-06T21:00:51.598" v="11114"/>
          <ac:spMkLst>
            <pc:docMk/>
            <pc:sldMk cId="111384307" sldId="361"/>
            <ac:spMk id="5" creationId="{0DFFE4B8-13FB-ABB0-BFBC-74FFCE8618FA}"/>
          </ac:spMkLst>
        </pc:spChg>
        <pc:spChg chg="mod">
          <ac:chgData name="Diego Raul Guerrero Anaya" userId="0ce4d9aa-8e9a-49aa-b0f2-d17a32a3775a" providerId="ADAL" clId="{B93415C3-480F-43C7-8153-0DEF1BDC1F50}" dt="2025-11-06T21:01:31.571" v="11118" actId="20577"/>
          <ac:spMkLst>
            <pc:docMk/>
            <pc:sldMk cId="111384307" sldId="361"/>
            <ac:spMk id="7" creationId="{20EE4ACA-59EE-FFEC-19FE-E9C36071562E}"/>
          </ac:spMkLst>
        </pc:spChg>
      </pc:sldChg>
      <pc:sldChg chg="addSp delSp modSp add mod ord">
        <pc:chgData name="Diego Raul Guerrero Anaya" userId="0ce4d9aa-8e9a-49aa-b0f2-d17a32a3775a" providerId="ADAL" clId="{B93415C3-480F-43C7-8153-0DEF1BDC1F50}" dt="2025-11-06T20:33:08.347" v="10181" actId="20577"/>
        <pc:sldMkLst>
          <pc:docMk/>
          <pc:sldMk cId="3135349836" sldId="378"/>
        </pc:sldMkLst>
        <pc:spChg chg="add mod">
          <ac:chgData name="Diego Raul Guerrero Anaya" userId="0ce4d9aa-8e9a-49aa-b0f2-d17a32a3775a" providerId="ADAL" clId="{B93415C3-480F-43C7-8153-0DEF1BDC1F50}" dt="2025-11-06T20:28:19.942" v="10129" actId="20577"/>
          <ac:spMkLst>
            <pc:docMk/>
            <pc:sldMk cId="3135349836" sldId="378"/>
            <ac:spMk id="3" creationId="{06BABA66-8FC4-5423-BC26-3D93AF81BDE7}"/>
          </ac:spMkLst>
        </pc:spChg>
        <pc:spChg chg="add mod">
          <ac:chgData name="Diego Raul Guerrero Anaya" userId="0ce4d9aa-8e9a-49aa-b0f2-d17a32a3775a" providerId="ADAL" clId="{B93415C3-480F-43C7-8153-0DEF1BDC1F50}" dt="2025-11-06T20:28:26.700" v="10135" actId="20577"/>
          <ac:spMkLst>
            <pc:docMk/>
            <pc:sldMk cId="3135349836" sldId="378"/>
            <ac:spMk id="6" creationId="{C57FE07E-E4A1-39E1-BF4D-5CA4ECBC7F31}"/>
          </ac:spMkLst>
        </pc:spChg>
        <pc:spChg chg="mod">
          <ac:chgData name="Diego Raul Guerrero Anaya" userId="0ce4d9aa-8e9a-49aa-b0f2-d17a32a3775a" providerId="ADAL" clId="{B93415C3-480F-43C7-8153-0DEF1BDC1F50}" dt="2025-11-06T20:33:08.347" v="10181" actId="20577"/>
          <ac:spMkLst>
            <pc:docMk/>
            <pc:sldMk cId="3135349836" sldId="378"/>
            <ac:spMk id="12" creationId="{CA99E943-61C2-001F-2E86-6BB504A8BCA5}"/>
          </ac:spMkLst>
        </pc:spChg>
        <pc:spChg chg="add mod">
          <ac:chgData name="Diego Raul Guerrero Anaya" userId="0ce4d9aa-8e9a-49aa-b0f2-d17a32a3775a" providerId="ADAL" clId="{B93415C3-480F-43C7-8153-0DEF1BDC1F50}" dt="2025-11-06T20:28:23.932" v="10133" actId="20577"/>
          <ac:spMkLst>
            <pc:docMk/>
            <pc:sldMk cId="3135349836" sldId="378"/>
            <ac:spMk id="15" creationId="{7B222006-D34D-0D04-A1A3-647651C61B91}"/>
          </ac:spMkLst>
        </pc:spChg>
        <pc:spChg chg="mod">
          <ac:chgData name="Diego Raul Guerrero Anaya" userId="0ce4d9aa-8e9a-49aa-b0f2-d17a32a3775a" providerId="ADAL" clId="{B93415C3-480F-43C7-8153-0DEF1BDC1F50}" dt="2025-11-06T20:29:03.010" v="10140" actId="20577"/>
          <ac:spMkLst>
            <pc:docMk/>
            <pc:sldMk cId="3135349836" sldId="378"/>
            <ac:spMk id="31" creationId="{29C5ECE4-EA9C-AB55-6217-E09024B4BBC3}"/>
          </ac:spMkLst>
        </pc:spChg>
        <pc:graphicFrameChg chg="mod">
          <ac:chgData name="Diego Raul Guerrero Anaya" userId="0ce4d9aa-8e9a-49aa-b0f2-d17a32a3775a" providerId="ADAL" clId="{B93415C3-480F-43C7-8153-0DEF1BDC1F50}" dt="2025-11-06T20:29:30.865" v="10149" actId="1076"/>
          <ac:graphicFrameMkLst>
            <pc:docMk/>
            <pc:sldMk cId="3135349836" sldId="378"/>
            <ac:graphicFrameMk id="21" creationId="{9953217C-18DA-CBB4-48A3-E9B18F19458C}"/>
          </ac:graphicFrameMkLst>
        </pc:graphicFrameChg>
        <pc:picChg chg="add mod">
          <ac:chgData name="Diego Raul Guerrero Anaya" userId="0ce4d9aa-8e9a-49aa-b0f2-d17a32a3775a" providerId="ADAL" clId="{B93415C3-480F-43C7-8153-0DEF1BDC1F50}" dt="2025-11-06T20:31:01.615" v="10155" actId="1076"/>
          <ac:picMkLst>
            <pc:docMk/>
            <pc:sldMk cId="3135349836" sldId="378"/>
            <ac:picMk id="7" creationId="{4A06942C-5F53-3271-58C6-D0F8AADC909B}"/>
          </ac:picMkLst>
        </pc:picChg>
        <pc:picChg chg="add mod">
          <ac:chgData name="Diego Raul Guerrero Anaya" userId="0ce4d9aa-8e9a-49aa-b0f2-d17a32a3775a" providerId="ADAL" clId="{B93415C3-480F-43C7-8153-0DEF1BDC1F50}" dt="2025-11-06T20:32:16.403" v="10162" actId="1076"/>
          <ac:picMkLst>
            <pc:docMk/>
            <pc:sldMk cId="3135349836" sldId="378"/>
            <ac:picMk id="11" creationId="{080453FA-1F72-4C49-C7BF-23A86FDE25DA}"/>
          </ac:picMkLst>
        </pc:picChg>
        <pc:picChg chg="add del mod">
          <ac:chgData name="Diego Raul Guerrero Anaya" userId="0ce4d9aa-8e9a-49aa-b0f2-d17a32a3775a" providerId="ADAL" clId="{B93415C3-480F-43C7-8153-0DEF1BDC1F50}" dt="2025-11-06T20:30:53.694" v="10154" actId="478"/>
          <ac:picMkLst>
            <pc:docMk/>
            <pc:sldMk cId="3135349836" sldId="378"/>
            <ac:picMk id="13" creationId="{BB004C0B-2574-64C5-F2FC-303492E038B5}"/>
          </ac:picMkLst>
        </pc:picChg>
        <pc:picChg chg="add del mod">
          <ac:chgData name="Diego Raul Guerrero Anaya" userId="0ce4d9aa-8e9a-49aa-b0f2-d17a32a3775a" providerId="ADAL" clId="{B93415C3-480F-43C7-8153-0DEF1BDC1F50}" dt="2025-11-06T20:32:00.331" v="10159" actId="478"/>
          <ac:picMkLst>
            <pc:docMk/>
            <pc:sldMk cId="3135349836" sldId="378"/>
            <ac:picMk id="16" creationId="{09E85B62-1E85-7F24-6D06-110068A262F0}"/>
          </ac:picMkLst>
        </pc:picChg>
      </pc:sldChg>
      <pc:sldChg chg="addSp delSp modSp mod">
        <pc:chgData name="Diego Raul Guerrero Anaya" userId="0ce4d9aa-8e9a-49aa-b0f2-d17a32a3775a" providerId="ADAL" clId="{B93415C3-480F-43C7-8153-0DEF1BDC1F50}" dt="2025-11-06T19:28:54.139" v="9047" actId="404"/>
        <pc:sldMkLst>
          <pc:docMk/>
          <pc:sldMk cId="3231623758" sldId="379"/>
        </pc:sldMkLst>
        <pc:spChg chg="del">
          <ac:chgData name="Diego Raul Guerrero Anaya" userId="0ce4d9aa-8e9a-49aa-b0f2-d17a32a3775a" providerId="ADAL" clId="{B93415C3-480F-43C7-8153-0DEF1BDC1F50}" dt="2025-11-06T19:28:19.608" v="9042" actId="478"/>
          <ac:spMkLst>
            <pc:docMk/>
            <pc:sldMk cId="3231623758" sldId="379"/>
            <ac:spMk id="5" creationId="{82C82FA7-32AD-FC07-FCD6-2BD86DBF9AAE}"/>
          </ac:spMkLst>
        </pc:spChg>
        <pc:spChg chg="add mod">
          <ac:chgData name="Diego Raul Guerrero Anaya" userId="0ce4d9aa-8e9a-49aa-b0f2-d17a32a3775a" providerId="ADAL" clId="{B93415C3-480F-43C7-8153-0DEF1BDC1F50}" dt="2025-11-06T19:28:06.346" v="9041" actId="14100"/>
          <ac:spMkLst>
            <pc:docMk/>
            <pc:sldMk cId="3231623758" sldId="379"/>
            <ac:spMk id="6" creationId="{66564D00-9172-E2BB-1A5F-E76B808DD6AE}"/>
          </ac:spMkLst>
        </pc:spChg>
        <pc:spChg chg="del">
          <ac:chgData name="Diego Raul Guerrero Anaya" userId="0ce4d9aa-8e9a-49aa-b0f2-d17a32a3775a" providerId="ADAL" clId="{B93415C3-480F-43C7-8153-0DEF1BDC1F50}" dt="2025-11-06T19:28:19.608" v="9042" actId="478"/>
          <ac:spMkLst>
            <pc:docMk/>
            <pc:sldMk cId="3231623758" sldId="379"/>
            <ac:spMk id="10" creationId="{200380F2-3C52-A285-21F6-D248482675A1}"/>
          </ac:spMkLst>
        </pc:spChg>
        <pc:spChg chg="add mod">
          <ac:chgData name="Diego Raul Guerrero Anaya" userId="0ce4d9aa-8e9a-49aa-b0f2-d17a32a3775a" providerId="ADAL" clId="{B93415C3-480F-43C7-8153-0DEF1BDC1F50}" dt="2025-11-06T19:28:20.394" v="9043"/>
          <ac:spMkLst>
            <pc:docMk/>
            <pc:sldMk cId="3231623758" sldId="379"/>
            <ac:spMk id="11" creationId="{26C5502F-BC29-CF9F-BDD1-92B5A86FB2F3}"/>
          </ac:spMkLst>
        </pc:spChg>
        <pc:spChg chg="add mod">
          <ac:chgData name="Diego Raul Guerrero Anaya" userId="0ce4d9aa-8e9a-49aa-b0f2-d17a32a3775a" providerId="ADAL" clId="{B93415C3-480F-43C7-8153-0DEF1BDC1F50}" dt="2025-11-06T19:28:20.394" v="9043"/>
          <ac:spMkLst>
            <pc:docMk/>
            <pc:sldMk cId="3231623758" sldId="379"/>
            <ac:spMk id="12" creationId="{68DA3473-B6AF-777E-B5FB-635D2CF99E26}"/>
          </ac:spMkLst>
        </pc:spChg>
        <pc:spChg chg="del">
          <ac:chgData name="Diego Raul Guerrero Anaya" userId="0ce4d9aa-8e9a-49aa-b0f2-d17a32a3775a" providerId="ADAL" clId="{B93415C3-480F-43C7-8153-0DEF1BDC1F50}" dt="2025-11-06T19:28:00.219" v="9039" actId="478"/>
          <ac:spMkLst>
            <pc:docMk/>
            <pc:sldMk cId="3231623758" sldId="379"/>
            <ac:spMk id="17" creationId="{F63994A9-9D61-E1B4-4ECF-4E6E0138BED2}"/>
          </ac:spMkLst>
        </pc:spChg>
        <pc:spChg chg="mod">
          <ac:chgData name="Diego Raul Guerrero Anaya" userId="0ce4d9aa-8e9a-49aa-b0f2-d17a32a3775a" providerId="ADAL" clId="{B93415C3-480F-43C7-8153-0DEF1BDC1F50}" dt="2025-11-06T19:28:54.139" v="9047" actId="404"/>
          <ac:spMkLst>
            <pc:docMk/>
            <pc:sldMk cId="3231623758" sldId="379"/>
            <ac:spMk id="18" creationId="{FB1B2FE3-5A21-7072-5A93-D55ED8223954}"/>
          </ac:spMkLst>
        </pc:spChg>
        <pc:spChg chg="mod">
          <ac:chgData name="Diego Raul Guerrero Anaya" userId="0ce4d9aa-8e9a-49aa-b0f2-d17a32a3775a" providerId="ADAL" clId="{B93415C3-480F-43C7-8153-0DEF1BDC1F50}" dt="2025-11-06T19:26:28.955" v="9026" actId="20577"/>
          <ac:spMkLst>
            <pc:docMk/>
            <pc:sldMk cId="3231623758" sldId="379"/>
            <ac:spMk id="30" creationId="{66A5E136-7154-3260-1737-F7AE658A220B}"/>
          </ac:spMkLst>
        </pc:spChg>
        <pc:graphicFrameChg chg="add mod">
          <ac:chgData name="Diego Raul Guerrero Anaya" userId="0ce4d9aa-8e9a-49aa-b0f2-d17a32a3775a" providerId="ADAL" clId="{B93415C3-480F-43C7-8153-0DEF1BDC1F50}" dt="2025-11-06T19:28:20.394" v="9043"/>
          <ac:graphicFrameMkLst>
            <pc:docMk/>
            <pc:sldMk cId="3231623758" sldId="379"/>
            <ac:graphicFrameMk id="14" creationId="{0C72935B-2311-3096-1B8D-E6BD12D360F8}"/>
          </ac:graphicFrameMkLst>
        </pc:graphicFrameChg>
        <pc:graphicFrameChg chg="del">
          <ac:chgData name="Diego Raul Guerrero Anaya" userId="0ce4d9aa-8e9a-49aa-b0f2-d17a32a3775a" providerId="ADAL" clId="{B93415C3-480F-43C7-8153-0DEF1BDC1F50}" dt="2025-11-06T19:28:19.608" v="9042" actId="478"/>
          <ac:graphicFrameMkLst>
            <pc:docMk/>
            <pc:sldMk cId="3231623758" sldId="379"/>
            <ac:graphicFrameMk id="16" creationId="{45182172-ABF6-76C8-FC59-61C84F44CB7B}"/>
          </ac:graphicFrameMkLst>
        </pc:graphicFrameChg>
        <pc:picChg chg="add del mod">
          <ac:chgData name="Diego Raul Guerrero Anaya" userId="0ce4d9aa-8e9a-49aa-b0f2-d17a32a3775a" providerId="ADAL" clId="{B93415C3-480F-43C7-8153-0DEF1BDC1F50}" dt="2025-11-06T19:27:08.045" v="9032" actId="478"/>
          <ac:picMkLst>
            <pc:docMk/>
            <pc:sldMk cId="3231623758" sldId="379"/>
            <ac:picMk id="2" creationId="{22DC3911-B12E-9A86-A751-5E721F0CBB5D}"/>
          </ac:picMkLst>
        </pc:picChg>
        <pc:picChg chg="add mod">
          <ac:chgData name="Diego Raul Guerrero Anaya" userId="0ce4d9aa-8e9a-49aa-b0f2-d17a32a3775a" providerId="ADAL" clId="{B93415C3-480F-43C7-8153-0DEF1BDC1F50}" dt="2025-11-06T19:27:44.232" v="9038" actId="1076"/>
          <ac:picMkLst>
            <pc:docMk/>
            <pc:sldMk cId="3231623758" sldId="379"/>
            <ac:picMk id="3" creationId="{01F1CEC2-DC79-D525-81BC-DA36C68241FD}"/>
          </ac:picMkLst>
        </pc:picChg>
        <pc:picChg chg="del mod">
          <ac:chgData name="Diego Raul Guerrero Anaya" userId="0ce4d9aa-8e9a-49aa-b0f2-d17a32a3775a" providerId="ADAL" clId="{B93415C3-480F-43C7-8153-0DEF1BDC1F50}" dt="2025-11-06T19:27:38.069" v="9037" actId="478"/>
          <ac:picMkLst>
            <pc:docMk/>
            <pc:sldMk cId="3231623758" sldId="379"/>
            <ac:picMk id="21" creationId="{8DDCF817-6908-9191-8471-267F59C0CE3B}"/>
          </ac:picMkLst>
        </pc:picChg>
      </pc:sldChg>
      <pc:sldChg chg="modSp mod">
        <pc:chgData name="Diego Raul Guerrero Anaya" userId="0ce4d9aa-8e9a-49aa-b0f2-d17a32a3775a" providerId="ADAL" clId="{B93415C3-480F-43C7-8153-0DEF1BDC1F50}" dt="2025-11-06T20:20:21.920" v="10053" actId="20577"/>
        <pc:sldMkLst>
          <pc:docMk/>
          <pc:sldMk cId="4030159341" sldId="389"/>
        </pc:sldMkLst>
        <pc:spChg chg="mod">
          <ac:chgData name="Diego Raul Guerrero Anaya" userId="0ce4d9aa-8e9a-49aa-b0f2-d17a32a3775a" providerId="ADAL" clId="{B93415C3-480F-43C7-8153-0DEF1BDC1F50}" dt="2025-11-06T20:18:40.919" v="9993" actId="20577"/>
          <ac:spMkLst>
            <pc:docMk/>
            <pc:sldMk cId="4030159341" sldId="389"/>
            <ac:spMk id="3" creationId="{90CC7BA8-462E-3CE8-E3A4-EA533E1CD942}"/>
          </ac:spMkLst>
        </pc:spChg>
        <pc:spChg chg="mod">
          <ac:chgData name="Diego Raul Guerrero Anaya" userId="0ce4d9aa-8e9a-49aa-b0f2-d17a32a3775a" providerId="ADAL" clId="{B93415C3-480F-43C7-8153-0DEF1BDC1F50}" dt="2025-11-06T20:19:55.951" v="10049" actId="20577"/>
          <ac:spMkLst>
            <pc:docMk/>
            <pc:sldMk cId="4030159341" sldId="389"/>
            <ac:spMk id="5" creationId="{F222933C-BA12-E063-5BCF-E0BE2956583D}"/>
          </ac:spMkLst>
        </pc:spChg>
        <pc:spChg chg="mod">
          <ac:chgData name="Diego Raul Guerrero Anaya" userId="0ce4d9aa-8e9a-49aa-b0f2-d17a32a3775a" providerId="ADAL" clId="{B93415C3-480F-43C7-8153-0DEF1BDC1F50}" dt="2025-11-06T20:20:21.920" v="10053" actId="20577"/>
          <ac:spMkLst>
            <pc:docMk/>
            <pc:sldMk cId="4030159341" sldId="389"/>
            <ac:spMk id="7" creationId="{7C36C4AD-C372-41E2-ECDF-7124B0517EF8}"/>
          </ac:spMkLst>
        </pc:spChg>
      </pc:sldChg>
      <pc:sldChg chg="addSp delSp modSp add mod">
        <pc:chgData name="Diego Raul Guerrero Anaya" userId="0ce4d9aa-8e9a-49aa-b0f2-d17a32a3775a" providerId="ADAL" clId="{B93415C3-480F-43C7-8153-0DEF1BDC1F50}" dt="2025-11-06T20:20:59.729" v="10058" actId="20577"/>
        <pc:sldMkLst>
          <pc:docMk/>
          <pc:sldMk cId="880970840" sldId="390"/>
        </pc:sldMkLst>
        <pc:spChg chg="mod">
          <ac:chgData name="Diego Raul Guerrero Anaya" userId="0ce4d9aa-8e9a-49aa-b0f2-d17a32a3775a" providerId="ADAL" clId="{B93415C3-480F-43C7-8153-0DEF1BDC1F50}" dt="2025-11-06T20:19:16.560" v="10013" actId="20577"/>
          <ac:spMkLst>
            <pc:docMk/>
            <pc:sldMk cId="880970840" sldId="390"/>
            <ac:spMk id="3" creationId="{E57D05FD-9316-F285-DAC8-25D77B8F531B}"/>
          </ac:spMkLst>
        </pc:spChg>
        <pc:spChg chg="mod">
          <ac:chgData name="Diego Raul Guerrero Anaya" userId="0ce4d9aa-8e9a-49aa-b0f2-d17a32a3775a" providerId="ADAL" clId="{B93415C3-480F-43C7-8153-0DEF1BDC1F50}" dt="2025-11-06T20:20:59.729" v="10058" actId="20577"/>
          <ac:spMkLst>
            <pc:docMk/>
            <pc:sldMk cId="880970840" sldId="390"/>
            <ac:spMk id="10" creationId="{E0345A4E-C073-88EB-2444-456242F6A8F5}"/>
          </ac:spMkLst>
        </pc:spChg>
        <pc:spChg chg="add mod">
          <ac:chgData name="Diego Raul Guerrero Anaya" userId="0ce4d9aa-8e9a-49aa-b0f2-d17a32a3775a" providerId="ADAL" clId="{B93415C3-480F-43C7-8153-0DEF1BDC1F50}" dt="2025-11-06T20:20:36.088" v="10054"/>
          <ac:spMkLst>
            <pc:docMk/>
            <pc:sldMk cId="880970840" sldId="390"/>
            <ac:spMk id="11" creationId="{A17D31AC-9A6A-8F19-E40B-F8961AB69F73}"/>
          </ac:spMkLst>
        </pc:spChg>
      </pc:sldChg>
      <pc:sldChg chg="addSp delSp modSp add del mod">
        <pc:chgData name="Diego Raul Guerrero Anaya" userId="0ce4d9aa-8e9a-49aa-b0f2-d17a32a3775a" providerId="ADAL" clId="{B93415C3-480F-43C7-8153-0DEF1BDC1F50}" dt="2025-11-06T20:19:28.404" v="10014" actId="2696"/>
        <pc:sldMkLst>
          <pc:docMk/>
          <pc:sldMk cId="1788796161" sldId="391"/>
        </pc:sldMkLst>
      </pc:sldChg>
      <pc:sldChg chg="del">
        <pc:chgData name="Diego Raul Guerrero Anaya" userId="0ce4d9aa-8e9a-49aa-b0f2-d17a32a3775a" providerId="ADAL" clId="{B93415C3-480F-43C7-8153-0DEF1BDC1F50}" dt="2025-11-06T19:29:20.423" v="9051" actId="2696"/>
        <pc:sldMkLst>
          <pc:docMk/>
          <pc:sldMk cId="2889885394" sldId="393"/>
        </pc:sldMkLst>
      </pc:sldChg>
      <pc:sldChg chg="addSp delSp modSp add del mod">
        <pc:chgData name="Diego Raul Guerrero Anaya" userId="0ce4d9aa-8e9a-49aa-b0f2-d17a32a3775a" providerId="ADAL" clId="{B93415C3-480F-43C7-8153-0DEF1BDC1F50}" dt="2025-11-06T20:19:28.404" v="10014" actId="2696"/>
        <pc:sldMkLst>
          <pc:docMk/>
          <pc:sldMk cId="1238948948" sldId="394"/>
        </pc:sldMkLst>
      </pc:sldChg>
      <pc:sldChg chg="del">
        <pc:chgData name="Diego Raul Guerrero Anaya" userId="0ce4d9aa-8e9a-49aa-b0f2-d17a32a3775a" providerId="ADAL" clId="{B93415C3-480F-43C7-8153-0DEF1BDC1F50}" dt="2025-11-06T20:19:28.404" v="10014" actId="2696"/>
        <pc:sldMkLst>
          <pc:docMk/>
          <pc:sldMk cId="635395755" sldId="395"/>
        </pc:sldMkLst>
      </pc:sldChg>
      <pc:sldChg chg="addSp delSp modSp add del mod">
        <pc:chgData name="Diego Raul Guerrero Anaya" userId="0ce4d9aa-8e9a-49aa-b0f2-d17a32a3775a" providerId="ADAL" clId="{B93415C3-480F-43C7-8153-0DEF1BDC1F50}" dt="2025-11-06T20:19:28.404" v="10014" actId="2696"/>
        <pc:sldMkLst>
          <pc:docMk/>
          <pc:sldMk cId="492614338" sldId="396"/>
        </pc:sldMkLst>
      </pc:sldChg>
      <pc:sldChg chg="addSp delSp modSp mod">
        <pc:chgData name="Diego Raul Guerrero Anaya" userId="0ce4d9aa-8e9a-49aa-b0f2-d17a32a3775a" providerId="ADAL" clId="{B93415C3-480F-43C7-8153-0DEF1BDC1F50}" dt="2025-11-07T16:34:42.873" v="11129" actId="20577"/>
        <pc:sldMkLst>
          <pc:docMk/>
          <pc:sldMk cId="4191660484" sldId="398"/>
        </pc:sldMkLst>
        <pc:spChg chg="mod">
          <ac:chgData name="Diego Raul Guerrero Anaya" userId="0ce4d9aa-8e9a-49aa-b0f2-d17a32a3775a" providerId="ADAL" clId="{B93415C3-480F-43C7-8153-0DEF1BDC1F50}" dt="2025-11-06T20:49:12.422" v="10527" actId="20577"/>
          <ac:spMkLst>
            <pc:docMk/>
            <pc:sldMk cId="4191660484" sldId="398"/>
            <ac:spMk id="3" creationId="{0E2745FE-A0F9-27E0-71F2-773BAF3F720B}"/>
          </ac:spMkLst>
        </pc:spChg>
        <pc:spChg chg="mod">
          <ac:chgData name="Diego Raul Guerrero Anaya" userId="0ce4d9aa-8e9a-49aa-b0f2-d17a32a3775a" providerId="ADAL" clId="{B93415C3-480F-43C7-8153-0DEF1BDC1F50}" dt="2025-11-06T20:50:50.707" v="10620" actId="20577"/>
          <ac:spMkLst>
            <pc:docMk/>
            <pc:sldMk cId="4191660484" sldId="398"/>
            <ac:spMk id="5" creationId="{20A34FFA-D8B6-B012-9C6B-FFF26F57682C}"/>
          </ac:spMkLst>
        </pc:spChg>
        <pc:spChg chg="mod">
          <ac:chgData name="Diego Raul Guerrero Anaya" userId="0ce4d9aa-8e9a-49aa-b0f2-d17a32a3775a" providerId="ADAL" clId="{B93415C3-480F-43C7-8153-0DEF1BDC1F50}" dt="2025-11-07T16:34:42.873" v="11129" actId="20577"/>
          <ac:spMkLst>
            <pc:docMk/>
            <pc:sldMk cId="4191660484" sldId="398"/>
            <ac:spMk id="7" creationId="{A49F2CA2-9CE3-D419-32BB-88B456FF0B65}"/>
          </ac:spMkLst>
        </pc:spChg>
        <pc:picChg chg="del">
          <ac:chgData name="Diego Raul Guerrero Anaya" userId="0ce4d9aa-8e9a-49aa-b0f2-d17a32a3775a" providerId="ADAL" clId="{B93415C3-480F-43C7-8153-0DEF1BDC1F50}" dt="2025-11-06T20:48:45.395" v="10518" actId="478"/>
          <ac:picMkLst>
            <pc:docMk/>
            <pc:sldMk cId="4191660484" sldId="398"/>
            <ac:picMk id="2" creationId="{043B9BAF-14E4-38CC-2432-75EE1537A0DB}"/>
          </ac:picMkLst>
        </pc:picChg>
        <pc:picChg chg="add mod">
          <ac:chgData name="Diego Raul Guerrero Anaya" userId="0ce4d9aa-8e9a-49aa-b0f2-d17a32a3775a" providerId="ADAL" clId="{B93415C3-480F-43C7-8153-0DEF1BDC1F50}" dt="2025-11-06T20:48:54.946" v="10519" actId="1076"/>
          <ac:picMkLst>
            <pc:docMk/>
            <pc:sldMk cId="4191660484" sldId="398"/>
            <ac:picMk id="4" creationId="{C0BA5C7B-C103-77C9-997E-737FC0C3DC6F}"/>
          </ac:picMkLst>
        </pc:picChg>
      </pc:sldChg>
      <pc:sldChg chg="addSp delSp modSp mod">
        <pc:chgData name="Diego Raul Guerrero Anaya" userId="0ce4d9aa-8e9a-49aa-b0f2-d17a32a3775a" providerId="ADAL" clId="{B93415C3-480F-43C7-8153-0DEF1BDC1F50}" dt="2025-11-06T20:39:20.746" v="10217" actId="20577"/>
        <pc:sldMkLst>
          <pc:docMk/>
          <pc:sldMk cId="1402810735" sldId="399"/>
        </pc:sldMkLst>
        <pc:spChg chg="mod">
          <ac:chgData name="Diego Raul Guerrero Anaya" userId="0ce4d9aa-8e9a-49aa-b0f2-d17a32a3775a" providerId="ADAL" clId="{B93415C3-480F-43C7-8153-0DEF1BDC1F50}" dt="2025-11-06T20:35:19.089" v="10206" actId="20577"/>
          <ac:spMkLst>
            <pc:docMk/>
            <pc:sldMk cId="1402810735" sldId="399"/>
            <ac:spMk id="3" creationId="{9CC63C1B-15C6-38F0-DFCC-D05E89BDF3B7}"/>
          </ac:spMkLst>
        </pc:spChg>
        <pc:spChg chg="mod">
          <ac:chgData name="Diego Raul Guerrero Anaya" userId="0ce4d9aa-8e9a-49aa-b0f2-d17a32a3775a" providerId="ADAL" clId="{B93415C3-480F-43C7-8153-0DEF1BDC1F50}" dt="2025-11-06T20:39:20.746" v="10217" actId="20577"/>
          <ac:spMkLst>
            <pc:docMk/>
            <pc:sldMk cId="1402810735" sldId="399"/>
            <ac:spMk id="14" creationId="{1565E58F-2F0B-F305-4892-FC848228E513}"/>
          </ac:spMkLst>
        </pc:spChg>
        <pc:picChg chg="add mod">
          <ac:chgData name="Diego Raul Guerrero Anaya" userId="0ce4d9aa-8e9a-49aa-b0f2-d17a32a3775a" providerId="ADAL" clId="{B93415C3-480F-43C7-8153-0DEF1BDC1F50}" dt="2025-11-06T20:36:04.953" v="10212" actId="1076"/>
          <ac:picMkLst>
            <pc:docMk/>
            <pc:sldMk cId="1402810735" sldId="399"/>
            <ac:picMk id="4" creationId="{B387E497-3431-92CA-7A3A-4CC87AA88B5F}"/>
          </ac:picMkLst>
        </pc:picChg>
        <pc:picChg chg="del">
          <ac:chgData name="Diego Raul Guerrero Anaya" userId="0ce4d9aa-8e9a-49aa-b0f2-d17a32a3775a" providerId="ADAL" clId="{B93415C3-480F-43C7-8153-0DEF1BDC1F50}" dt="2025-11-06T20:35:59.507" v="10211" actId="478"/>
          <ac:picMkLst>
            <pc:docMk/>
            <pc:sldMk cId="1402810735" sldId="399"/>
            <ac:picMk id="6" creationId="{0EF1C98E-8A03-DF6D-85E3-EF2E4A33EE9C}"/>
          </ac:picMkLst>
        </pc:picChg>
      </pc:sldChg>
      <pc:sldChg chg="addSp delSp modSp add mod ord">
        <pc:chgData name="Diego Raul Guerrero Anaya" userId="0ce4d9aa-8e9a-49aa-b0f2-d17a32a3775a" providerId="ADAL" clId="{B93415C3-480F-43C7-8153-0DEF1BDC1F50}" dt="2025-11-07T16:40:15.218" v="11174" actId="113"/>
        <pc:sldMkLst>
          <pc:docMk/>
          <pc:sldMk cId="1400296140" sldId="401"/>
        </pc:sldMkLst>
        <pc:spChg chg="mod">
          <ac:chgData name="Diego Raul Guerrero Anaya" userId="0ce4d9aa-8e9a-49aa-b0f2-d17a32a3775a" providerId="ADAL" clId="{B93415C3-480F-43C7-8153-0DEF1BDC1F50}" dt="2025-11-07T16:40:15.218" v="11174" actId="113"/>
          <ac:spMkLst>
            <pc:docMk/>
            <pc:sldMk cId="1400296140" sldId="401"/>
            <ac:spMk id="2" creationId="{64758085-AC22-3707-5227-9B6A02545A13}"/>
          </ac:spMkLst>
        </pc:spChg>
        <pc:spChg chg="mod">
          <ac:chgData name="Diego Raul Guerrero Anaya" userId="0ce4d9aa-8e9a-49aa-b0f2-d17a32a3775a" providerId="ADAL" clId="{B93415C3-480F-43C7-8153-0DEF1BDC1F50}" dt="2025-11-06T20:51:55.525" v="10634" actId="20577"/>
          <ac:spMkLst>
            <pc:docMk/>
            <pc:sldMk cId="1400296140" sldId="401"/>
            <ac:spMk id="3" creationId="{A66DC645-DE56-2EF0-CD3A-D7263C64FCE0}"/>
          </ac:spMkLst>
        </pc:spChg>
        <pc:spChg chg="mod">
          <ac:chgData name="Diego Raul Guerrero Anaya" userId="0ce4d9aa-8e9a-49aa-b0f2-d17a32a3775a" providerId="ADAL" clId="{B93415C3-480F-43C7-8153-0DEF1BDC1F50}" dt="2025-11-06T20:52:10.162" v="10637" actId="20577"/>
          <ac:spMkLst>
            <pc:docMk/>
            <pc:sldMk cId="1400296140" sldId="401"/>
            <ac:spMk id="14" creationId="{B4742446-4754-38C3-5F11-1AB17C37D33F}"/>
          </ac:spMkLst>
        </pc:spChg>
        <pc:picChg chg="add mod">
          <ac:chgData name="Diego Raul Guerrero Anaya" userId="0ce4d9aa-8e9a-49aa-b0f2-d17a32a3775a" providerId="ADAL" clId="{B93415C3-480F-43C7-8153-0DEF1BDC1F50}" dt="2025-11-06T20:51:34.710" v="10626" actId="1076"/>
          <ac:picMkLst>
            <pc:docMk/>
            <pc:sldMk cId="1400296140" sldId="401"/>
            <ac:picMk id="4" creationId="{25B8DD76-89E2-77D5-A481-9B142299CD19}"/>
          </ac:picMkLst>
        </pc:picChg>
        <pc:picChg chg="del">
          <ac:chgData name="Diego Raul Guerrero Anaya" userId="0ce4d9aa-8e9a-49aa-b0f2-d17a32a3775a" providerId="ADAL" clId="{B93415C3-480F-43C7-8153-0DEF1BDC1F50}" dt="2025-11-06T20:51:30.459" v="10625" actId="478"/>
          <ac:picMkLst>
            <pc:docMk/>
            <pc:sldMk cId="1400296140" sldId="401"/>
            <ac:picMk id="6" creationId="{D7894450-D89D-05C1-3239-EC3D5E5C9782}"/>
          </ac:picMkLst>
        </pc:picChg>
      </pc:sldChg>
      <pc:sldChg chg="del">
        <pc:chgData name="Diego Raul Guerrero Anaya" userId="0ce4d9aa-8e9a-49aa-b0f2-d17a32a3775a" providerId="ADAL" clId="{B93415C3-480F-43C7-8153-0DEF1BDC1F50}" dt="2025-11-06T20:58:12.227" v="10950" actId="2696"/>
        <pc:sldMkLst>
          <pc:docMk/>
          <pc:sldMk cId="1719078866" sldId="402"/>
        </pc:sldMkLst>
      </pc:sldChg>
      <pc:sldChg chg="del">
        <pc:chgData name="Diego Raul Guerrero Anaya" userId="0ce4d9aa-8e9a-49aa-b0f2-d17a32a3775a" providerId="ADAL" clId="{B93415C3-480F-43C7-8153-0DEF1BDC1F50}" dt="2025-11-06T20:58:12.227" v="10950" actId="2696"/>
        <pc:sldMkLst>
          <pc:docMk/>
          <pc:sldMk cId="334999155" sldId="403"/>
        </pc:sldMkLst>
      </pc:sldChg>
      <pc:sldChg chg="addSp delSp modSp add del mod ord">
        <pc:chgData name="Diego Raul Guerrero Anaya" userId="0ce4d9aa-8e9a-49aa-b0f2-d17a32a3775a" providerId="ADAL" clId="{B93415C3-480F-43C7-8153-0DEF1BDC1F50}" dt="2025-11-06T20:58:12.227" v="10950" actId="2696"/>
        <pc:sldMkLst>
          <pc:docMk/>
          <pc:sldMk cId="976649190" sldId="404"/>
        </pc:sldMkLst>
      </pc:sldChg>
      <pc:sldChg chg="del">
        <pc:chgData name="Diego Raul Guerrero Anaya" userId="0ce4d9aa-8e9a-49aa-b0f2-d17a32a3775a" providerId="ADAL" clId="{B93415C3-480F-43C7-8153-0DEF1BDC1F50}" dt="2025-11-06T20:58:12.227" v="10950" actId="2696"/>
        <pc:sldMkLst>
          <pc:docMk/>
          <pc:sldMk cId="2978977849" sldId="405"/>
        </pc:sldMkLst>
      </pc:sldChg>
      <pc:sldChg chg="del">
        <pc:chgData name="Diego Raul Guerrero Anaya" userId="0ce4d9aa-8e9a-49aa-b0f2-d17a32a3775a" providerId="ADAL" clId="{B93415C3-480F-43C7-8153-0DEF1BDC1F50}" dt="2025-11-06T20:58:12.227" v="10950" actId="2696"/>
        <pc:sldMkLst>
          <pc:docMk/>
          <pc:sldMk cId="791561583" sldId="406"/>
        </pc:sldMkLst>
      </pc:sldChg>
      <pc:sldChg chg="del">
        <pc:chgData name="Diego Raul Guerrero Anaya" userId="0ce4d9aa-8e9a-49aa-b0f2-d17a32a3775a" providerId="ADAL" clId="{B93415C3-480F-43C7-8153-0DEF1BDC1F50}" dt="2025-11-06T20:58:12.227" v="10950" actId="2696"/>
        <pc:sldMkLst>
          <pc:docMk/>
          <pc:sldMk cId="3810162633" sldId="407"/>
        </pc:sldMkLst>
      </pc:sldChg>
      <pc:sldChg chg="addSp delSp modSp add del mod">
        <pc:chgData name="Diego Raul Guerrero Anaya" userId="0ce4d9aa-8e9a-49aa-b0f2-d17a32a3775a" providerId="ADAL" clId="{B93415C3-480F-43C7-8153-0DEF1BDC1F50}" dt="2025-11-06T20:58:12.227" v="10950" actId="2696"/>
        <pc:sldMkLst>
          <pc:docMk/>
          <pc:sldMk cId="824399522" sldId="408"/>
        </pc:sldMkLst>
      </pc:sldChg>
      <pc:sldChg chg="addSp delSp modSp add del mod ord">
        <pc:chgData name="Diego Raul Guerrero Anaya" userId="0ce4d9aa-8e9a-49aa-b0f2-d17a32a3775a" providerId="ADAL" clId="{B93415C3-480F-43C7-8153-0DEF1BDC1F50}" dt="2025-11-06T20:58:12.227" v="10950" actId="2696"/>
        <pc:sldMkLst>
          <pc:docMk/>
          <pc:sldMk cId="1400461882" sldId="410"/>
        </pc:sldMkLst>
      </pc:sldChg>
      <pc:sldChg chg="modSp mod">
        <pc:chgData name="Diego Raul Guerrero Anaya" userId="0ce4d9aa-8e9a-49aa-b0f2-d17a32a3775a" providerId="ADAL" clId="{B93415C3-480F-43C7-8153-0DEF1BDC1F50}" dt="2025-11-06T21:03:08.968" v="11126" actId="20577"/>
        <pc:sldMkLst>
          <pc:docMk/>
          <pc:sldMk cId="3466042604" sldId="411"/>
        </pc:sldMkLst>
        <pc:spChg chg="mod">
          <ac:chgData name="Diego Raul Guerrero Anaya" userId="0ce4d9aa-8e9a-49aa-b0f2-d17a32a3775a" providerId="ADAL" clId="{B93415C3-480F-43C7-8153-0DEF1BDC1F50}" dt="2025-11-06T21:01:58.573" v="11121" actId="20577"/>
          <ac:spMkLst>
            <pc:docMk/>
            <pc:sldMk cId="3466042604" sldId="411"/>
            <ac:spMk id="3" creationId="{4D783B2E-FEBD-AA35-8C2B-274BC52DB4F5}"/>
          </ac:spMkLst>
        </pc:spChg>
        <pc:spChg chg="mod">
          <ac:chgData name="Diego Raul Guerrero Anaya" userId="0ce4d9aa-8e9a-49aa-b0f2-d17a32a3775a" providerId="ADAL" clId="{B93415C3-480F-43C7-8153-0DEF1BDC1F50}" dt="2025-11-06T21:02:28.001" v="11122"/>
          <ac:spMkLst>
            <pc:docMk/>
            <pc:sldMk cId="3466042604" sldId="411"/>
            <ac:spMk id="5" creationId="{327C5E83-9DA9-6D16-1A70-340204D54B8A}"/>
          </ac:spMkLst>
        </pc:spChg>
        <pc:spChg chg="mod">
          <ac:chgData name="Diego Raul Guerrero Anaya" userId="0ce4d9aa-8e9a-49aa-b0f2-d17a32a3775a" providerId="ADAL" clId="{B93415C3-480F-43C7-8153-0DEF1BDC1F50}" dt="2025-11-06T21:03:08.968" v="11126" actId="20577"/>
          <ac:spMkLst>
            <pc:docMk/>
            <pc:sldMk cId="3466042604" sldId="411"/>
            <ac:spMk id="7" creationId="{0805D2D7-C0A0-4238-9604-007798E8B9CC}"/>
          </ac:spMkLst>
        </pc:spChg>
      </pc:sldChg>
      <pc:sldChg chg="del">
        <pc:chgData name="Diego Raul Guerrero Anaya" userId="0ce4d9aa-8e9a-49aa-b0f2-d17a32a3775a" providerId="ADAL" clId="{B93415C3-480F-43C7-8153-0DEF1BDC1F50}" dt="2025-11-06T21:01:42.487" v="11119" actId="2696"/>
        <pc:sldMkLst>
          <pc:docMk/>
          <pc:sldMk cId="1012902265" sldId="412"/>
        </pc:sldMkLst>
      </pc:sldChg>
      <pc:sldChg chg="del">
        <pc:chgData name="Diego Raul Guerrero Anaya" userId="0ce4d9aa-8e9a-49aa-b0f2-d17a32a3775a" providerId="ADAL" clId="{B93415C3-480F-43C7-8153-0DEF1BDC1F50}" dt="2025-11-06T21:01:42.487" v="11119" actId="2696"/>
        <pc:sldMkLst>
          <pc:docMk/>
          <pc:sldMk cId="1448327475" sldId="413"/>
        </pc:sldMkLst>
      </pc:sldChg>
      <pc:sldChg chg="del">
        <pc:chgData name="Diego Raul Guerrero Anaya" userId="0ce4d9aa-8e9a-49aa-b0f2-d17a32a3775a" providerId="ADAL" clId="{B93415C3-480F-43C7-8153-0DEF1BDC1F50}" dt="2025-11-06T21:01:42.487" v="11119" actId="2696"/>
        <pc:sldMkLst>
          <pc:docMk/>
          <pc:sldMk cId="3876399242" sldId="414"/>
        </pc:sldMkLst>
      </pc:sldChg>
      <pc:sldChg chg="modSp add mod ord">
        <pc:chgData name="Diego Raul Guerrero Anaya" userId="0ce4d9aa-8e9a-49aa-b0f2-d17a32a3775a" providerId="ADAL" clId="{B93415C3-480F-43C7-8153-0DEF1BDC1F50}" dt="2025-11-06T19:30:02.715" v="9055" actId="20577"/>
        <pc:sldMkLst>
          <pc:docMk/>
          <pc:sldMk cId="3576169992" sldId="415"/>
        </pc:sldMkLst>
        <pc:spChg chg="mod">
          <ac:chgData name="Diego Raul Guerrero Anaya" userId="0ce4d9aa-8e9a-49aa-b0f2-d17a32a3775a" providerId="ADAL" clId="{B93415C3-480F-43C7-8153-0DEF1BDC1F50}" dt="2025-11-06T19:30:02.715" v="9055" actId="20577"/>
          <ac:spMkLst>
            <pc:docMk/>
            <pc:sldMk cId="3576169992" sldId="415"/>
            <ac:spMk id="12" creationId="{AED75A01-5B46-208D-90CB-EC72309A94FF}"/>
          </ac:spMkLst>
        </pc:spChg>
        <pc:spChg chg="mod">
          <ac:chgData name="Diego Raul Guerrero Anaya" userId="0ce4d9aa-8e9a-49aa-b0f2-d17a32a3775a" providerId="ADAL" clId="{B93415C3-480F-43C7-8153-0DEF1BDC1F50}" dt="2025-11-06T19:29:46.450" v="9053" actId="20577"/>
          <ac:spMkLst>
            <pc:docMk/>
            <pc:sldMk cId="3576169992" sldId="415"/>
            <ac:spMk id="30" creationId="{EDC986F1-966C-EDCE-B629-8A8AB806D7A8}"/>
          </ac:spMkLst>
        </pc:spChg>
      </pc:sldChg>
      <pc:sldChg chg="addSp delSp modSp add mod">
        <pc:chgData name="Diego Raul Guerrero Anaya" userId="0ce4d9aa-8e9a-49aa-b0f2-d17a32a3775a" providerId="ADAL" clId="{B93415C3-480F-43C7-8153-0DEF1BDC1F50}" dt="2025-11-06T19:35:58.129" v="9286" actId="20577"/>
        <pc:sldMkLst>
          <pc:docMk/>
          <pc:sldMk cId="3481672144" sldId="416"/>
        </pc:sldMkLst>
        <pc:spChg chg="mod">
          <ac:chgData name="Diego Raul Guerrero Anaya" userId="0ce4d9aa-8e9a-49aa-b0f2-d17a32a3775a" providerId="ADAL" clId="{B93415C3-480F-43C7-8153-0DEF1BDC1F50}" dt="2025-11-06T19:32:45.664" v="9091" actId="1076"/>
          <ac:spMkLst>
            <pc:docMk/>
            <pc:sldMk cId="3481672144" sldId="416"/>
            <ac:spMk id="5" creationId="{EC1587C6-351B-ED48-C7D5-024151BA5354}"/>
          </ac:spMkLst>
        </pc:spChg>
        <pc:spChg chg="mod">
          <ac:chgData name="Diego Raul Guerrero Anaya" userId="0ce4d9aa-8e9a-49aa-b0f2-d17a32a3775a" providerId="ADAL" clId="{B93415C3-480F-43C7-8153-0DEF1BDC1F50}" dt="2025-11-06T19:35:19.495" v="9270" actId="20577"/>
          <ac:spMkLst>
            <pc:docMk/>
            <pc:sldMk cId="3481672144" sldId="416"/>
            <ac:spMk id="6" creationId="{9BD64800-6FC1-7BC0-0617-BACF9AA4C265}"/>
          </ac:spMkLst>
        </pc:spChg>
        <pc:spChg chg="mod">
          <ac:chgData name="Diego Raul Guerrero Anaya" userId="0ce4d9aa-8e9a-49aa-b0f2-d17a32a3775a" providerId="ADAL" clId="{B93415C3-480F-43C7-8153-0DEF1BDC1F50}" dt="2025-11-06T19:33:12.763" v="9094" actId="20577"/>
          <ac:spMkLst>
            <pc:docMk/>
            <pc:sldMk cId="3481672144" sldId="416"/>
            <ac:spMk id="12" creationId="{DA93C00E-8B21-155A-69DE-C3621F2868EC}"/>
          </ac:spMkLst>
        </pc:spChg>
        <pc:spChg chg="mod">
          <ac:chgData name="Diego Raul Guerrero Anaya" userId="0ce4d9aa-8e9a-49aa-b0f2-d17a32a3775a" providerId="ADAL" clId="{B93415C3-480F-43C7-8153-0DEF1BDC1F50}" dt="2025-11-06T19:32:19.416" v="9080" actId="20577"/>
          <ac:spMkLst>
            <pc:docMk/>
            <pc:sldMk cId="3481672144" sldId="416"/>
            <ac:spMk id="15" creationId="{DC5C30AB-E45F-86DE-16CD-9A5811B1755C}"/>
          </ac:spMkLst>
        </pc:spChg>
        <pc:spChg chg="mod">
          <ac:chgData name="Diego Raul Guerrero Anaya" userId="0ce4d9aa-8e9a-49aa-b0f2-d17a32a3775a" providerId="ADAL" clId="{B93415C3-480F-43C7-8153-0DEF1BDC1F50}" dt="2025-11-06T19:35:58.129" v="9286" actId="20577"/>
          <ac:spMkLst>
            <pc:docMk/>
            <pc:sldMk cId="3481672144" sldId="416"/>
            <ac:spMk id="30" creationId="{369A0DF7-33A5-6B8D-DBFF-DD1BF750B2CC}"/>
          </ac:spMkLst>
        </pc:spChg>
        <pc:graphicFrameChg chg="mod">
          <ac:chgData name="Diego Raul Guerrero Anaya" userId="0ce4d9aa-8e9a-49aa-b0f2-d17a32a3775a" providerId="ADAL" clId="{B93415C3-480F-43C7-8153-0DEF1BDC1F50}" dt="2025-11-06T19:32:52.939" v="9092" actId="1076"/>
          <ac:graphicFrameMkLst>
            <pc:docMk/>
            <pc:sldMk cId="3481672144" sldId="416"/>
            <ac:graphicFrameMk id="16" creationId="{BE2BD7B0-C083-E383-B600-4D24A5498E06}"/>
          </ac:graphicFrameMkLst>
        </pc:graphicFrameChg>
        <pc:picChg chg="add mod">
          <ac:chgData name="Diego Raul Guerrero Anaya" userId="0ce4d9aa-8e9a-49aa-b0f2-d17a32a3775a" providerId="ADAL" clId="{B93415C3-480F-43C7-8153-0DEF1BDC1F50}" dt="2025-11-06T19:32:09.070" v="9074" actId="1076"/>
          <ac:picMkLst>
            <pc:docMk/>
            <pc:sldMk cId="3481672144" sldId="416"/>
            <ac:picMk id="2" creationId="{1C8ABD09-08C6-CEEB-A480-3FF216F346F5}"/>
          </ac:picMkLst>
        </pc:picChg>
        <pc:picChg chg="del">
          <ac:chgData name="Diego Raul Guerrero Anaya" userId="0ce4d9aa-8e9a-49aa-b0f2-d17a32a3775a" providerId="ADAL" clId="{B93415C3-480F-43C7-8153-0DEF1BDC1F50}" dt="2025-11-06T19:32:01.883" v="9073" actId="478"/>
          <ac:picMkLst>
            <pc:docMk/>
            <pc:sldMk cId="3481672144" sldId="416"/>
            <ac:picMk id="17" creationId="{98421EBB-7713-8388-4AA6-0FCA135A8563}"/>
          </ac:picMkLst>
        </pc:picChg>
      </pc:sldChg>
      <pc:sldChg chg="addSp delSp modSp add mod">
        <pc:chgData name="Diego Raul Guerrero Anaya" userId="0ce4d9aa-8e9a-49aa-b0f2-d17a32a3775a" providerId="ADAL" clId="{B93415C3-480F-43C7-8153-0DEF1BDC1F50}" dt="2025-11-06T19:37:10.370" v="9294" actId="20577"/>
        <pc:sldMkLst>
          <pc:docMk/>
          <pc:sldMk cId="3617172462" sldId="417"/>
        </pc:sldMkLst>
        <pc:spChg chg="add mod">
          <ac:chgData name="Diego Raul Guerrero Anaya" userId="0ce4d9aa-8e9a-49aa-b0f2-d17a32a3775a" providerId="ADAL" clId="{B93415C3-480F-43C7-8153-0DEF1BDC1F50}" dt="2025-11-06T19:36:21.766" v="9289"/>
          <ac:spMkLst>
            <pc:docMk/>
            <pc:sldMk cId="3617172462" sldId="417"/>
            <ac:spMk id="3" creationId="{1C242805-C815-5AD2-D643-72E930C3F912}"/>
          </ac:spMkLst>
        </pc:spChg>
        <pc:spChg chg="del">
          <ac:chgData name="Diego Raul Guerrero Anaya" userId="0ce4d9aa-8e9a-49aa-b0f2-d17a32a3775a" providerId="ADAL" clId="{B93415C3-480F-43C7-8153-0DEF1BDC1F50}" dt="2025-11-06T19:36:36.922" v="9290" actId="478"/>
          <ac:spMkLst>
            <pc:docMk/>
            <pc:sldMk cId="3617172462" sldId="417"/>
            <ac:spMk id="5" creationId="{F30987B8-3C12-F287-076C-281FCEEBAC00}"/>
          </ac:spMkLst>
        </pc:spChg>
        <pc:spChg chg="del">
          <ac:chgData name="Diego Raul Guerrero Anaya" userId="0ce4d9aa-8e9a-49aa-b0f2-d17a32a3775a" providerId="ADAL" clId="{B93415C3-480F-43C7-8153-0DEF1BDC1F50}" dt="2025-11-06T19:36:21.017" v="9288" actId="478"/>
          <ac:spMkLst>
            <pc:docMk/>
            <pc:sldMk cId="3617172462" sldId="417"/>
            <ac:spMk id="6" creationId="{3CD6CDEB-C041-B3A6-989C-60E6436FE3CC}"/>
          </ac:spMkLst>
        </pc:spChg>
        <pc:spChg chg="del">
          <ac:chgData name="Diego Raul Guerrero Anaya" userId="0ce4d9aa-8e9a-49aa-b0f2-d17a32a3775a" providerId="ADAL" clId="{B93415C3-480F-43C7-8153-0DEF1BDC1F50}" dt="2025-11-06T19:36:36.922" v="9290" actId="478"/>
          <ac:spMkLst>
            <pc:docMk/>
            <pc:sldMk cId="3617172462" sldId="417"/>
            <ac:spMk id="11" creationId="{B7262BA3-ABD0-A99A-A032-BA36E5BE3E0A}"/>
          </ac:spMkLst>
        </pc:spChg>
        <pc:spChg chg="mod">
          <ac:chgData name="Diego Raul Guerrero Anaya" userId="0ce4d9aa-8e9a-49aa-b0f2-d17a32a3775a" providerId="ADAL" clId="{B93415C3-480F-43C7-8153-0DEF1BDC1F50}" dt="2025-11-06T19:37:10.370" v="9294" actId="20577"/>
          <ac:spMkLst>
            <pc:docMk/>
            <pc:sldMk cId="3617172462" sldId="417"/>
            <ac:spMk id="12" creationId="{324F9D11-F840-3B44-13D9-56C1CA505A14}"/>
          </ac:spMkLst>
        </pc:spChg>
        <pc:spChg chg="add mod">
          <ac:chgData name="Diego Raul Guerrero Anaya" userId="0ce4d9aa-8e9a-49aa-b0f2-d17a32a3775a" providerId="ADAL" clId="{B93415C3-480F-43C7-8153-0DEF1BDC1F50}" dt="2025-11-06T19:36:37.542" v="9291"/>
          <ac:spMkLst>
            <pc:docMk/>
            <pc:sldMk cId="3617172462" sldId="417"/>
            <ac:spMk id="14" creationId="{B076D04C-D556-8EF5-694E-5C747B9005D6}"/>
          </ac:spMkLst>
        </pc:spChg>
        <pc:spChg chg="add mod">
          <ac:chgData name="Diego Raul Guerrero Anaya" userId="0ce4d9aa-8e9a-49aa-b0f2-d17a32a3775a" providerId="ADAL" clId="{B93415C3-480F-43C7-8153-0DEF1BDC1F50}" dt="2025-11-06T19:36:45.507" v="9292"/>
          <ac:spMkLst>
            <pc:docMk/>
            <pc:sldMk cId="3617172462" sldId="417"/>
            <ac:spMk id="18" creationId="{1044F98D-CCFF-2111-E8AF-DFC6E1ACA4B7}"/>
          </ac:spMkLst>
        </pc:spChg>
        <pc:spChg chg="mod">
          <ac:chgData name="Diego Raul Guerrero Anaya" userId="0ce4d9aa-8e9a-49aa-b0f2-d17a32a3775a" providerId="ADAL" clId="{B93415C3-480F-43C7-8153-0DEF1BDC1F50}" dt="2025-11-06T19:35:51.770" v="9280" actId="20577"/>
          <ac:spMkLst>
            <pc:docMk/>
            <pc:sldMk cId="3617172462" sldId="417"/>
            <ac:spMk id="30" creationId="{45480A70-9EC0-D8C1-F0C1-BF933B40018B}"/>
          </ac:spMkLst>
        </pc:spChg>
        <pc:graphicFrameChg chg="del">
          <ac:chgData name="Diego Raul Guerrero Anaya" userId="0ce4d9aa-8e9a-49aa-b0f2-d17a32a3775a" providerId="ADAL" clId="{B93415C3-480F-43C7-8153-0DEF1BDC1F50}" dt="2025-11-06T19:36:36.922" v="9290" actId="478"/>
          <ac:graphicFrameMkLst>
            <pc:docMk/>
            <pc:sldMk cId="3617172462" sldId="417"/>
            <ac:graphicFrameMk id="16" creationId="{AFB4B5DA-3067-1F2B-CB52-05B6C2C2C667}"/>
          </ac:graphicFrameMkLst>
        </pc:graphicFrameChg>
        <pc:graphicFrameChg chg="add mod">
          <ac:chgData name="Diego Raul Guerrero Anaya" userId="0ce4d9aa-8e9a-49aa-b0f2-d17a32a3775a" providerId="ADAL" clId="{B93415C3-480F-43C7-8153-0DEF1BDC1F50}" dt="2025-11-06T19:36:37.542" v="9291"/>
          <ac:graphicFrameMkLst>
            <pc:docMk/>
            <pc:sldMk cId="3617172462" sldId="417"/>
            <ac:graphicFrameMk id="17" creationId="{CC464256-46BD-745E-B189-38CE11ACE82E}"/>
          </ac:graphicFrameMkLst>
        </pc:graphicFrameChg>
        <pc:picChg chg="del">
          <ac:chgData name="Diego Raul Guerrero Anaya" userId="0ce4d9aa-8e9a-49aa-b0f2-d17a32a3775a" providerId="ADAL" clId="{B93415C3-480F-43C7-8153-0DEF1BDC1F50}" dt="2025-11-06T19:36:10.578" v="9287" actId="478"/>
          <ac:picMkLst>
            <pc:docMk/>
            <pc:sldMk cId="3617172462" sldId="417"/>
            <ac:picMk id="2" creationId="{3256BD70-7B31-B938-EE79-259C6C64B5D4}"/>
          </ac:picMkLst>
        </pc:picChg>
        <pc:picChg chg="add mod">
          <ac:chgData name="Diego Raul Guerrero Anaya" userId="0ce4d9aa-8e9a-49aa-b0f2-d17a32a3775a" providerId="ADAL" clId="{B93415C3-480F-43C7-8153-0DEF1BDC1F50}" dt="2025-11-06T19:36:21.766" v="9289"/>
          <ac:picMkLst>
            <pc:docMk/>
            <pc:sldMk cId="3617172462" sldId="417"/>
            <ac:picMk id="10" creationId="{2E0F823E-07DB-2B0E-7D66-9CBA4042EF60}"/>
          </ac:picMkLst>
        </pc:picChg>
      </pc:sldChg>
      <pc:sldChg chg="addSp delSp modSp add mod ord">
        <pc:chgData name="Diego Raul Guerrero Anaya" userId="0ce4d9aa-8e9a-49aa-b0f2-d17a32a3775a" providerId="ADAL" clId="{B93415C3-480F-43C7-8153-0DEF1BDC1F50}" dt="2025-11-06T19:49:18.163" v="9816" actId="20577"/>
        <pc:sldMkLst>
          <pc:docMk/>
          <pc:sldMk cId="3987961965" sldId="418"/>
        </pc:sldMkLst>
        <pc:spChg chg="mod">
          <ac:chgData name="Diego Raul Guerrero Anaya" userId="0ce4d9aa-8e9a-49aa-b0f2-d17a32a3775a" providerId="ADAL" clId="{B93415C3-480F-43C7-8153-0DEF1BDC1F50}" dt="2025-11-06T19:43:11.085" v="9648" actId="20577"/>
          <ac:spMkLst>
            <pc:docMk/>
            <pc:sldMk cId="3987961965" sldId="418"/>
            <ac:spMk id="5" creationId="{A845E468-9463-3EA8-D4C1-7FCF4D675734}"/>
          </ac:spMkLst>
        </pc:spChg>
        <pc:spChg chg="mod">
          <ac:chgData name="Diego Raul Guerrero Anaya" userId="0ce4d9aa-8e9a-49aa-b0f2-d17a32a3775a" providerId="ADAL" clId="{B93415C3-480F-43C7-8153-0DEF1BDC1F50}" dt="2025-11-06T19:49:18.163" v="9816" actId="20577"/>
          <ac:spMkLst>
            <pc:docMk/>
            <pc:sldMk cId="3987961965" sldId="418"/>
            <ac:spMk id="6" creationId="{6E384341-22BD-8AF4-EB09-71EF5686CE4E}"/>
          </ac:spMkLst>
        </pc:spChg>
        <pc:spChg chg="mod">
          <ac:chgData name="Diego Raul Guerrero Anaya" userId="0ce4d9aa-8e9a-49aa-b0f2-d17a32a3775a" providerId="ADAL" clId="{B93415C3-480F-43C7-8153-0DEF1BDC1F50}" dt="2025-11-06T19:47:45.380" v="9809" actId="20577"/>
          <ac:spMkLst>
            <pc:docMk/>
            <pc:sldMk cId="3987961965" sldId="418"/>
            <ac:spMk id="12" creationId="{2066355E-80A7-6D48-A8DB-96A81162648A}"/>
          </ac:spMkLst>
        </pc:spChg>
        <pc:spChg chg="mod">
          <ac:chgData name="Diego Raul Guerrero Anaya" userId="0ce4d9aa-8e9a-49aa-b0f2-d17a32a3775a" providerId="ADAL" clId="{B93415C3-480F-43C7-8153-0DEF1BDC1F50}" dt="2025-11-06T19:37:47.866" v="9310" actId="20577"/>
          <ac:spMkLst>
            <pc:docMk/>
            <pc:sldMk cId="3987961965" sldId="418"/>
            <ac:spMk id="30" creationId="{398DB76E-D0B6-03C9-4414-2042B3230FDF}"/>
          </ac:spMkLst>
        </pc:spChg>
        <pc:graphicFrameChg chg="mod">
          <ac:chgData name="Diego Raul Guerrero Anaya" userId="0ce4d9aa-8e9a-49aa-b0f2-d17a32a3775a" providerId="ADAL" clId="{B93415C3-480F-43C7-8153-0DEF1BDC1F50}" dt="2025-11-06T19:43:33.877" v="9655" actId="1076"/>
          <ac:graphicFrameMkLst>
            <pc:docMk/>
            <pc:sldMk cId="3987961965" sldId="418"/>
            <ac:graphicFrameMk id="16" creationId="{886CF598-AB3C-9033-E11B-760B02A8CE36}"/>
          </ac:graphicFrameMkLst>
        </pc:graphicFrameChg>
        <pc:picChg chg="del">
          <ac:chgData name="Diego Raul Guerrero Anaya" userId="0ce4d9aa-8e9a-49aa-b0f2-d17a32a3775a" providerId="ADAL" clId="{B93415C3-480F-43C7-8153-0DEF1BDC1F50}" dt="2025-11-06T19:38:05.400" v="9315" actId="478"/>
          <ac:picMkLst>
            <pc:docMk/>
            <pc:sldMk cId="3987961965" sldId="418"/>
            <ac:picMk id="2" creationId="{1E02D874-E7BA-0952-C21F-A04174BF1610}"/>
          </ac:picMkLst>
        </pc:picChg>
        <pc:picChg chg="add del mod">
          <ac:chgData name="Diego Raul Guerrero Anaya" userId="0ce4d9aa-8e9a-49aa-b0f2-d17a32a3775a" providerId="ADAL" clId="{B93415C3-480F-43C7-8153-0DEF1BDC1F50}" dt="2025-11-06T19:42:39.704" v="9643" actId="478"/>
          <ac:picMkLst>
            <pc:docMk/>
            <pc:sldMk cId="3987961965" sldId="418"/>
            <ac:picMk id="3" creationId="{EF1684AA-CBDD-E5DB-5CA8-2EC29A90E468}"/>
          </ac:picMkLst>
        </pc:picChg>
        <pc:picChg chg="add mod">
          <ac:chgData name="Diego Raul Guerrero Anaya" userId="0ce4d9aa-8e9a-49aa-b0f2-d17a32a3775a" providerId="ADAL" clId="{B93415C3-480F-43C7-8153-0DEF1BDC1F50}" dt="2025-11-06T19:43:04.308" v="9645" actId="1076"/>
          <ac:picMkLst>
            <pc:docMk/>
            <pc:sldMk cId="3987961965" sldId="418"/>
            <ac:picMk id="10" creationId="{F2FB2AA4-78A1-EFED-580C-7B2C2ED8E898}"/>
          </ac:picMkLst>
        </pc:picChg>
      </pc:sldChg>
      <pc:sldChg chg="addSp delSp modSp add mod ord">
        <pc:chgData name="Diego Raul Guerrero Anaya" userId="0ce4d9aa-8e9a-49aa-b0f2-d17a32a3775a" providerId="ADAL" clId="{B93415C3-480F-43C7-8153-0DEF1BDC1F50}" dt="2025-11-06T19:49:26.830" v="9821" actId="20577"/>
        <pc:sldMkLst>
          <pc:docMk/>
          <pc:sldMk cId="3729456590" sldId="419"/>
        </pc:sldMkLst>
        <pc:spChg chg="mod">
          <ac:chgData name="Diego Raul Guerrero Anaya" userId="0ce4d9aa-8e9a-49aa-b0f2-d17a32a3775a" providerId="ADAL" clId="{B93415C3-480F-43C7-8153-0DEF1BDC1F50}" dt="2025-11-06T19:49:26.830" v="9821" actId="20577"/>
          <ac:spMkLst>
            <pc:docMk/>
            <pc:sldMk cId="3729456590" sldId="419"/>
            <ac:spMk id="6" creationId="{E104A9FE-DA03-2617-10F0-E5B9D3880E57}"/>
          </ac:spMkLst>
        </pc:spChg>
        <pc:spChg chg="mod">
          <ac:chgData name="Diego Raul Guerrero Anaya" userId="0ce4d9aa-8e9a-49aa-b0f2-d17a32a3775a" providerId="ADAL" clId="{B93415C3-480F-43C7-8153-0DEF1BDC1F50}" dt="2025-11-06T19:46:53.914" v="9800" actId="1076"/>
          <ac:spMkLst>
            <pc:docMk/>
            <pc:sldMk cId="3729456590" sldId="419"/>
            <ac:spMk id="11" creationId="{FF2CBDF5-11B5-7E6B-3090-29846A3A8AEB}"/>
          </ac:spMkLst>
        </pc:spChg>
        <pc:spChg chg="mod">
          <ac:chgData name="Diego Raul Guerrero Anaya" userId="0ce4d9aa-8e9a-49aa-b0f2-d17a32a3775a" providerId="ADAL" clId="{B93415C3-480F-43C7-8153-0DEF1BDC1F50}" dt="2025-11-06T19:48:17.624" v="9811" actId="20577"/>
          <ac:spMkLst>
            <pc:docMk/>
            <pc:sldMk cId="3729456590" sldId="419"/>
            <ac:spMk id="18" creationId="{5F132651-E0D1-2318-BBED-8CC383A133BF}"/>
          </ac:spMkLst>
        </pc:spChg>
        <pc:spChg chg="mod">
          <ac:chgData name="Diego Raul Guerrero Anaya" userId="0ce4d9aa-8e9a-49aa-b0f2-d17a32a3775a" providerId="ADAL" clId="{B93415C3-480F-43C7-8153-0DEF1BDC1F50}" dt="2025-11-06T19:44:34.065" v="9662" actId="20577"/>
          <ac:spMkLst>
            <pc:docMk/>
            <pc:sldMk cId="3729456590" sldId="419"/>
            <ac:spMk id="30" creationId="{1FF20C57-C3B2-DC04-6489-257C85E807A4}"/>
          </ac:spMkLst>
        </pc:spChg>
        <pc:graphicFrameChg chg="mod">
          <ac:chgData name="Diego Raul Guerrero Anaya" userId="0ce4d9aa-8e9a-49aa-b0f2-d17a32a3775a" providerId="ADAL" clId="{B93415C3-480F-43C7-8153-0DEF1BDC1F50}" dt="2025-11-06T19:47:16.724" v="9807" actId="1076"/>
          <ac:graphicFrameMkLst>
            <pc:docMk/>
            <pc:sldMk cId="3729456590" sldId="419"/>
            <ac:graphicFrameMk id="14" creationId="{5BF0431E-97BF-F778-88C9-400FD427FBB0}"/>
          </ac:graphicFrameMkLst>
        </pc:graphicFrameChg>
        <pc:picChg chg="add mod">
          <ac:chgData name="Diego Raul Guerrero Anaya" userId="0ce4d9aa-8e9a-49aa-b0f2-d17a32a3775a" providerId="ADAL" clId="{B93415C3-480F-43C7-8153-0DEF1BDC1F50}" dt="2025-11-06T19:44:57.365" v="9668" actId="1076"/>
          <ac:picMkLst>
            <pc:docMk/>
            <pc:sldMk cId="3729456590" sldId="419"/>
            <ac:picMk id="2" creationId="{4BCBE45A-7D02-E1F2-F30D-507799DBD39B}"/>
          </ac:picMkLst>
        </pc:picChg>
        <pc:picChg chg="del">
          <ac:chgData name="Diego Raul Guerrero Anaya" userId="0ce4d9aa-8e9a-49aa-b0f2-d17a32a3775a" providerId="ADAL" clId="{B93415C3-480F-43C7-8153-0DEF1BDC1F50}" dt="2025-11-06T19:44:53.359" v="9667" actId="478"/>
          <ac:picMkLst>
            <pc:docMk/>
            <pc:sldMk cId="3729456590" sldId="419"/>
            <ac:picMk id="3" creationId="{62D82166-2F3B-FB47-6BB9-0F5CBD26DCD6}"/>
          </ac:picMkLst>
        </pc:picChg>
      </pc:sldChg>
      <pc:sldChg chg="modSp add del mod ord">
        <pc:chgData name="Diego Raul Guerrero Anaya" userId="0ce4d9aa-8e9a-49aa-b0f2-d17a32a3775a" providerId="ADAL" clId="{B93415C3-480F-43C7-8153-0DEF1BDC1F50}" dt="2025-11-06T20:16:28.486" v="9947" actId="2696"/>
        <pc:sldMkLst>
          <pc:docMk/>
          <pc:sldMk cId="2039399222" sldId="420"/>
        </pc:sldMkLst>
        <pc:spChg chg="mod">
          <ac:chgData name="Diego Raul Guerrero Anaya" userId="0ce4d9aa-8e9a-49aa-b0f2-d17a32a3775a" providerId="ADAL" clId="{B93415C3-480F-43C7-8153-0DEF1BDC1F50}" dt="2025-11-06T20:06:47.614" v="9944" actId="20577"/>
          <ac:spMkLst>
            <pc:docMk/>
            <pc:sldMk cId="2039399222" sldId="420"/>
            <ac:spMk id="6" creationId="{8E7EDF3F-A051-74F4-7F67-7F5E4F5F8CE7}"/>
          </ac:spMkLst>
        </pc:spChg>
        <pc:spChg chg="mod">
          <ac:chgData name="Diego Raul Guerrero Anaya" userId="0ce4d9aa-8e9a-49aa-b0f2-d17a32a3775a" providerId="ADAL" clId="{B93415C3-480F-43C7-8153-0DEF1BDC1F50}" dt="2025-11-06T20:09:16.703" v="9946" actId="20577"/>
          <ac:spMkLst>
            <pc:docMk/>
            <pc:sldMk cId="2039399222" sldId="420"/>
            <ac:spMk id="12" creationId="{6F732930-E691-078F-5507-39384E6C1A43}"/>
          </ac:spMkLst>
        </pc:spChg>
        <pc:spChg chg="mod">
          <ac:chgData name="Diego Raul Guerrero Anaya" userId="0ce4d9aa-8e9a-49aa-b0f2-d17a32a3775a" providerId="ADAL" clId="{B93415C3-480F-43C7-8153-0DEF1BDC1F50}" dt="2025-11-06T19:57:16.703" v="9841" actId="20577"/>
          <ac:spMkLst>
            <pc:docMk/>
            <pc:sldMk cId="2039399222" sldId="420"/>
            <ac:spMk id="15" creationId="{4A9107A8-171C-5AA5-35D3-F45350901B7D}"/>
          </ac:spMkLst>
        </pc:spChg>
        <pc:spChg chg="mod">
          <ac:chgData name="Diego Raul Guerrero Anaya" userId="0ce4d9aa-8e9a-49aa-b0f2-d17a32a3775a" providerId="ADAL" clId="{B93415C3-480F-43C7-8153-0DEF1BDC1F50}" dt="2025-11-06T19:51:31.262" v="9831" actId="20577"/>
          <ac:spMkLst>
            <pc:docMk/>
            <pc:sldMk cId="2039399222" sldId="420"/>
            <ac:spMk id="30" creationId="{FA657822-A13D-BA4E-E806-ED09F9CC8C4C}"/>
          </ac:spMkLst>
        </pc:spChg>
      </pc:sldChg>
      <pc:sldChg chg="modSp add mod ord">
        <pc:chgData name="Diego Raul Guerrero Anaya" userId="0ce4d9aa-8e9a-49aa-b0f2-d17a32a3775a" providerId="ADAL" clId="{B93415C3-480F-43C7-8153-0DEF1BDC1F50}" dt="2025-11-06T20:17:51.653" v="9976" actId="20577"/>
        <pc:sldMkLst>
          <pc:docMk/>
          <pc:sldMk cId="3133182026" sldId="420"/>
        </pc:sldMkLst>
        <pc:spChg chg="mod">
          <ac:chgData name="Diego Raul Guerrero Anaya" userId="0ce4d9aa-8e9a-49aa-b0f2-d17a32a3775a" providerId="ADAL" clId="{B93415C3-480F-43C7-8153-0DEF1BDC1F50}" dt="2025-11-06T20:17:51.653" v="9976" actId="20577"/>
          <ac:spMkLst>
            <pc:docMk/>
            <pc:sldMk cId="3133182026" sldId="420"/>
            <ac:spMk id="12" creationId="{906A7B92-585C-21DD-5B56-17ECDD0C8DC9}"/>
          </ac:spMkLst>
        </pc:spChg>
        <pc:spChg chg="mod">
          <ac:chgData name="Diego Raul Guerrero Anaya" userId="0ce4d9aa-8e9a-49aa-b0f2-d17a32a3775a" providerId="ADAL" clId="{B93415C3-480F-43C7-8153-0DEF1BDC1F50}" dt="2025-11-06T20:17:36.309" v="9974" actId="20577"/>
          <ac:spMkLst>
            <pc:docMk/>
            <pc:sldMk cId="3133182026" sldId="420"/>
            <ac:spMk id="15" creationId="{C77D28E6-CF58-6025-1ED4-CE2BECCA2D78}"/>
          </ac:spMkLst>
        </pc:spChg>
        <pc:spChg chg="mod">
          <ac:chgData name="Diego Raul Guerrero Anaya" userId="0ce4d9aa-8e9a-49aa-b0f2-d17a32a3775a" providerId="ADAL" clId="{B93415C3-480F-43C7-8153-0DEF1BDC1F50}" dt="2025-11-06T20:17:22.614" v="9960" actId="20577"/>
          <ac:spMkLst>
            <pc:docMk/>
            <pc:sldMk cId="3133182026" sldId="420"/>
            <ac:spMk id="30" creationId="{0FCF34CF-7D41-57E8-3812-8867C5B98A11}"/>
          </ac:spMkLst>
        </pc:spChg>
      </pc:sldChg>
      <pc:sldChg chg="modSp add mod ord">
        <pc:chgData name="Diego Raul Guerrero Anaya" userId="0ce4d9aa-8e9a-49aa-b0f2-d17a32a3775a" providerId="ADAL" clId="{B93415C3-480F-43C7-8153-0DEF1BDC1F50}" dt="2025-11-06T20:22:12.955" v="10081" actId="20577"/>
        <pc:sldMkLst>
          <pc:docMk/>
          <pc:sldMk cId="2018740438" sldId="421"/>
        </pc:sldMkLst>
        <pc:spChg chg="mod">
          <ac:chgData name="Diego Raul Guerrero Anaya" userId="0ce4d9aa-8e9a-49aa-b0f2-d17a32a3775a" providerId="ADAL" clId="{B93415C3-480F-43C7-8153-0DEF1BDC1F50}" dt="2025-11-06T20:21:24.970" v="10063" actId="20577"/>
          <ac:spMkLst>
            <pc:docMk/>
            <pc:sldMk cId="2018740438" sldId="421"/>
            <ac:spMk id="3" creationId="{FFF25E53-A06B-0363-01DF-D02C8E149B59}"/>
          </ac:spMkLst>
        </pc:spChg>
        <pc:spChg chg="mod">
          <ac:chgData name="Diego Raul Guerrero Anaya" userId="0ce4d9aa-8e9a-49aa-b0f2-d17a32a3775a" providerId="ADAL" clId="{B93415C3-480F-43C7-8153-0DEF1BDC1F50}" dt="2025-11-06T20:21:49.923" v="10077" actId="1076"/>
          <ac:spMkLst>
            <pc:docMk/>
            <pc:sldMk cId="2018740438" sldId="421"/>
            <ac:spMk id="5" creationId="{24C0BB00-26A2-3194-F4E3-F58E27F83454}"/>
          </ac:spMkLst>
        </pc:spChg>
        <pc:spChg chg="mod">
          <ac:chgData name="Diego Raul Guerrero Anaya" userId="0ce4d9aa-8e9a-49aa-b0f2-d17a32a3775a" providerId="ADAL" clId="{B93415C3-480F-43C7-8153-0DEF1BDC1F50}" dt="2025-11-06T20:22:12.955" v="10081" actId="20577"/>
          <ac:spMkLst>
            <pc:docMk/>
            <pc:sldMk cId="2018740438" sldId="421"/>
            <ac:spMk id="7" creationId="{9069FB9B-57DA-083C-17E5-9A96A3F4B8E5}"/>
          </ac:spMkLst>
        </pc:spChg>
      </pc:sldChg>
      <pc:sldChg chg="addSp delSp modSp add mod ord">
        <pc:chgData name="Diego Raul Guerrero Anaya" userId="0ce4d9aa-8e9a-49aa-b0f2-d17a32a3775a" providerId="ADAL" clId="{B93415C3-480F-43C7-8153-0DEF1BDC1F50}" dt="2025-11-06T20:46:10.885" v="10500"/>
        <pc:sldMkLst>
          <pc:docMk/>
          <pc:sldMk cId="647256456" sldId="422"/>
        </pc:sldMkLst>
        <pc:spChg chg="mod">
          <ac:chgData name="Diego Raul Guerrero Anaya" userId="0ce4d9aa-8e9a-49aa-b0f2-d17a32a3775a" providerId="ADAL" clId="{B93415C3-480F-43C7-8153-0DEF1BDC1F50}" dt="2025-11-06T20:44:46.538" v="10486" actId="20577"/>
          <ac:spMkLst>
            <pc:docMk/>
            <pc:sldMk cId="647256456" sldId="422"/>
            <ac:spMk id="3" creationId="{468AA3A5-11FD-2498-0E60-F6DEBDA88BD1}"/>
          </ac:spMkLst>
        </pc:spChg>
        <pc:spChg chg="add mod">
          <ac:chgData name="Diego Raul Guerrero Anaya" userId="0ce4d9aa-8e9a-49aa-b0f2-d17a32a3775a" providerId="ADAL" clId="{B93415C3-480F-43C7-8153-0DEF1BDC1F50}" dt="2025-11-06T20:45:47.613" v="10495"/>
          <ac:spMkLst>
            <pc:docMk/>
            <pc:sldMk cId="647256456" sldId="422"/>
            <ac:spMk id="6" creationId="{AA653D92-FB2D-188C-71AB-2DE6EDFCC98D}"/>
          </ac:spMkLst>
        </pc:spChg>
        <pc:spChg chg="mod">
          <ac:chgData name="Diego Raul Guerrero Anaya" userId="0ce4d9aa-8e9a-49aa-b0f2-d17a32a3775a" providerId="ADAL" clId="{B93415C3-480F-43C7-8153-0DEF1BDC1F50}" dt="2025-11-06T20:45:34.431" v="10493" actId="20577"/>
          <ac:spMkLst>
            <pc:docMk/>
            <pc:sldMk cId="647256456" sldId="422"/>
            <ac:spMk id="7" creationId="{5E6D3D20-6BF1-CB4F-B787-7C1D46358D06}"/>
          </ac:spMkLst>
        </pc:spChg>
        <pc:spChg chg="del">
          <ac:chgData name="Diego Raul Guerrero Anaya" userId="0ce4d9aa-8e9a-49aa-b0f2-d17a32a3775a" providerId="ADAL" clId="{B93415C3-480F-43C7-8153-0DEF1BDC1F50}" dt="2025-11-06T20:45:39.007" v="10494" actId="478"/>
          <ac:spMkLst>
            <pc:docMk/>
            <pc:sldMk cId="647256456" sldId="422"/>
            <ac:spMk id="11" creationId="{41924704-D0E1-3E4E-F557-3C5E2A10BE07}"/>
          </ac:spMkLst>
        </pc:spChg>
        <pc:picChg chg="del">
          <ac:chgData name="Diego Raul Guerrero Anaya" userId="0ce4d9aa-8e9a-49aa-b0f2-d17a32a3775a" providerId="ADAL" clId="{B93415C3-480F-43C7-8153-0DEF1BDC1F50}" dt="2025-11-06T20:45:07.613" v="10487" actId="478"/>
          <ac:picMkLst>
            <pc:docMk/>
            <pc:sldMk cId="647256456" sldId="422"/>
            <ac:picMk id="4" creationId="{94BE55CF-F31B-A9DB-88FE-C8CFCA1A3905}"/>
          </ac:picMkLst>
        </pc:picChg>
        <pc:picChg chg="add mod">
          <ac:chgData name="Diego Raul Guerrero Anaya" userId="0ce4d9aa-8e9a-49aa-b0f2-d17a32a3775a" providerId="ADAL" clId="{B93415C3-480F-43C7-8153-0DEF1BDC1F50}" dt="2025-11-06T20:45:18.620" v="10490" actId="14100"/>
          <ac:picMkLst>
            <pc:docMk/>
            <pc:sldMk cId="647256456" sldId="422"/>
            <ac:picMk id="5" creationId="{9FC26940-24BF-93D3-C280-7829DA204FED}"/>
          </ac:picMkLst>
        </pc:picChg>
      </pc:sldChg>
      <pc:sldChg chg="modSp add mod ord">
        <pc:chgData name="Diego Raul Guerrero Anaya" userId="0ce4d9aa-8e9a-49aa-b0f2-d17a32a3775a" providerId="ADAL" clId="{B93415C3-480F-43C7-8153-0DEF1BDC1F50}" dt="2025-11-06T20:46:48.332" v="10513" actId="20577"/>
        <pc:sldMkLst>
          <pc:docMk/>
          <pc:sldMk cId="2118766268" sldId="423"/>
        </pc:sldMkLst>
        <pc:spChg chg="mod">
          <ac:chgData name="Diego Raul Guerrero Anaya" userId="0ce4d9aa-8e9a-49aa-b0f2-d17a32a3775a" providerId="ADAL" clId="{B93415C3-480F-43C7-8153-0DEF1BDC1F50}" dt="2025-11-06T20:46:31.530" v="10510" actId="20577"/>
          <ac:spMkLst>
            <pc:docMk/>
            <pc:sldMk cId="2118766268" sldId="423"/>
            <ac:spMk id="3" creationId="{71EA8A0B-8621-898F-CF98-23C59B11D321}"/>
          </ac:spMkLst>
        </pc:spChg>
        <pc:spChg chg="mod">
          <ac:chgData name="Diego Raul Guerrero Anaya" userId="0ce4d9aa-8e9a-49aa-b0f2-d17a32a3775a" providerId="ADAL" clId="{B93415C3-480F-43C7-8153-0DEF1BDC1F50}" dt="2025-11-06T20:46:48.332" v="10513" actId="20577"/>
          <ac:spMkLst>
            <pc:docMk/>
            <pc:sldMk cId="2118766268" sldId="423"/>
            <ac:spMk id="14" creationId="{4612DDB0-AD5B-56F8-71C1-470D22937DB4}"/>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96</c:v>
                </c:pt>
                <c:pt idx="1">
                  <c:v>4</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7B76-4D29-976D-988CD6AC5F8E}"/>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7B76-4D29-976D-988CD6AC5F8E}"/>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7B76-4D29-976D-988CD6AC5F8E}"/>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7B76-4D29-976D-988CD6AC5F8E}"/>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7B76-4D29-976D-988CD6AC5F8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96</c:v>
                </c:pt>
                <c:pt idx="1">
                  <c:v>4</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95EB-4C97-95CF-8D254CB888E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95EB-4C97-95CF-8D254CB888E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95EB-4C97-95CF-8D254CB888E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95EB-4C97-95CF-8D254CB888E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95EB-4C97-95CF-8D254CB888E9}"/>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93</c:v>
                </c:pt>
                <c:pt idx="1">
                  <c:v>7</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7B76-4D29-976D-988CD6AC5F8E}"/>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7B76-4D29-976D-988CD6AC5F8E}"/>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7B76-4D29-976D-988CD6AC5F8E}"/>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7B76-4D29-976D-988CD6AC5F8E}"/>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99</c:v>
                </c:pt>
                <c:pt idx="1">
                  <c:v>1</c:v>
                </c:pt>
                <c:pt idx="2">
                  <c:v>0</c:v>
                </c:pt>
                <c:pt idx="3">
                  <c:v>0</c:v>
                </c:pt>
              </c:numCache>
            </c:numRef>
          </c:val>
          <c:extLst>
            <c:ext xmlns:c16="http://schemas.microsoft.com/office/drawing/2014/chart" uri="{C3380CC4-5D6E-409C-BE32-E72D297353CC}">
              <c16:uniqueId val="{00000008-7B76-4D29-976D-988CD6AC5F8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95EB-4C97-95CF-8D254CB888E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95EB-4C97-95CF-8D254CB888E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95EB-4C97-95CF-8D254CB888E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95EB-4C97-95CF-8D254CB888E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95EB-4C97-95CF-8D254CB888E9}"/>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93</c:v>
                </c:pt>
                <c:pt idx="1">
                  <c:v>7</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EFB4B-FD0F-477A-B24D-2809953E74D7}" type="datetimeFigureOut">
              <a:rPr lang="es-CO" smtClean="0"/>
              <a:t>7/11/2025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85ECE-ACD0-4162-81D4-6AB2045C4D15}" type="slidenum">
              <a:rPr lang="es-CO" smtClean="0"/>
              <a:t>‹Nº›</a:t>
            </a:fld>
            <a:endParaRPr lang="es-CO"/>
          </a:p>
        </p:txBody>
      </p:sp>
    </p:spTree>
    <p:extLst>
      <p:ext uri="{BB962C8B-B14F-4D97-AF65-F5344CB8AC3E}">
        <p14:creationId xmlns:p14="http://schemas.microsoft.com/office/powerpoint/2010/main" val="145346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F9B85ECE-ACD0-4162-81D4-6AB2045C4D15}" type="slidenum">
              <a:rPr lang="es-CO" smtClean="0"/>
              <a:t>4</a:t>
            </a:fld>
            <a:endParaRPr lang="es-CO"/>
          </a:p>
        </p:txBody>
      </p:sp>
    </p:spTree>
    <p:extLst>
      <p:ext uri="{BB962C8B-B14F-4D97-AF65-F5344CB8AC3E}">
        <p14:creationId xmlns:p14="http://schemas.microsoft.com/office/powerpoint/2010/main" val="273011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6E411-40DD-4B0A-5168-3C9C3A9241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30F8C2-23E1-1574-1FCD-ABA82F83587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C925683-158D-615B-FA74-945C2270749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647F73A-BD4B-585D-3A54-96BE2B8AF187}"/>
              </a:ext>
            </a:extLst>
          </p:cNvPr>
          <p:cNvSpPr>
            <a:spLocks noGrp="1"/>
          </p:cNvSpPr>
          <p:nvPr>
            <p:ph type="sldNum" sz="quarter" idx="5"/>
          </p:nvPr>
        </p:nvSpPr>
        <p:spPr/>
        <p:txBody>
          <a:bodyPr/>
          <a:lstStyle/>
          <a:p>
            <a:fld id="{F9B85ECE-ACD0-4162-81D4-6AB2045C4D15}" type="slidenum">
              <a:rPr lang="es-CO" smtClean="0"/>
              <a:t>19</a:t>
            </a:fld>
            <a:endParaRPr lang="es-CO"/>
          </a:p>
        </p:txBody>
      </p:sp>
    </p:spTree>
    <p:extLst>
      <p:ext uri="{BB962C8B-B14F-4D97-AF65-F5344CB8AC3E}">
        <p14:creationId xmlns:p14="http://schemas.microsoft.com/office/powerpoint/2010/main" val="4086426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ACEFA-DFB7-4347-27DB-4FEBFAC750F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F26278C7-C559-E1BC-41BB-FA6D23E21E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B04513F-67EF-01D5-EB2B-0B1B79024888}"/>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5" name="Marcador de pie de página 4">
            <a:extLst>
              <a:ext uri="{FF2B5EF4-FFF2-40B4-BE49-F238E27FC236}">
                <a16:creationId xmlns:a16="http://schemas.microsoft.com/office/drawing/2014/main" id="{37CF3A9C-A675-2083-6266-566B4FC72AE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FBBBCD-5989-C3BC-A034-9B6906894E82}"/>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573174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6E63BB-83F4-1488-AAFA-3A1BCF50701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CD2ED79-98A3-28A0-647E-9CCFB12D2E5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F4AC606-28FC-48D5-4CDC-ED071E7BC811}"/>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5" name="Marcador de pie de página 4">
            <a:extLst>
              <a:ext uri="{FF2B5EF4-FFF2-40B4-BE49-F238E27FC236}">
                <a16:creationId xmlns:a16="http://schemas.microsoft.com/office/drawing/2014/main" id="{83D99D14-0038-1F77-CDED-A08ECD1F9DF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80D1123-6F26-EFEE-1C08-873657955C5F}"/>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1793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0C4743-3797-8EF2-54A6-2940A271285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6DD0B07-F8A5-DC14-18FB-A4E474F55B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D3B3F7-0121-CE8C-25DB-25F3932DA2B8}"/>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5" name="Marcador de pie de página 4">
            <a:extLst>
              <a:ext uri="{FF2B5EF4-FFF2-40B4-BE49-F238E27FC236}">
                <a16:creationId xmlns:a16="http://schemas.microsoft.com/office/drawing/2014/main" id="{239CC36C-6547-E97B-2DA8-798437B143B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5F53F5-61E5-F47F-D5E4-4505C797F10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638525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BD1600-18E9-3780-C21A-4DA9FF47BE2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1C7A6EC-91D0-3E68-103B-BCF12881A14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6ADF4F3-06DE-6D83-7700-ABB40B2E072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A879D79B-4BD4-6605-4F6D-CCED1A26AD52}"/>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6" name="Marcador de pie de página 5">
            <a:extLst>
              <a:ext uri="{FF2B5EF4-FFF2-40B4-BE49-F238E27FC236}">
                <a16:creationId xmlns:a16="http://schemas.microsoft.com/office/drawing/2014/main" id="{919F05AC-CFCE-9BB7-83C0-CFDCABBC896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93BAB0A-EF13-2518-5E13-187FC21C24F6}"/>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3184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35A756-2D08-DC5B-6E75-775C08FF054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751D1C4-6D1E-11E3-4FFD-2958ADCAA9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60582D3-FA06-662C-CF85-56150FABF66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574B67F-FAC7-A2FB-B22A-DCF429E934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BD0DF1-037F-B8E5-6E9C-1C04CFDDE6F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3257F22E-1B69-1ECE-530A-9EF708E88F1A}"/>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8" name="Marcador de pie de página 7">
            <a:extLst>
              <a:ext uri="{FF2B5EF4-FFF2-40B4-BE49-F238E27FC236}">
                <a16:creationId xmlns:a16="http://schemas.microsoft.com/office/drawing/2014/main" id="{E534BC52-AA33-0C60-B68D-C8834129E50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B12CC42-039D-0DC9-160A-02378CA4182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06196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0D7C3D-9DFE-F065-25B5-BCE0679B8A2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58ADFB9-187B-EA28-D84A-B062DDAE0FFC}"/>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4" name="Marcador de pie de página 3">
            <a:extLst>
              <a:ext uri="{FF2B5EF4-FFF2-40B4-BE49-F238E27FC236}">
                <a16:creationId xmlns:a16="http://schemas.microsoft.com/office/drawing/2014/main" id="{3BC3CBF9-B46C-C1BA-C6FF-6C452C4B76E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985F4E5-EEE4-6487-2D09-A044296D528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54444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1973A7B-A1E0-F895-72AD-3DE739B54761}"/>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3" name="Marcador de pie de página 2">
            <a:extLst>
              <a:ext uri="{FF2B5EF4-FFF2-40B4-BE49-F238E27FC236}">
                <a16:creationId xmlns:a16="http://schemas.microsoft.com/office/drawing/2014/main" id="{F7D86808-12FB-21C8-E274-F1D773624AA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2EC0A6B-95FD-A557-589A-2CE02C159F1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6636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FD864-8826-7329-51E5-9CD1A06378C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B09ADB9-885E-7E7B-9A2C-874995668B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B5B5454-5468-6E6C-8853-960D6D437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CDDAB4-E7A0-1173-7A43-EA6151884EB7}"/>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6" name="Marcador de pie de página 5">
            <a:extLst>
              <a:ext uri="{FF2B5EF4-FFF2-40B4-BE49-F238E27FC236}">
                <a16:creationId xmlns:a16="http://schemas.microsoft.com/office/drawing/2014/main" id="{43CBB48C-4002-A526-C2BB-F2D3D10B19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7941ECB-8AE1-BB38-EF81-4DBD93265A57}"/>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24388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BDC84-9312-37EC-E4FD-86008977C8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B17A30E-2F86-5B90-A4B1-3A2B5443D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FE092E0-BCB0-9282-7A3F-F1516474D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EF91D30-F39C-702D-4BFE-EDCE1E6FD221}"/>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6" name="Marcador de pie de página 5">
            <a:extLst>
              <a:ext uri="{FF2B5EF4-FFF2-40B4-BE49-F238E27FC236}">
                <a16:creationId xmlns:a16="http://schemas.microsoft.com/office/drawing/2014/main" id="{476B9C29-71E5-A677-6912-359645AE080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09A72A-CA7D-C2AF-B32B-00B7888F8991}"/>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85717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404287-89E9-6A06-68B1-B739DFB7BB1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052327C-4C34-B17F-D025-065373711C5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EFDDE24-D2B2-6945-6223-0FAC668D40BD}"/>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5" name="Marcador de pie de página 4">
            <a:extLst>
              <a:ext uri="{FF2B5EF4-FFF2-40B4-BE49-F238E27FC236}">
                <a16:creationId xmlns:a16="http://schemas.microsoft.com/office/drawing/2014/main" id="{DB9A85D8-E75A-716A-5AED-F0F5B7D998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DB26EB-3EED-F7C5-D125-13B2BE2AADEE}"/>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143853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7AFA14-DBF8-5C9D-2DD8-B1BD0E195BB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847767C-3976-5BB8-F6D7-43B3374806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7DEF89-245A-A6EA-A491-FA68305E2E33}"/>
              </a:ext>
            </a:extLst>
          </p:cNvPr>
          <p:cNvSpPr>
            <a:spLocks noGrp="1"/>
          </p:cNvSpPr>
          <p:nvPr>
            <p:ph type="dt" sz="half" idx="10"/>
          </p:nvPr>
        </p:nvSpPr>
        <p:spPr/>
        <p:txBody>
          <a:bodyPr/>
          <a:lstStyle/>
          <a:p>
            <a:fld id="{D48DEB5A-F4D6-4C7F-84CB-78EC876CF29C}" type="datetimeFigureOut">
              <a:rPr lang="es-CO" smtClean="0"/>
              <a:t>7/11/2025</a:t>
            </a:fld>
            <a:endParaRPr lang="es-CO"/>
          </a:p>
        </p:txBody>
      </p:sp>
      <p:sp>
        <p:nvSpPr>
          <p:cNvPr id="5" name="Marcador de pie de página 4">
            <a:extLst>
              <a:ext uri="{FF2B5EF4-FFF2-40B4-BE49-F238E27FC236}">
                <a16:creationId xmlns:a16="http://schemas.microsoft.com/office/drawing/2014/main" id="{979CBE9C-176F-8B7D-AA5C-7B3531262DC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36B3040-EFBC-2E04-2044-696B004B77B9}"/>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05511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C7BE2EC-586A-DD9E-C280-FB23A3304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594821B-7E1E-5B88-0C2C-4C14E87C3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C861983-7AB0-F5B7-4A23-3E7917DA42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8DEB5A-F4D6-4C7F-84CB-78EC876CF29C}" type="datetimeFigureOut">
              <a:rPr lang="es-CO" smtClean="0"/>
              <a:t>7/11/2025</a:t>
            </a:fld>
            <a:endParaRPr lang="es-CO"/>
          </a:p>
        </p:txBody>
      </p:sp>
      <p:sp>
        <p:nvSpPr>
          <p:cNvPr id="5" name="Marcador de pie de página 4">
            <a:extLst>
              <a:ext uri="{FF2B5EF4-FFF2-40B4-BE49-F238E27FC236}">
                <a16:creationId xmlns:a16="http://schemas.microsoft.com/office/drawing/2014/main" id="{E5F6E65D-85D1-8556-46A3-C09F89197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7145D03-B164-5562-C207-79E7B5F74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0D60A8-E10A-460D-94B0-2857B8FB3E8C}" type="slidenum">
              <a:rPr lang="es-CO" smtClean="0"/>
              <a:t>‹Nº›</a:t>
            </a:fld>
            <a:endParaRPr lang="es-CO"/>
          </a:p>
        </p:txBody>
      </p:sp>
    </p:spTree>
    <p:extLst>
      <p:ext uri="{BB962C8B-B14F-4D97-AF65-F5344CB8AC3E}">
        <p14:creationId xmlns:p14="http://schemas.microsoft.com/office/powerpoint/2010/main" val="210546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emf"/><Relationship Id="rId5" Type="http://schemas.openxmlformats.org/officeDocument/2006/relationships/image" Target="../media/image4.pn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9zbC5SEic2D63Yjprao-fWAsXKB9-KVG/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emf"/><Relationship Id="rId5" Type="http://schemas.openxmlformats.org/officeDocument/2006/relationships/chart" Target="../charts/char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image" Target="../media/image10.emf"/><Relationship Id="rId4" Type="http://schemas.openxmlformats.org/officeDocument/2006/relationships/hyperlink" Target="https://drive.google.com/file/d/1u0vJefHkgJn8IMneLDE-l7mjnbMQAYtO/view?usp=drive_link"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file/d/1tZuH3WpIO-XiC1itv3zTIdv9Hhn_zLR5/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emf"/><Relationship Id="rId5" Type="http://schemas.openxmlformats.org/officeDocument/2006/relationships/chart" Target="../charts/char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1HzQTuR26S1tsY3dmeec2S-Fss-2phsX/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chart" Target="../charts/chart5.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hyperlink" Target="https://drive.google.com/file/d/10ammCW_-mLjnBysUGSkVZSX8lmU4Dy5B/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image" Target="../media/image9.emf"/><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https://drive.google.com/file/d/1NRmwFlD8GC6hme-uBkF5W_pQ0mJyhuJR/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chart" Target="../charts/char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3.emf"/><Relationship Id="rId5" Type="http://schemas.openxmlformats.org/officeDocument/2006/relationships/chart" Target="../charts/chart8.xml"/><Relationship Id="rId4" Type="http://schemas.openxmlformats.org/officeDocument/2006/relationships/hyperlink" Target="https://drive.google.com/file/d/1ZcsEOJ67Gt4sMatj2x2W1ztMhFhe551n/view?usp=drive_link"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drive.google.com/file/d/1i-EhC7gWFDq6t17o8tZgNN00YeSuEEjt/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9.xml"/><Relationship Id="rId5" Type="http://schemas.openxmlformats.org/officeDocument/2006/relationships/image" Target="../media/image9.emf"/><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hyperlink" Target="https://drive.google.com/file/d/1JGLyWrDAjLXygPnVmm6PgFYUk1ALW_Fg/view?usp=drive_link" TargetMode="External"/><Relationship Id="rId2" Type="http://schemas.openxmlformats.org/officeDocument/2006/relationships/hyperlink" Target="https://drive.google.com/file/d/10t_yH0ROg7i8Mc4TojaEcVU1S8hhkxjD/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hyperlink" Target="https://drive.google.com/file/d/13R7OqzE4i4N-h6ULSWvUdLG2x23aLifX/view?usp=drive_link" TargetMode="External"/><Relationship Id="rId2" Type="http://schemas.openxmlformats.org/officeDocument/2006/relationships/hyperlink" Target="https://drive.google.com/file/d/19OJZWYs6MM66MQoayrtCJ11k_8l2e8tL/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hyperlink" Target="https://drive.google.com/file/d/1DLpj7pGm0HQ72CC4Wzab8mWL4zahhovV/view?usp=drive_link" TargetMode="External"/><Relationship Id="rId2" Type="http://schemas.openxmlformats.org/officeDocument/2006/relationships/hyperlink" Target="https://drive.google.com/file/d/1PyTkGsGeaIGRqMvGAHoDwDl2l_WMf1Ln/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6.emf"/><Relationship Id="rId4" Type="http://schemas.openxmlformats.org/officeDocument/2006/relationships/image" Target="../media/image15.emf"/></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7.emf"/><Relationship Id="rId5" Type="http://schemas.openxmlformats.org/officeDocument/2006/relationships/image" Target="../media/image4.png"/><Relationship Id="rId4" Type="http://schemas.openxmlformats.org/officeDocument/2006/relationships/chart" Target="../charts/char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hyperlink" Target="https://drive.google.com/file/d/1V2kho2gbBJWjItMdJqfdpQ1itRjOv7GN/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qs5pkcW_kUNLLvqOyKza37rFJbuSC4zv/view?usp=drive_link" TargetMode="External"/><Relationship Id="rId1" Type="http://schemas.openxmlformats.org/officeDocument/2006/relationships/slideLayout" Target="../slideLayouts/slideLayout1.xml"/><Relationship Id="rId4" Type="http://schemas.openxmlformats.org/officeDocument/2006/relationships/image" Target="../media/image20.emf"/></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zMBcPp-aUt2z1F26qRlr21etSUjbBfEQ/view?usp=drive_link" TargetMode="External"/><Relationship Id="rId1" Type="http://schemas.openxmlformats.org/officeDocument/2006/relationships/slideLayout" Target="../slideLayouts/slideLayout1.xml"/><Relationship Id="rId4" Type="http://schemas.openxmlformats.org/officeDocument/2006/relationships/image" Target="../media/image21.emf"/></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cxMG4zZCKtNEm_qWIbwXGsRK1O0VMgqs/view?usp=drive_link" TargetMode="External"/><Relationship Id="rId1" Type="http://schemas.openxmlformats.org/officeDocument/2006/relationships/slideLayout" Target="../slideLayouts/slideLayout1.xml"/><Relationship Id="rId4" Type="http://schemas.openxmlformats.org/officeDocument/2006/relationships/image" Target="../media/image22.emf"/></Relationships>
</file>

<file path=ppt/slides/_rels/slide2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hyperlink" Target="https://drive.google.com/file/d/1XNNIpXZ42OxZj0ywkH8OMM2cdCtWSE3P/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01C_-PTkNbwIn4WwTMITBjN-Ns6rrLpH/view?usp=drive_link" TargetMode="External"/><Relationship Id="rId1" Type="http://schemas.openxmlformats.org/officeDocument/2006/relationships/slideLayout" Target="../slideLayouts/slideLayout1.xml"/><Relationship Id="rId4" Type="http://schemas.openxmlformats.org/officeDocument/2006/relationships/image" Target="../media/image23.emf"/></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BvPaNNfNAhHowCXPr8OCYE3raKM6TYYQ/view?usp=drive_link" TargetMode="External"/><Relationship Id="rId1" Type="http://schemas.openxmlformats.org/officeDocument/2006/relationships/slideLayout" Target="../slideLayouts/slideLayout1.xml"/><Relationship Id="rId4" Type="http://schemas.openxmlformats.org/officeDocument/2006/relationships/image" Target="../media/image24.emf"/></Relationships>
</file>

<file path=ppt/slides/_rels/slide27.xml.rels><?xml version="1.0" encoding="UTF-8" standalone="yes"?>
<Relationships xmlns="http://schemas.openxmlformats.org/package/2006/relationships"><Relationship Id="rId3" Type="http://schemas.openxmlformats.org/officeDocument/2006/relationships/hyperlink" Target="https://drive.google.com/file/d/1PlBsc-lWvPYbczTR3KLuZOoZLDU9U_3-/view?usp=drive_link" TargetMode="External"/><Relationship Id="rId2" Type="http://schemas.openxmlformats.org/officeDocument/2006/relationships/hyperlink" Target="https://drive.google.com/file/d/1-KqF0jqq9ZulKyPCYfoFIu01X5Q6OhGv/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hyperlink" Target="https://drive.google.com/file/d/1McbjbQM0sMdh0iWVBP557RdHmZpxmyzx/view?usp=drive_link" TargetMode="External"/><Relationship Id="rId2" Type="http://schemas.openxmlformats.org/officeDocument/2006/relationships/hyperlink" Target="https://drive.google.com/file/d/1XzqCY952ZxvIOF11_HsuGZv7tW4av05f/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FA317-B3C6-544A-9CEC-25C659152B70}"/>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3812C31D-3CC5-AE6F-6DC6-DC2AB7DB08B7}"/>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D12CA50E-0C11-3EB7-AA8E-DD7D2EFB3F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D74108FF-D162-4798-6724-54AB54E7D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7B31CB7F-F65F-251B-F642-C7D40861EB8B}"/>
              </a:ext>
            </a:extLst>
          </p:cNvPr>
          <p:cNvSpPr txBox="1"/>
          <p:nvPr/>
        </p:nvSpPr>
        <p:spPr>
          <a:xfrm>
            <a:off x="125833" y="2828835"/>
            <a:ext cx="2796331" cy="1200329"/>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AUDITORIA </a:t>
            </a:r>
          </a:p>
          <a:p>
            <a:pPr marL="342900" indent="-342900" algn="ctr">
              <a:buFontTx/>
              <a:buChar char="-"/>
            </a:pPr>
            <a:r>
              <a:rPr lang="es-MX" sz="2400" b="1" dirty="0">
                <a:solidFill>
                  <a:schemeClr val="bg1"/>
                </a:solidFill>
                <a:latin typeface="ui-sans-serif"/>
              </a:rPr>
              <a:t>Octubre 2025 - </a:t>
            </a:r>
            <a:endParaRPr lang="es-CO" sz="2400" b="1" dirty="0">
              <a:solidFill>
                <a:schemeClr val="bg1"/>
              </a:solidFill>
            </a:endParaRPr>
          </a:p>
        </p:txBody>
      </p:sp>
    </p:spTree>
    <p:extLst>
      <p:ext uri="{BB962C8B-B14F-4D97-AF65-F5344CB8AC3E}">
        <p14:creationId xmlns:p14="http://schemas.microsoft.com/office/powerpoint/2010/main" val="3626027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La auditoria de forma critica evaluó KPIS específicos de la gestión a través de una encuesta, en la cual cada pregunta fue clusterizada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Octubre</a:t>
            </a:r>
            <a:endParaRPr lang="es-CO" sz="1600" dirty="0"/>
          </a:p>
        </p:txBody>
      </p:sp>
      <p:sp>
        <p:nvSpPr>
          <p:cNvPr id="15" name="CuadroTexto 14">
            <a:extLst>
              <a:ext uri="{FF2B5EF4-FFF2-40B4-BE49-F238E27FC236}">
                <a16:creationId xmlns:a16="http://schemas.microsoft.com/office/drawing/2014/main" id="{155A1899-F51E-9451-B8A7-0A68A2BA8466}"/>
              </a:ext>
            </a:extLst>
          </p:cNvPr>
          <p:cNvSpPr txBox="1"/>
          <p:nvPr/>
        </p:nvSpPr>
        <p:spPr>
          <a:xfrm>
            <a:off x="2889029" y="2879302"/>
            <a:ext cx="8757396" cy="3600986"/>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1200" dirty="0">
              <a:solidFill>
                <a:srgbClr val="C00000"/>
              </a:solidFill>
            </a:endParaRPr>
          </a:p>
          <a:p>
            <a:pPr algn="just"/>
            <a:r>
              <a:rPr lang="es-MX" sz="1200" b="1" dirty="0"/>
              <a:t>ACTIVIDADES DEL MES: </a:t>
            </a:r>
            <a:r>
              <a:rPr lang="es-MX" sz="1200" dirty="0"/>
              <a:t>Implementación de las actividades de acuerdo al canal: </a:t>
            </a:r>
            <a:endParaRPr lang="es-MX" sz="1200" b="1" dirty="0"/>
          </a:p>
          <a:p>
            <a:pPr marL="742950" lvl="1" indent="-285750" algn="just">
              <a:buFont typeface="Arial" panose="020B0604020202020204" pitchFamily="34" charset="0"/>
              <a:buChar char="•"/>
            </a:pPr>
            <a:r>
              <a:rPr lang="es-MX" sz="1200" u="sng" dirty="0"/>
              <a:t>Moderno:</a:t>
            </a:r>
            <a:r>
              <a:rPr lang="es-CO" sz="1200" dirty="0"/>
              <a:t> Tiene implementado el material pop correspondiente a las promociones que aplican en el pdv.</a:t>
            </a:r>
          </a:p>
          <a:p>
            <a:pPr lvl="3" algn="just"/>
            <a:r>
              <a:rPr lang="es-CO" sz="1200" dirty="0"/>
              <a:t> Tiene implementadas las exhibiciones negociadas en el pdv.</a:t>
            </a:r>
          </a:p>
          <a:p>
            <a:pPr marL="742950" lvl="1" indent="-285750" algn="just">
              <a:buFont typeface="Arial" panose="020B0604020202020204" pitchFamily="34" charset="0"/>
              <a:buChar char="•"/>
            </a:pPr>
            <a:r>
              <a:rPr lang="es-MX" sz="1200" u="sng" dirty="0"/>
              <a:t>Especializado:</a:t>
            </a:r>
            <a:r>
              <a:rPr lang="es-CO" sz="1200" dirty="0"/>
              <a:t>    Se encuentra el material pop de Félix nuevas referencias " aplica donde esta codificado“.			Se encuentra en el lineal las referencias 1,5 en pu y adu de la marca excellent.</a:t>
            </a:r>
          </a:p>
          <a:p>
            <a:pPr lvl="1" algn="just"/>
            <a:r>
              <a:rPr lang="es-CO" sz="1200" dirty="0"/>
              <a:t>		Se encuentra la nueva referencia de excellent esterilizado de 1k.</a:t>
            </a:r>
          </a:p>
          <a:p>
            <a:pPr marL="742950" lvl="1" indent="-285750" algn="just">
              <a:buFont typeface="Arial" panose="020B0604020202020204" pitchFamily="34" charset="0"/>
              <a:buChar char="•"/>
            </a:pPr>
            <a:r>
              <a:rPr lang="es-MX" sz="1200" u="sng" dirty="0"/>
              <a:t>Tradicional:</a:t>
            </a:r>
            <a:r>
              <a:rPr lang="es-CO" sz="1200" dirty="0"/>
              <a:t> Está implementada la nueva estrategia de baja de precios.</a:t>
            </a:r>
          </a:p>
          <a:p>
            <a:pPr marL="742950" lvl="1" indent="-285750" algn="just">
              <a:buFont typeface="Arial" panose="020B0604020202020204" pitchFamily="34" charset="0"/>
              <a:buChar char="•"/>
            </a:pPr>
            <a:endParaRPr lang="es-MX" sz="1200" dirty="0"/>
          </a:p>
          <a:p>
            <a:pPr algn="just"/>
            <a:r>
              <a:rPr lang="es-MX" sz="1200" b="1" dirty="0"/>
              <a:t>EJECUCION DEL PDV:  </a:t>
            </a:r>
            <a:r>
              <a:rPr lang="es-MX" sz="1200" dirty="0"/>
              <a:t>Limpieza del pdv, Precio y surtido de productos, Infaltables, ayuda ventas, conocimiento en surtidos, estrategia de exhibición para las marcas Mainstrain (Alpo y Gatsy) de Purina , % de participación que tiene en el punto de venta.</a:t>
            </a:r>
          </a:p>
          <a:p>
            <a:pPr algn="just"/>
            <a:endParaRPr lang="es-MX" sz="1200" dirty="0"/>
          </a:p>
          <a:p>
            <a:pPr algn="just"/>
            <a:r>
              <a:rPr lang="es-MX" sz="1200" b="1" dirty="0"/>
              <a:t>HORARIO: </a:t>
            </a:r>
            <a:r>
              <a:rPr lang="es-MX" sz="1200" dirty="0"/>
              <a:t>El asesor debe estar presente en pdv en los turnos compartidos por malla horaria. </a:t>
            </a:r>
          </a:p>
          <a:p>
            <a:pPr algn="just"/>
            <a:endParaRPr lang="es-MX" sz="12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sp>
        <p:nvSpPr>
          <p:cNvPr id="7" name="CuadroTexto 6">
            <a:extLst>
              <a:ext uri="{FF2B5EF4-FFF2-40B4-BE49-F238E27FC236}">
                <a16:creationId xmlns:a16="http://schemas.microsoft.com/office/drawing/2014/main" id="{0E41E785-529C-A43B-8A21-629A13A8B856}"/>
              </a:ext>
            </a:extLst>
          </p:cNvPr>
          <p:cNvSpPr txBox="1"/>
          <p:nvPr/>
        </p:nvSpPr>
        <p:spPr>
          <a:xfrm>
            <a:off x="981635" y="3819816"/>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49D9442A-C892-F626-09BD-F1584A659371}"/>
              </a:ext>
            </a:extLst>
          </p:cNvPr>
          <p:cNvPicPr>
            <a:picLocks noChangeAspect="1"/>
          </p:cNvPicPr>
          <p:nvPr/>
        </p:nvPicPr>
        <p:blipFill>
          <a:blip r:embed="rId2"/>
          <a:stretch>
            <a:fillRect/>
          </a:stretch>
        </p:blipFill>
        <p:spPr>
          <a:xfrm>
            <a:off x="5653920" y="1620770"/>
            <a:ext cx="3227614" cy="1239404"/>
          </a:xfrm>
          <a:prstGeom prst="rect">
            <a:avLst/>
          </a:prstGeom>
        </p:spPr>
      </p:pic>
      <p:sp>
        <p:nvSpPr>
          <p:cNvPr id="3" name="Rectángulo 2">
            <a:extLst>
              <a:ext uri="{FF2B5EF4-FFF2-40B4-BE49-F238E27FC236}">
                <a16:creationId xmlns:a16="http://schemas.microsoft.com/office/drawing/2014/main" id="{36FB5FE9-B5FF-430C-70DD-1A98F0726A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1C9301DA-7D65-61FA-00C5-DCF2DF3F7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pic>
        <p:nvPicPr>
          <p:cNvPr id="9" name="Imagen 8">
            <a:extLst>
              <a:ext uri="{FF2B5EF4-FFF2-40B4-BE49-F238E27FC236}">
                <a16:creationId xmlns:a16="http://schemas.microsoft.com/office/drawing/2014/main" id="{B0A9F72B-E537-E615-BDF3-E778A4C02645}"/>
              </a:ext>
            </a:extLst>
          </p:cNvPr>
          <p:cNvPicPr>
            <a:picLocks noChangeAspect="1"/>
          </p:cNvPicPr>
          <p:nvPr/>
        </p:nvPicPr>
        <p:blipFill>
          <a:blip r:embed="rId4">
            <a:biLevel thresh="75000"/>
          </a:blip>
          <a:stretch>
            <a:fillRect/>
          </a:stretch>
        </p:blipFill>
        <p:spPr>
          <a:xfrm>
            <a:off x="368929" y="3587667"/>
            <a:ext cx="463336" cy="463336"/>
          </a:xfrm>
          <a:prstGeom prst="rect">
            <a:avLst/>
          </a:prstGeom>
        </p:spPr>
      </p:pic>
      <p:sp>
        <p:nvSpPr>
          <p:cNvPr id="10" name="CuadroTexto 9">
            <a:extLst>
              <a:ext uri="{FF2B5EF4-FFF2-40B4-BE49-F238E27FC236}">
                <a16:creationId xmlns:a16="http://schemas.microsoft.com/office/drawing/2014/main" id="{EAD073F4-A477-AEE0-77F8-5D2AC485F9CF}"/>
              </a:ext>
            </a:extLst>
          </p:cNvPr>
          <p:cNvSpPr txBox="1"/>
          <p:nvPr/>
        </p:nvSpPr>
        <p:spPr>
          <a:xfrm>
            <a:off x="857082" y="3568539"/>
            <a:ext cx="1613504" cy="584775"/>
          </a:xfrm>
          <a:prstGeom prst="rect">
            <a:avLst/>
          </a:prstGeom>
          <a:noFill/>
        </p:spPr>
        <p:txBody>
          <a:bodyPr wrap="square" rtlCol="0">
            <a:spAutoFit/>
          </a:bodyPr>
          <a:lstStyle/>
          <a:p>
            <a:r>
              <a:rPr lang="es-MX" sz="1600" dirty="0">
                <a:solidFill>
                  <a:schemeClr val="bg1"/>
                </a:solidFill>
              </a:rPr>
              <a:t>3 </a:t>
            </a:r>
            <a:r>
              <a:rPr lang="es-MX" sz="1600" dirty="0" err="1">
                <a:solidFill>
                  <a:schemeClr val="bg1"/>
                </a:solidFill>
              </a:rPr>
              <a:t>pdv</a:t>
            </a:r>
            <a:r>
              <a:rPr lang="es-MX" sz="1600" dirty="0">
                <a:solidFill>
                  <a:schemeClr val="bg1"/>
                </a:solidFill>
              </a:rPr>
              <a:t> evaluados</a:t>
            </a:r>
          </a:p>
          <a:p>
            <a:r>
              <a:rPr lang="es-MX" sz="1600" b="1" dirty="0">
                <a:solidFill>
                  <a:schemeClr val="bg1"/>
                </a:solidFill>
              </a:rPr>
              <a:t>Cali</a:t>
            </a:r>
            <a:endParaRPr lang="es-CO" sz="1600" b="1" dirty="0">
              <a:solidFill>
                <a:schemeClr val="bg1"/>
              </a:solidFill>
            </a:endParaRPr>
          </a:p>
        </p:txBody>
      </p:sp>
      <p:pic>
        <p:nvPicPr>
          <p:cNvPr id="11" name="Imagen 10">
            <a:extLst>
              <a:ext uri="{FF2B5EF4-FFF2-40B4-BE49-F238E27FC236}">
                <a16:creationId xmlns:a16="http://schemas.microsoft.com/office/drawing/2014/main" id="{E20A277C-F2F0-93DA-EA64-922FBA47CD4A}"/>
              </a:ext>
            </a:extLst>
          </p:cNvPr>
          <p:cNvPicPr>
            <a:picLocks noChangeAspect="1"/>
          </p:cNvPicPr>
          <p:nvPr/>
        </p:nvPicPr>
        <p:blipFill>
          <a:blip r:embed="rId4">
            <a:biLevel thresh="75000"/>
          </a:blip>
          <a:stretch>
            <a:fillRect/>
          </a:stretch>
        </p:blipFill>
        <p:spPr>
          <a:xfrm>
            <a:off x="368929" y="4453022"/>
            <a:ext cx="463336" cy="463336"/>
          </a:xfrm>
          <a:prstGeom prst="rect">
            <a:avLst/>
          </a:prstGeom>
        </p:spPr>
      </p:pic>
      <p:sp>
        <p:nvSpPr>
          <p:cNvPr id="12" name="CuadroTexto 11">
            <a:extLst>
              <a:ext uri="{FF2B5EF4-FFF2-40B4-BE49-F238E27FC236}">
                <a16:creationId xmlns:a16="http://schemas.microsoft.com/office/drawing/2014/main" id="{1A100F43-6350-86BC-BFE8-EB7D82D0A2CF}"/>
              </a:ext>
            </a:extLst>
          </p:cNvPr>
          <p:cNvSpPr txBox="1"/>
          <p:nvPr/>
        </p:nvSpPr>
        <p:spPr>
          <a:xfrm>
            <a:off x="857082" y="4433894"/>
            <a:ext cx="1613504" cy="584775"/>
          </a:xfrm>
          <a:prstGeom prst="rect">
            <a:avLst/>
          </a:prstGeom>
          <a:noFill/>
        </p:spPr>
        <p:txBody>
          <a:bodyPr wrap="square" rtlCol="0">
            <a:spAutoFit/>
          </a:bodyPr>
          <a:lstStyle/>
          <a:p>
            <a:r>
              <a:rPr lang="es-MX" sz="1600" dirty="0">
                <a:solidFill>
                  <a:schemeClr val="bg1"/>
                </a:solidFill>
              </a:rPr>
              <a:t>3 </a:t>
            </a:r>
            <a:r>
              <a:rPr lang="es-MX" sz="1600" dirty="0" err="1">
                <a:solidFill>
                  <a:schemeClr val="bg1"/>
                </a:solidFill>
              </a:rPr>
              <a:t>pdv</a:t>
            </a:r>
            <a:r>
              <a:rPr lang="es-MX" sz="1600" dirty="0">
                <a:solidFill>
                  <a:schemeClr val="bg1"/>
                </a:solidFill>
              </a:rPr>
              <a:t> evaluados</a:t>
            </a:r>
          </a:p>
          <a:p>
            <a:r>
              <a:rPr lang="es-MX" sz="1600" b="1" dirty="0">
                <a:solidFill>
                  <a:schemeClr val="bg1"/>
                </a:solidFill>
              </a:rPr>
              <a:t>Barranquilla</a:t>
            </a:r>
            <a:endParaRPr lang="es-CO" sz="1600" b="1" dirty="0">
              <a:solidFill>
                <a:schemeClr val="bg1"/>
              </a:solidFill>
            </a:endParaRPr>
          </a:p>
        </p:txBody>
      </p:sp>
      <p:sp>
        <p:nvSpPr>
          <p:cNvPr id="2" name="CuadroTexto 1">
            <a:extLst>
              <a:ext uri="{FF2B5EF4-FFF2-40B4-BE49-F238E27FC236}">
                <a16:creationId xmlns:a16="http://schemas.microsoft.com/office/drawing/2014/main" id="{781E295D-2C0A-4EEA-216F-1F51D01B00DD}"/>
              </a:ext>
            </a:extLst>
          </p:cNvPr>
          <p:cNvSpPr txBox="1"/>
          <p:nvPr/>
        </p:nvSpPr>
        <p:spPr>
          <a:xfrm>
            <a:off x="857082" y="2650843"/>
            <a:ext cx="1613504" cy="584775"/>
          </a:xfrm>
          <a:prstGeom prst="rect">
            <a:avLst/>
          </a:prstGeom>
          <a:noFill/>
        </p:spPr>
        <p:txBody>
          <a:bodyPr wrap="square" rtlCol="0">
            <a:spAutoFit/>
          </a:bodyPr>
          <a:lstStyle/>
          <a:p>
            <a:r>
              <a:rPr lang="es-MX" sz="1600" dirty="0">
                <a:solidFill>
                  <a:schemeClr val="bg1"/>
                </a:solidFill>
              </a:rPr>
              <a:t>4 </a:t>
            </a:r>
            <a:r>
              <a:rPr lang="es-MX" sz="1600" dirty="0" err="1">
                <a:solidFill>
                  <a:schemeClr val="bg1"/>
                </a:solidFill>
              </a:rPr>
              <a:t>pdv</a:t>
            </a:r>
            <a:r>
              <a:rPr lang="es-MX" sz="1600" dirty="0">
                <a:solidFill>
                  <a:schemeClr val="bg1"/>
                </a:solidFill>
              </a:rPr>
              <a:t> evaluados</a:t>
            </a:r>
          </a:p>
          <a:p>
            <a:r>
              <a:rPr lang="es-MX" sz="1600" b="1" dirty="0">
                <a:solidFill>
                  <a:schemeClr val="bg1"/>
                </a:solidFill>
              </a:rPr>
              <a:t>Bogotá</a:t>
            </a:r>
            <a:endParaRPr lang="es-CO" sz="1600" b="1" dirty="0">
              <a:solidFill>
                <a:schemeClr val="bg1"/>
              </a:solidFill>
            </a:endParaRPr>
          </a:p>
        </p:txBody>
      </p:sp>
      <p:pic>
        <p:nvPicPr>
          <p:cNvPr id="4" name="Imagen 3">
            <a:extLst>
              <a:ext uri="{FF2B5EF4-FFF2-40B4-BE49-F238E27FC236}">
                <a16:creationId xmlns:a16="http://schemas.microsoft.com/office/drawing/2014/main" id="{BC58F7CD-DD33-B009-7CE4-45D7A9516366}"/>
              </a:ext>
            </a:extLst>
          </p:cNvPr>
          <p:cNvPicPr>
            <a:picLocks noChangeAspect="1"/>
          </p:cNvPicPr>
          <p:nvPr/>
        </p:nvPicPr>
        <p:blipFill>
          <a:blip r:embed="rId4">
            <a:biLevel thresh="75000"/>
          </a:blip>
          <a:stretch>
            <a:fillRect/>
          </a:stretch>
        </p:blipFill>
        <p:spPr>
          <a:xfrm>
            <a:off x="393746" y="2703184"/>
            <a:ext cx="463336" cy="463336"/>
          </a:xfrm>
          <a:prstGeom prst="rect">
            <a:avLst/>
          </a:prstGeom>
        </p:spPr>
      </p:pic>
      <p:sp>
        <p:nvSpPr>
          <p:cNvPr id="6" name="CuadroTexto 5">
            <a:extLst>
              <a:ext uri="{FF2B5EF4-FFF2-40B4-BE49-F238E27FC236}">
                <a16:creationId xmlns:a16="http://schemas.microsoft.com/office/drawing/2014/main" id="{4B8A9EE5-7BBD-AFD6-6374-58C03C8562DA}"/>
              </a:ext>
            </a:extLst>
          </p:cNvPr>
          <p:cNvSpPr txBox="1"/>
          <p:nvPr/>
        </p:nvSpPr>
        <p:spPr>
          <a:xfrm>
            <a:off x="832265" y="5287904"/>
            <a:ext cx="1613504" cy="584775"/>
          </a:xfrm>
          <a:prstGeom prst="rect">
            <a:avLst/>
          </a:prstGeom>
          <a:noFill/>
        </p:spPr>
        <p:txBody>
          <a:bodyPr wrap="square" rtlCol="0">
            <a:spAutoFit/>
          </a:bodyPr>
          <a:lstStyle/>
          <a:p>
            <a:r>
              <a:rPr lang="es-MX" sz="1600" dirty="0">
                <a:solidFill>
                  <a:schemeClr val="bg1"/>
                </a:solidFill>
              </a:rPr>
              <a:t>2 </a:t>
            </a:r>
            <a:r>
              <a:rPr lang="es-MX" sz="1600" dirty="0" err="1">
                <a:solidFill>
                  <a:schemeClr val="bg1"/>
                </a:solidFill>
              </a:rPr>
              <a:t>pdv</a:t>
            </a:r>
            <a:r>
              <a:rPr lang="es-MX" sz="1600" dirty="0">
                <a:solidFill>
                  <a:schemeClr val="bg1"/>
                </a:solidFill>
              </a:rPr>
              <a:t> evaluados</a:t>
            </a:r>
          </a:p>
          <a:p>
            <a:r>
              <a:rPr lang="es-MX" sz="1600" b="1" dirty="0">
                <a:solidFill>
                  <a:schemeClr val="bg1"/>
                </a:solidFill>
              </a:rPr>
              <a:t>Medellín</a:t>
            </a:r>
            <a:endParaRPr lang="es-CO" sz="1600" b="1" dirty="0">
              <a:solidFill>
                <a:schemeClr val="bg1"/>
              </a:solidFill>
            </a:endParaRPr>
          </a:p>
        </p:txBody>
      </p:sp>
      <p:pic>
        <p:nvPicPr>
          <p:cNvPr id="8" name="Imagen 7">
            <a:extLst>
              <a:ext uri="{FF2B5EF4-FFF2-40B4-BE49-F238E27FC236}">
                <a16:creationId xmlns:a16="http://schemas.microsoft.com/office/drawing/2014/main" id="{25CFAFA7-D15D-5DDE-E808-25189FEEB306}"/>
              </a:ext>
            </a:extLst>
          </p:cNvPr>
          <p:cNvPicPr>
            <a:picLocks noChangeAspect="1"/>
          </p:cNvPicPr>
          <p:nvPr/>
        </p:nvPicPr>
        <p:blipFill>
          <a:blip r:embed="rId4">
            <a:biLevel thresh="75000"/>
          </a:blip>
          <a:stretch>
            <a:fillRect/>
          </a:stretch>
        </p:blipFill>
        <p:spPr>
          <a:xfrm>
            <a:off x="368929" y="5340245"/>
            <a:ext cx="463336" cy="463336"/>
          </a:xfrm>
          <a:prstGeom prst="rect">
            <a:avLst/>
          </a:prstGeom>
        </p:spPr>
      </p:pic>
    </p:spTree>
    <p:extLst>
      <p:ext uri="{BB962C8B-B14F-4D97-AF65-F5344CB8AC3E}">
        <p14:creationId xmlns:p14="http://schemas.microsoft.com/office/powerpoint/2010/main" val="108101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328821"/>
            <a:ext cx="8652072" cy="52322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400" dirty="0"/>
              <a:t>Del panel propuesto de 12 PDV, se logran visitar 12 pdv con 9 auditorias efectivas.  </a:t>
            </a:r>
          </a:p>
          <a:p>
            <a:pPr marL="285750" indent="-285750">
              <a:buFont typeface="Arial" panose="020B0604020202020204" pitchFamily="34" charset="0"/>
              <a:buChar char="•"/>
            </a:pPr>
            <a:r>
              <a:rPr lang="es-MX" sz="1400" dirty="0"/>
              <a:t>Detalle de la ejecucion por ciudad de acuerdo con los objetivos propuestos:</a:t>
            </a:r>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Octubre</a:t>
            </a:r>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77350" y="3999425"/>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AUDITORIA EFECTIVA</a:t>
            </a:r>
            <a:r>
              <a:rPr lang="es-MX" sz="1400" dirty="0"/>
              <a:t>: </a:t>
            </a:r>
          </a:p>
        </p:txBody>
      </p:sp>
      <p:pic>
        <p:nvPicPr>
          <p:cNvPr id="6" name="Imagen 5">
            <a:extLst>
              <a:ext uri="{FF2B5EF4-FFF2-40B4-BE49-F238E27FC236}">
                <a16:creationId xmlns:a16="http://schemas.microsoft.com/office/drawing/2014/main" id="{6C7D30EA-B2D9-7D7F-6E27-FA89A4CD6CBF}"/>
              </a:ext>
            </a:extLst>
          </p:cNvPr>
          <p:cNvPicPr>
            <a:picLocks noChangeAspect="1"/>
          </p:cNvPicPr>
          <p:nvPr/>
        </p:nvPicPr>
        <p:blipFill>
          <a:blip r:embed="rId3"/>
          <a:stretch>
            <a:fillRect/>
          </a:stretch>
        </p:blipFill>
        <p:spPr>
          <a:xfrm>
            <a:off x="2990334" y="1945975"/>
            <a:ext cx="7939867" cy="1756595"/>
          </a:xfrm>
          <a:prstGeom prst="rect">
            <a:avLst/>
          </a:prstGeom>
        </p:spPr>
      </p:pic>
      <p:pic>
        <p:nvPicPr>
          <p:cNvPr id="7" name="Imagen 6">
            <a:extLst>
              <a:ext uri="{FF2B5EF4-FFF2-40B4-BE49-F238E27FC236}">
                <a16:creationId xmlns:a16="http://schemas.microsoft.com/office/drawing/2014/main" id="{F9B80353-3468-1119-C3F7-93B406C03C21}"/>
              </a:ext>
            </a:extLst>
          </p:cNvPr>
          <p:cNvPicPr>
            <a:picLocks noChangeAspect="1"/>
          </p:cNvPicPr>
          <p:nvPr/>
        </p:nvPicPr>
        <p:blipFill>
          <a:blip r:embed="rId4"/>
          <a:stretch>
            <a:fillRect/>
          </a:stretch>
        </p:blipFill>
        <p:spPr>
          <a:xfrm>
            <a:off x="2990334" y="4426033"/>
            <a:ext cx="7939867" cy="1576297"/>
          </a:xfrm>
          <a:prstGeom prst="rect">
            <a:avLst/>
          </a:prstGeom>
        </p:spPr>
      </p:pic>
      <p:pic>
        <p:nvPicPr>
          <p:cNvPr id="10" name="Imagen 9">
            <a:extLst>
              <a:ext uri="{FF2B5EF4-FFF2-40B4-BE49-F238E27FC236}">
                <a16:creationId xmlns:a16="http://schemas.microsoft.com/office/drawing/2014/main" id="{87744CE9-B186-A0DD-985D-A888AE3DB898}"/>
              </a:ext>
            </a:extLst>
          </p:cNvPr>
          <p:cNvPicPr>
            <a:picLocks noChangeAspect="1"/>
          </p:cNvPicPr>
          <p:nvPr/>
        </p:nvPicPr>
        <p:blipFill>
          <a:blip r:embed="rId5">
            <a:biLevel thresh="75000"/>
          </a:blip>
          <a:stretch>
            <a:fillRect/>
          </a:stretch>
        </p:blipFill>
        <p:spPr>
          <a:xfrm>
            <a:off x="368929" y="3587667"/>
            <a:ext cx="463336" cy="463336"/>
          </a:xfrm>
          <a:prstGeom prst="rect">
            <a:avLst/>
          </a:prstGeom>
        </p:spPr>
      </p:pic>
      <p:sp>
        <p:nvSpPr>
          <p:cNvPr id="11" name="CuadroTexto 10">
            <a:extLst>
              <a:ext uri="{FF2B5EF4-FFF2-40B4-BE49-F238E27FC236}">
                <a16:creationId xmlns:a16="http://schemas.microsoft.com/office/drawing/2014/main" id="{264ABE69-C60E-A21E-47E6-D50EAEFB12F0}"/>
              </a:ext>
            </a:extLst>
          </p:cNvPr>
          <p:cNvSpPr txBox="1"/>
          <p:nvPr/>
        </p:nvSpPr>
        <p:spPr>
          <a:xfrm>
            <a:off x="857082" y="3568539"/>
            <a:ext cx="1613504" cy="584775"/>
          </a:xfrm>
          <a:prstGeom prst="rect">
            <a:avLst/>
          </a:prstGeom>
          <a:noFill/>
        </p:spPr>
        <p:txBody>
          <a:bodyPr wrap="square" rtlCol="0">
            <a:spAutoFit/>
          </a:bodyPr>
          <a:lstStyle/>
          <a:p>
            <a:r>
              <a:rPr lang="es-MX" sz="1600" dirty="0">
                <a:solidFill>
                  <a:schemeClr val="bg1"/>
                </a:solidFill>
              </a:rPr>
              <a:t>3 </a:t>
            </a:r>
            <a:r>
              <a:rPr lang="es-MX" sz="1600" dirty="0" err="1">
                <a:solidFill>
                  <a:schemeClr val="bg1"/>
                </a:solidFill>
              </a:rPr>
              <a:t>pdv</a:t>
            </a:r>
            <a:r>
              <a:rPr lang="es-MX" sz="1600" dirty="0">
                <a:solidFill>
                  <a:schemeClr val="bg1"/>
                </a:solidFill>
              </a:rPr>
              <a:t> evaluados</a:t>
            </a:r>
          </a:p>
          <a:p>
            <a:r>
              <a:rPr lang="es-MX" sz="1600" b="1" dirty="0">
                <a:solidFill>
                  <a:schemeClr val="bg1"/>
                </a:solidFill>
              </a:rPr>
              <a:t>Cali</a:t>
            </a:r>
            <a:endParaRPr lang="es-CO" sz="1600" b="1" dirty="0">
              <a:solidFill>
                <a:schemeClr val="bg1"/>
              </a:solidFill>
            </a:endParaRPr>
          </a:p>
        </p:txBody>
      </p:sp>
      <p:pic>
        <p:nvPicPr>
          <p:cNvPr id="12" name="Imagen 11">
            <a:extLst>
              <a:ext uri="{FF2B5EF4-FFF2-40B4-BE49-F238E27FC236}">
                <a16:creationId xmlns:a16="http://schemas.microsoft.com/office/drawing/2014/main" id="{9500B126-9458-B793-DD27-25F7BAF99C03}"/>
              </a:ext>
            </a:extLst>
          </p:cNvPr>
          <p:cNvPicPr>
            <a:picLocks noChangeAspect="1"/>
          </p:cNvPicPr>
          <p:nvPr/>
        </p:nvPicPr>
        <p:blipFill>
          <a:blip r:embed="rId5">
            <a:biLevel thresh="75000"/>
          </a:blip>
          <a:stretch>
            <a:fillRect/>
          </a:stretch>
        </p:blipFill>
        <p:spPr>
          <a:xfrm>
            <a:off x="368929" y="4453022"/>
            <a:ext cx="463336" cy="463336"/>
          </a:xfrm>
          <a:prstGeom prst="rect">
            <a:avLst/>
          </a:prstGeom>
        </p:spPr>
      </p:pic>
      <p:sp>
        <p:nvSpPr>
          <p:cNvPr id="13" name="CuadroTexto 12">
            <a:extLst>
              <a:ext uri="{FF2B5EF4-FFF2-40B4-BE49-F238E27FC236}">
                <a16:creationId xmlns:a16="http://schemas.microsoft.com/office/drawing/2014/main" id="{6F1A46E1-8AF5-42BB-6B95-604C6F387CB7}"/>
              </a:ext>
            </a:extLst>
          </p:cNvPr>
          <p:cNvSpPr txBox="1"/>
          <p:nvPr/>
        </p:nvSpPr>
        <p:spPr>
          <a:xfrm>
            <a:off x="857082" y="4433894"/>
            <a:ext cx="1613504" cy="584775"/>
          </a:xfrm>
          <a:prstGeom prst="rect">
            <a:avLst/>
          </a:prstGeom>
          <a:noFill/>
        </p:spPr>
        <p:txBody>
          <a:bodyPr wrap="square" rtlCol="0">
            <a:spAutoFit/>
          </a:bodyPr>
          <a:lstStyle/>
          <a:p>
            <a:r>
              <a:rPr lang="es-MX" sz="1600" dirty="0">
                <a:solidFill>
                  <a:schemeClr val="bg1"/>
                </a:solidFill>
              </a:rPr>
              <a:t>3 </a:t>
            </a:r>
            <a:r>
              <a:rPr lang="es-MX" sz="1600" dirty="0" err="1">
                <a:solidFill>
                  <a:schemeClr val="bg1"/>
                </a:solidFill>
              </a:rPr>
              <a:t>pdv</a:t>
            </a:r>
            <a:r>
              <a:rPr lang="es-MX" sz="1600" dirty="0">
                <a:solidFill>
                  <a:schemeClr val="bg1"/>
                </a:solidFill>
              </a:rPr>
              <a:t> evaluados</a:t>
            </a:r>
          </a:p>
          <a:p>
            <a:r>
              <a:rPr lang="es-MX" sz="1600" b="1" dirty="0">
                <a:solidFill>
                  <a:schemeClr val="bg1"/>
                </a:solidFill>
              </a:rPr>
              <a:t>Barranquilla</a:t>
            </a:r>
            <a:endParaRPr lang="es-CO" sz="1600" b="1" dirty="0">
              <a:solidFill>
                <a:schemeClr val="bg1"/>
              </a:solidFill>
            </a:endParaRPr>
          </a:p>
        </p:txBody>
      </p:sp>
      <p:sp>
        <p:nvSpPr>
          <p:cNvPr id="14" name="CuadroTexto 13">
            <a:extLst>
              <a:ext uri="{FF2B5EF4-FFF2-40B4-BE49-F238E27FC236}">
                <a16:creationId xmlns:a16="http://schemas.microsoft.com/office/drawing/2014/main" id="{A0513D17-E45A-5B9C-8B56-C88F14214774}"/>
              </a:ext>
            </a:extLst>
          </p:cNvPr>
          <p:cNvSpPr txBox="1"/>
          <p:nvPr/>
        </p:nvSpPr>
        <p:spPr>
          <a:xfrm>
            <a:off x="857082" y="2650843"/>
            <a:ext cx="1613504" cy="584775"/>
          </a:xfrm>
          <a:prstGeom prst="rect">
            <a:avLst/>
          </a:prstGeom>
          <a:noFill/>
        </p:spPr>
        <p:txBody>
          <a:bodyPr wrap="square" rtlCol="0">
            <a:spAutoFit/>
          </a:bodyPr>
          <a:lstStyle/>
          <a:p>
            <a:r>
              <a:rPr lang="es-MX" sz="1600" dirty="0">
                <a:solidFill>
                  <a:schemeClr val="bg1"/>
                </a:solidFill>
              </a:rPr>
              <a:t>4 </a:t>
            </a:r>
            <a:r>
              <a:rPr lang="es-MX" sz="1600" dirty="0" err="1">
                <a:solidFill>
                  <a:schemeClr val="bg1"/>
                </a:solidFill>
              </a:rPr>
              <a:t>pdv</a:t>
            </a:r>
            <a:r>
              <a:rPr lang="es-MX" sz="1600" dirty="0">
                <a:solidFill>
                  <a:schemeClr val="bg1"/>
                </a:solidFill>
              </a:rPr>
              <a:t> evaluados</a:t>
            </a:r>
          </a:p>
          <a:p>
            <a:r>
              <a:rPr lang="es-MX" sz="1600" b="1" dirty="0">
                <a:solidFill>
                  <a:schemeClr val="bg1"/>
                </a:solidFill>
              </a:rPr>
              <a:t>Bogotá</a:t>
            </a:r>
            <a:endParaRPr lang="es-CO" sz="1600" b="1" dirty="0">
              <a:solidFill>
                <a:schemeClr val="bg1"/>
              </a:solidFill>
            </a:endParaRPr>
          </a:p>
        </p:txBody>
      </p:sp>
      <p:pic>
        <p:nvPicPr>
          <p:cNvPr id="15" name="Imagen 14">
            <a:extLst>
              <a:ext uri="{FF2B5EF4-FFF2-40B4-BE49-F238E27FC236}">
                <a16:creationId xmlns:a16="http://schemas.microsoft.com/office/drawing/2014/main" id="{B05D7EF3-EF48-D1DA-C6D3-70C615C22315}"/>
              </a:ext>
            </a:extLst>
          </p:cNvPr>
          <p:cNvPicPr>
            <a:picLocks noChangeAspect="1"/>
          </p:cNvPicPr>
          <p:nvPr/>
        </p:nvPicPr>
        <p:blipFill>
          <a:blip r:embed="rId5">
            <a:biLevel thresh="75000"/>
          </a:blip>
          <a:stretch>
            <a:fillRect/>
          </a:stretch>
        </p:blipFill>
        <p:spPr>
          <a:xfrm>
            <a:off x="393746" y="2703184"/>
            <a:ext cx="463336" cy="463336"/>
          </a:xfrm>
          <a:prstGeom prst="rect">
            <a:avLst/>
          </a:prstGeom>
        </p:spPr>
      </p:pic>
      <p:sp>
        <p:nvSpPr>
          <p:cNvPr id="16" name="CuadroTexto 15">
            <a:extLst>
              <a:ext uri="{FF2B5EF4-FFF2-40B4-BE49-F238E27FC236}">
                <a16:creationId xmlns:a16="http://schemas.microsoft.com/office/drawing/2014/main" id="{6D25BDF1-BCFF-DBDA-13B7-6007B6F9193C}"/>
              </a:ext>
            </a:extLst>
          </p:cNvPr>
          <p:cNvSpPr txBox="1"/>
          <p:nvPr/>
        </p:nvSpPr>
        <p:spPr>
          <a:xfrm>
            <a:off x="832265" y="5287904"/>
            <a:ext cx="1613504" cy="584775"/>
          </a:xfrm>
          <a:prstGeom prst="rect">
            <a:avLst/>
          </a:prstGeom>
          <a:noFill/>
        </p:spPr>
        <p:txBody>
          <a:bodyPr wrap="square" rtlCol="0">
            <a:spAutoFit/>
          </a:bodyPr>
          <a:lstStyle/>
          <a:p>
            <a:r>
              <a:rPr lang="es-MX" sz="1600" dirty="0">
                <a:solidFill>
                  <a:schemeClr val="bg1"/>
                </a:solidFill>
              </a:rPr>
              <a:t>2 </a:t>
            </a:r>
            <a:r>
              <a:rPr lang="es-MX" sz="1600" dirty="0" err="1">
                <a:solidFill>
                  <a:schemeClr val="bg1"/>
                </a:solidFill>
              </a:rPr>
              <a:t>pdv</a:t>
            </a:r>
            <a:r>
              <a:rPr lang="es-MX" sz="1600" dirty="0">
                <a:solidFill>
                  <a:schemeClr val="bg1"/>
                </a:solidFill>
              </a:rPr>
              <a:t> evaluados</a:t>
            </a:r>
          </a:p>
          <a:p>
            <a:r>
              <a:rPr lang="es-MX" sz="1600" b="1" dirty="0">
                <a:solidFill>
                  <a:schemeClr val="bg1"/>
                </a:solidFill>
              </a:rPr>
              <a:t>Medellín</a:t>
            </a:r>
            <a:endParaRPr lang="es-CO" sz="1600" b="1" dirty="0">
              <a:solidFill>
                <a:schemeClr val="bg1"/>
              </a:solidFill>
            </a:endParaRPr>
          </a:p>
        </p:txBody>
      </p:sp>
      <p:pic>
        <p:nvPicPr>
          <p:cNvPr id="17" name="Imagen 16">
            <a:extLst>
              <a:ext uri="{FF2B5EF4-FFF2-40B4-BE49-F238E27FC236}">
                <a16:creationId xmlns:a16="http://schemas.microsoft.com/office/drawing/2014/main" id="{68E5FFB0-AF34-6892-784F-749557AA8DCC}"/>
              </a:ext>
            </a:extLst>
          </p:cNvPr>
          <p:cNvPicPr>
            <a:picLocks noChangeAspect="1"/>
          </p:cNvPicPr>
          <p:nvPr/>
        </p:nvPicPr>
        <p:blipFill>
          <a:blip r:embed="rId5">
            <a:biLevel thresh="75000"/>
          </a:blip>
          <a:stretch>
            <a:fillRect/>
          </a:stretch>
        </p:blipFill>
        <p:spPr>
          <a:xfrm>
            <a:off x="368929" y="5340245"/>
            <a:ext cx="463336" cy="463336"/>
          </a:xfrm>
          <a:prstGeom prst="rect">
            <a:avLst/>
          </a:prstGeom>
        </p:spPr>
      </p:pic>
    </p:spTree>
    <p:extLst>
      <p:ext uri="{BB962C8B-B14F-4D97-AF65-F5344CB8AC3E}">
        <p14:creationId xmlns:p14="http://schemas.microsoft.com/office/powerpoint/2010/main" val="3879780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3374E-B733-B0F9-1088-1EB4EA9223A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BDE0322-30DB-9007-ED46-C39CBD8D1A5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F8664AF-1E86-C238-78AC-FD7CDD600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DC45A2B3-CBE7-6AF2-715B-B91866D1BE66}"/>
              </a:ext>
            </a:extLst>
          </p:cNvPr>
          <p:cNvSpPr txBox="1"/>
          <p:nvPr/>
        </p:nvSpPr>
        <p:spPr>
          <a:xfrm>
            <a:off x="2902157" y="843199"/>
            <a:ext cx="8572533" cy="523220"/>
          </a:xfrm>
          <a:prstGeom prst="rect">
            <a:avLst/>
          </a:prstGeom>
          <a:noFill/>
        </p:spPr>
        <p:txBody>
          <a:bodyPr wrap="square" lIns="91440" tIns="45720" rIns="91440" bIns="45720" rtlCol="0" anchor="t">
            <a:spAutoFit/>
          </a:bodyPr>
          <a:lstStyle/>
          <a:p>
            <a:r>
              <a:rPr lang="es-MX" sz="1400" dirty="0"/>
              <a:t>Evaluando los pdv se obtiene un resultado del Mystery de un 96% frente a los KPIS propuestos de gestión. </a:t>
            </a:r>
          </a:p>
          <a:p>
            <a:r>
              <a:rPr lang="es-MX" sz="1400" dirty="0"/>
              <a:t>Se evidencia oportunidad en todos los clústeres evaluados en cada uno de los canales. </a:t>
            </a:r>
            <a:endParaRPr lang="es-CO" sz="1400" dirty="0"/>
          </a:p>
        </p:txBody>
      </p:sp>
      <p:cxnSp>
        <p:nvCxnSpPr>
          <p:cNvPr id="9" name="Conector recto 8">
            <a:extLst>
              <a:ext uri="{FF2B5EF4-FFF2-40B4-BE49-F238E27FC236}">
                <a16:creationId xmlns:a16="http://schemas.microsoft.com/office/drawing/2014/main" id="{889F43F9-A8D1-2800-F11E-55D722EFFAFC}"/>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FC92EF89-8EA7-2F37-9EBE-23952BEC36F9}"/>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RESULTADOS OBTENIDOS</a:t>
            </a:r>
            <a:endParaRPr lang="es-CO" sz="1400" b="1" dirty="0"/>
          </a:p>
        </p:txBody>
      </p:sp>
      <p:sp>
        <p:nvSpPr>
          <p:cNvPr id="31" name="CuadroTexto 30">
            <a:extLst>
              <a:ext uri="{FF2B5EF4-FFF2-40B4-BE49-F238E27FC236}">
                <a16:creationId xmlns:a16="http://schemas.microsoft.com/office/drawing/2014/main" id="{A9D9D877-17BF-C4B1-DBE2-2D740DCE891B}"/>
              </a:ext>
            </a:extLst>
          </p:cNvPr>
          <p:cNvSpPr txBox="1"/>
          <p:nvPr/>
        </p:nvSpPr>
        <p:spPr>
          <a:xfrm>
            <a:off x="1052116" y="571147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96%</a:t>
            </a:r>
            <a:endParaRPr lang="es-CO" sz="2000" b="1" dirty="0">
              <a:solidFill>
                <a:schemeClr val="bg1"/>
              </a:solidFill>
              <a:latin typeface="Franklin Gothic Demi"/>
            </a:endParaRPr>
          </a:p>
        </p:txBody>
      </p:sp>
      <p:sp>
        <p:nvSpPr>
          <p:cNvPr id="34" name="CuadroTexto 33">
            <a:extLst>
              <a:ext uri="{FF2B5EF4-FFF2-40B4-BE49-F238E27FC236}">
                <a16:creationId xmlns:a16="http://schemas.microsoft.com/office/drawing/2014/main" id="{F7E81395-129E-34AB-56A2-C2BF691746BB}"/>
              </a:ext>
            </a:extLst>
          </p:cNvPr>
          <p:cNvSpPr txBox="1"/>
          <p:nvPr/>
        </p:nvSpPr>
        <p:spPr>
          <a:xfrm>
            <a:off x="148165" y="4702400"/>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sp>
        <p:nvSpPr>
          <p:cNvPr id="29" name="CuadroTexto 28">
            <a:extLst>
              <a:ext uri="{FF2B5EF4-FFF2-40B4-BE49-F238E27FC236}">
                <a16:creationId xmlns:a16="http://schemas.microsoft.com/office/drawing/2014/main" id="{7CF8D2E1-1556-C801-9A4E-C3B7E8B3951B}"/>
              </a:ext>
            </a:extLst>
          </p:cNvPr>
          <p:cNvSpPr txBox="1"/>
          <p:nvPr/>
        </p:nvSpPr>
        <p:spPr>
          <a:xfrm>
            <a:off x="2946880" y="5356071"/>
            <a:ext cx="8076146" cy="523220"/>
          </a:xfrm>
          <a:prstGeom prst="rect">
            <a:avLst/>
          </a:prstGeom>
          <a:noFill/>
          <a:ln w="3175">
            <a:solidFill>
              <a:schemeClr val="tx1"/>
            </a:solidFill>
          </a:ln>
        </p:spPr>
        <p:txBody>
          <a:bodyPr wrap="square" lIns="91440" tIns="45720" rIns="91440" bIns="45720" rtlCol="0" anchor="t">
            <a:spAutoFit/>
          </a:bodyPr>
          <a:lstStyle/>
          <a:p>
            <a:pPr algn="just"/>
            <a:r>
              <a:rPr lang="es-MX" sz="1400" dirty="0"/>
              <a:t>Las novedades identificadas se presentan sobre todo en los PDV del canal moderno y en la ciudad de Bogotá, y se relacionan con la falta de comunicación de las actividades del mes y ejecución del PDV.</a:t>
            </a:r>
            <a:endParaRPr lang="es-MX" sz="1400" dirty="0">
              <a:highlight>
                <a:srgbClr val="FFFF00"/>
              </a:highlight>
              <a:latin typeface="+mj-lt"/>
            </a:endParaRPr>
          </a:p>
        </p:txBody>
      </p:sp>
      <p:graphicFrame>
        <p:nvGraphicFramePr>
          <p:cNvPr id="21" name="Gráfico 20">
            <a:extLst>
              <a:ext uri="{FF2B5EF4-FFF2-40B4-BE49-F238E27FC236}">
                <a16:creationId xmlns:a16="http://schemas.microsoft.com/office/drawing/2014/main" id="{D999FE1A-6116-4188-4598-09A426373573}"/>
              </a:ext>
            </a:extLst>
          </p:cNvPr>
          <p:cNvGraphicFramePr/>
          <p:nvPr>
            <p:extLst>
              <p:ext uri="{D42A27DB-BD31-4B8C-83A1-F6EECF244321}">
                <p14:modId xmlns:p14="http://schemas.microsoft.com/office/powerpoint/2010/main" val="3293958816"/>
              </p:ext>
            </p:extLst>
          </p:nvPr>
        </p:nvGraphicFramePr>
        <p:xfrm>
          <a:off x="440403" y="5215664"/>
          <a:ext cx="1847779" cy="1403409"/>
        </p:xfrm>
        <a:graphic>
          <a:graphicData uri="http://schemas.openxmlformats.org/drawingml/2006/chart">
            <c:chart xmlns:c="http://schemas.openxmlformats.org/drawingml/2006/chart" xmlns:r="http://schemas.openxmlformats.org/officeDocument/2006/relationships" r:id="rId4"/>
          </a:graphicData>
        </a:graphic>
      </p:graphicFrame>
      <p:sp>
        <p:nvSpPr>
          <p:cNvPr id="2" name="CuadroTexto 1">
            <a:extLst>
              <a:ext uri="{FF2B5EF4-FFF2-40B4-BE49-F238E27FC236}">
                <a16:creationId xmlns:a16="http://schemas.microsoft.com/office/drawing/2014/main" id="{C3CD6EA8-B5F9-03E5-C3E8-FE9234CBCF07}"/>
              </a:ext>
            </a:extLst>
          </p:cNvPr>
          <p:cNvSpPr txBox="1"/>
          <p:nvPr/>
        </p:nvSpPr>
        <p:spPr>
          <a:xfrm>
            <a:off x="2946880" y="53719"/>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Octubre</a:t>
            </a:r>
            <a:endParaRPr lang="es-CO" sz="1600" dirty="0"/>
          </a:p>
        </p:txBody>
      </p:sp>
      <p:pic>
        <p:nvPicPr>
          <p:cNvPr id="22" name="Imagen 21">
            <a:extLst>
              <a:ext uri="{FF2B5EF4-FFF2-40B4-BE49-F238E27FC236}">
                <a16:creationId xmlns:a16="http://schemas.microsoft.com/office/drawing/2014/main" id="{0DC08AF3-6CCA-BE7C-C973-8EE6C7D5BC61}"/>
              </a:ext>
            </a:extLst>
          </p:cNvPr>
          <p:cNvPicPr>
            <a:picLocks noChangeAspect="1"/>
          </p:cNvPicPr>
          <p:nvPr/>
        </p:nvPicPr>
        <p:blipFill>
          <a:blip r:embed="rId5">
            <a:biLevel thresh="75000"/>
          </a:blip>
          <a:stretch>
            <a:fillRect/>
          </a:stretch>
        </p:blipFill>
        <p:spPr>
          <a:xfrm>
            <a:off x="421248" y="2115156"/>
            <a:ext cx="463336" cy="463336"/>
          </a:xfrm>
          <a:prstGeom prst="rect">
            <a:avLst/>
          </a:prstGeom>
        </p:spPr>
      </p:pic>
      <p:sp>
        <p:nvSpPr>
          <p:cNvPr id="23" name="CuadroTexto 22">
            <a:extLst>
              <a:ext uri="{FF2B5EF4-FFF2-40B4-BE49-F238E27FC236}">
                <a16:creationId xmlns:a16="http://schemas.microsoft.com/office/drawing/2014/main" id="{02FAD993-1EBD-66E0-5E6F-1171679A4E42}"/>
              </a:ext>
            </a:extLst>
          </p:cNvPr>
          <p:cNvSpPr txBox="1"/>
          <p:nvPr/>
        </p:nvSpPr>
        <p:spPr>
          <a:xfrm>
            <a:off x="909401" y="209602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pic>
        <p:nvPicPr>
          <p:cNvPr id="24" name="Imagen 23">
            <a:extLst>
              <a:ext uri="{FF2B5EF4-FFF2-40B4-BE49-F238E27FC236}">
                <a16:creationId xmlns:a16="http://schemas.microsoft.com/office/drawing/2014/main" id="{4C0140D6-316F-3608-EAA9-69D1070A56FC}"/>
              </a:ext>
            </a:extLst>
          </p:cNvPr>
          <p:cNvPicPr>
            <a:picLocks noChangeAspect="1"/>
          </p:cNvPicPr>
          <p:nvPr/>
        </p:nvPicPr>
        <p:blipFill>
          <a:blip r:embed="rId5">
            <a:biLevel thresh="75000"/>
          </a:blip>
          <a:stretch>
            <a:fillRect/>
          </a:stretch>
        </p:blipFill>
        <p:spPr>
          <a:xfrm>
            <a:off x="421248" y="2980511"/>
            <a:ext cx="463336" cy="463336"/>
          </a:xfrm>
          <a:prstGeom prst="rect">
            <a:avLst/>
          </a:prstGeom>
        </p:spPr>
      </p:pic>
      <p:sp>
        <p:nvSpPr>
          <p:cNvPr id="25" name="CuadroTexto 24">
            <a:extLst>
              <a:ext uri="{FF2B5EF4-FFF2-40B4-BE49-F238E27FC236}">
                <a16:creationId xmlns:a16="http://schemas.microsoft.com/office/drawing/2014/main" id="{223DE56B-5527-1E49-0E8C-A7DA3E26DB85}"/>
              </a:ext>
            </a:extLst>
          </p:cNvPr>
          <p:cNvSpPr txBox="1"/>
          <p:nvPr/>
        </p:nvSpPr>
        <p:spPr>
          <a:xfrm>
            <a:off x="909401" y="2961383"/>
            <a:ext cx="1613504" cy="584775"/>
          </a:xfrm>
          <a:prstGeom prst="rect">
            <a:avLst/>
          </a:prstGeom>
          <a:noFill/>
        </p:spPr>
        <p:txBody>
          <a:bodyPr wrap="square" rtlCol="0">
            <a:spAutoFit/>
          </a:bodyPr>
          <a:lstStyle/>
          <a:p>
            <a:r>
              <a:rPr lang="es-MX" sz="1600" dirty="0">
                <a:solidFill>
                  <a:schemeClr val="bg1"/>
                </a:solidFill>
              </a:rPr>
              <a:t>3 </a:t>
            </a:r>
            <a:r>
              <a:rPr lang="es-MX" sz="1600" dirty="0" err="1">
                <a:solidFill>
                  <a:schemeClr val="bg1"/>
                </a:solidFill>
              </a:rPr>
              <a:t>pdv</a:t>
            </a:r>
            <a:r>
              <a:rPr lang="es-MX" sz="1600" dirty="0">
                <a:solidFill>
                  <a:schemeClr val="bg1"/>
                </a:solidFill>
              </a:rPr>
              <a:t> evaluados</a:t>
            </a:r>
          </a:p>
          <a:p>
            <a:r>
              <a:rPr lang="es-MX" sz="1600" b="1" dirty="0">
                <a:solidFill>
                  <a:schemeClr val="bg1"/>
                </a:solidFill>
              </a:rPr>
              <a:t>Barranquilla</a:t>
            </a:r>
            <a:endParaRPr lang="es-CO" sz="1600" b="1" dirty="0">
              <a:solidFill>
                <a:schemeClr val="bg1"/>
              </a:solidFill>
            </a:endParaRPr>
          </a:p>
        </p:txBody>
      </p:sp>
      <p:sp>
        <p:nvSpPr>
          <p:cNvPr id="26" name="CuadroTexto 25">
            <a:extLst>
              <a:ext uri="{FF2B5EF4-FFF2-40B4-BE49-F238E27FC236}">
                <a16:creationId xmlns:a16="http://schemas.microsoft.com/office/drawing/2014/main" id="{169F26DE-ED9A-E6C7-947D-90B5DA25ED77}"/>
              </a:ext>
            </a:extLst>
          </p:cNvPr>
          <p:cNvSpPr txBox="1"/>
          <p:nvPr/>
        </p:nvSpPr>
        <p:spPr>
          <a:xfrm>
            <a:off x="909401" y="1178332"/>
            <a:ext cx="1613504" cy="584775"/>
          </a:xfrm>
          <a:prstGeom prst="rect">
            <a:avLst/>
          </a:prstGeom>
          <a:noFill/>
        </p:spPr>
        <p:txBody>
          <a:bodyPr wrap="square" rtlCol="0">
            <a:spAutoFit/>
          </a:bodyPr>
          <a:lstStyle/>
          <a:p>
            <a:r>
              <a:rPr lang="es-MX" sz="1600" dirty="0">
                <a:solidFill>
                  <a:schemeClr val="bg1"/>
                </a:solidFill>
              </a:rPr>
              <a:t>4 </a:t>
            </a:r>
            <a:r>
              <a:rPr lang="es-MX" sz="1600" dirty="0" err="1">
                <a:solidFill>
                  <a:schemeClr val="bg1"/>
                </a:solidFill>
              </a:rPr>
              <a:t>pdv</a:t>
            </a:r>
            <a:r>
              <a:rPr lang="es-MX" sz="1600" dirty="0">
                <a:solidFill>
                  <a:schemeClr val="bg1"/>
                </a:solidFill>
              </a:rPr>
              <a:t> evaluados</a:t>
            </a:r>
          </a:p>
          <a:p>
            <a:r>
              <a:rPr lang="es-MX" sz="1600" b="1" dirty="0">
                <a:solidFill>
                  <a:schemeClr val="bg1"/>
                </a:solidFill>
              </a:rPr>
              <a:t>Bogotá</a:t>
            </a:r>
            <a:endParaRPr lang="es-CO" sz="1600" b="1" dirty="0">
              <a:solidFill>
                <a:schemeClr val="bg1"/>
              </a:solidFill>
            </a:endParaRPr>
          </a:p>
        </p:txBody>
      </p:sp>
      <p:pic>
        <p:nvPicPr>
          <p:cNvPr id="27" name="Imagen 26">
            <a:extLst>
              <a:ext uri="{FF2B5EF4-FFF2-40B4-BE49-F238E27FC236}">
                <a16:creationId xmlns:a16="http://schemas.microsoft.com/office/drawing/2014/main" id="{B2F0B537-6BD9-FDFD-604A-527E0E5EDDCA}"/>
              </a:ext>
            </a:extLst>
          </p:cNvPr>
          <p:cNvPicPr>
            <a:picLocks noChangeAspect="1"/>
          </p:cNvPicPr>
          <p:nvPr/>
        </p:nvPicPr>
        <p:blipFill>
          <a:blip r:embed="rId5">
            <a:biLevel thresh="75000"/>
          </a:blip>
          <a:stretch>
            <a:fillRect/>
          </a:stretch>
        </p:blipFill>
        <p:spPr>
          <a:xfrm>
            <a:off x="446065" y="1230673"/>
            <a:ext cx="463336" cy="463336"/>
          </a:xfrm>
          <a:prstGeom prst="rect">
            <a:avLst/>
          </a:prstGeom>
        </p:spPr>
      </p:pic>
      <p:sp>
        <p:nvSpPr>
          <p:cNvPr id="28" name="CuadroTexto 27">
            <a:extLst>
              <a:ext uri="{FF2B5EF4-FFF2-40B4-BE49-F238E27FC236}">
                <a16:creationId xmlns:a16="http://schemas.microsoft.com/office/drawing/2014/main" id="{6E3DBB2C-DD5E-3CFD-55C5-D90C3F54B2E0}"/>
              </a:ext>
            </a:extLst>
          </p:cNvPr>
          <p:cNvSpPr txBox="1"/>
          <p:nvPr/>
        </p:nvSpPr>
        <p:spPr>
          <a:xfrm>
            <a:off x="884584" y="3815393"/>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Medellín</a:t>
            </a:r>
            <a:endParaRPr lang="es-CO" sz="1600" b="1" dirty="0">
              <a:solidFill>
                <a:schemeClr val="bg1"/>
              </a:solidFill>
            </a:endParaRPr>
          </a:p>
        </p:txBody>
      </p:sp>
      <p:pic>
        <p:nvPicPr>
          <p:cNvPr id="30" name="Imagen 29">
            <a:extLst>
              <a:ext uri="{FF2B5EF4-FFF2-40B4-BE49-F238E27FC236}">
                <a16:creationId xmlns:a16="http://schemas.microsoft.com/office/drawing/2014/main" id="{D861DD39-4421-98D5-8FDF-F8DF8BD4FA85}"/>
              </a:ext>
            </a:extLst>
          </p:cNvPr>
          <p:cNvPicPr>
            <a:picLocks noChangeAspect="1"/>
          </p:cNvPicPr>
          <p:nvPr/>
        </p:nvPicPr>
        <p:blipFill>
          <a:blip r:embed="rId5">
            <a:biLevel thresh="75000"/>
          </a:blip>
          <a:stretch>
            <a:fillRect/>
          </a:stretch>
        </p:blipFill>
        <p:spPr>
          <a:xfrm>
            <a:off x="421248" y="3867734"/>
            <a:ext cx="463336" cy="463336"/>
          </a:xfrm>
          <a:prstGeom prst="rect">
            <a:avLst/>
          </a:prstGeom>
        </p:spPr>
      </p:pic>
      <p:pic>
        <p:nvPicPr>
          <p:cNvPr id="33" name="Imagen 32">
            <a:extLst>
              <a:ext uri="{FF2B5EF4-FFF2-40B4-BE49-F238E27FC236}">
                <a16:creationId xmlns:a16="http://schemas.microsoft.com/office/drawing/2014/main" id="{F7CA5AA0-5EC9-64D3-A83A-6FF3785C78CA}"/>
              </a:ext>
            </a:extLst>
          </p:cNvPr>
          <p:cNvPicPr>
            <a:picLocks noChangeAspect="1"/>
          </p:cNvPicPr>
          <p:nvPr/>
        </p:nvPicPr>
        <p:blipFill>
          <a:blip r:embed="rId6"/>
          <a:stretch>
            <a:fillRect/>
          </a:stretch>
        </p:blipFill>
        <p:spPr>
          <a:xfrm>
            <a:off x="2946878" y="3335311"/>
            <a:ext cx="8076147" cy="1753673"/>
          </a:xfrm>
          <a:prstGeom prst="rect">
            <a:avLst/>
          </a:prstGeom>
        </p:spPr>
      </p:pic>
      <p:pic>
        <p:nvPicPr>
          <p:cNvPr id="35" name="Imagen 34">
            <a:extLst>
              <a:ext uri="{FF2B5EF4-FFF2-40B4-BE49-F238E27FC236}">
                <a16:creationId xmlns:a16="http://schemas.microsoft.com/office/drawing/2014/main" id="{15CFBD1B-5D48-007D-C654-4015F738CF41}"/>
              </a:ext>
            </a:extLst>
          </p:cNvPr>
          <p:cNvPicPr>
            <a:picLocks noChangeAspect="1"/>
          </p:cNvPicPr>
          <p:nvPr/>
        </p:nvPicPr>
        <p:blipFill>
          <a:blip r:embed="rId7"/>
          <a:stretch>
            <a:fillRect/>
          </a:stretch>
        </p:blipFill>
        <p:spPr>
          <a:xfrm>
            <a:off x="2946878" y="1448092"/>
            <a:ext cx="8076147" cy="1753676"/>
          </a:xfrm>
          <a:prstGeom prst="rect">
            <a:avLst/>
          </a:prstGeom>
        </p:spPr>
      </p:pic>
    </p:spTree>
    <p:extLst>
      <p:ext uri="{BB962C8B-B14F-4D97-AF65-F5344CB8AC3E}">
        <p14:creationId xmlns:p14="http://schemas.microsoft.com/office/powerpoint/2010/main" val="324461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CC513-FD20-5AE7-5E18-842B9C3D630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5270F98-7841-EF25-3F17-83E370D9CD4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882EA71-6F65-7D41-B8F4-D4C4A6EABE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EA5748A5-1668-EB73-F07A-26108C3FA53A}"/>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34C5FF2A-B91C-186B-3D4B-C76ECB4B9870}"/>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ALMACEN EL MELAO - BARRANQUILLA</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F654B255-D269-ACBD-3343-65EFECE575E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1BBFA755-0142-7649-A29A-918855F23B9F}"/>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6888C449-0716-96AD-3B34-F79A73842454}"/>
              </a:ext>
            </a:extLst>
          </p:cNvPr>
          <p:cNvSpPr txBox="1"/>
          <p:nvPr/>
        </p:nvSpPr>
        <p:spPr>
          <a:xfrm>
            <a:off x="3020824" y="4907568"/>
            <a:ext cx="7271359" cy="861774"/>
          </a:xfrm>
          <a:prstGeom prst="rect">
            <a:avLst/>
          </a:prstGeom>
          <a:noFill/>
        </p:spPr>
        <p:txBody>
          <a:bodyPr wrap="square">
            <a:spAutoFit/>
          </a:bodyPr>
          <a:lstStyle/>
          <a:p>
            <a:r>
              <a:rPr lang="es-CO" sz="1600" u="sng" dirty="0">
                <a:hlinkClick r:id="rId3"/>
              </a:rPr>
              <a:t>https://drive.google.com/file/d/19zbC5SEic2D63Yjprao-fWAsXKB9-KVG/view?usp=drive_link</a:t>
            </a:r>
            <a:endParaRPr lang="es-CO" sz="1600" u="sng" dirty="0"/>
          </a:p>
          <a:p>
            <a:endParaRPr lang="es-CO" sz="1600" dirty="0"/>
          </a:p>
        </p:txBody>
      </p:sp>
      <p:sp>
        <p:nvSpPr>
          <p:cNvPr id="5" name="CuadroTexto 4">
            <a:extLst>
              <a:ext uri="{FF2B5EF4-FFF2-40B4-BE49-F238E27FC236}">
                <a16:creationId xmlns:a16="http://schemas.microsoft.com/office/drawing/2014/main" id="{2F42A6AA-9A48-3BE0-4388-CAE4AF808B5C}"/>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552091D4-A685-5ACA-91C5-050EEF0B45E0}"/>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00266C6D-698C-D608-CF72-74128B7F32B0}"/>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0D268E11-2063-DF35-5480-A53E0364DC24}"/>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A3AE9627-2BB3-ED2C-2C0E-5D34A80F2C6B}"/>
              </a:ext>
            </a:extLst>
          </p:cNvPr>
          <p:cNvGraphicFramePr/>
          <p:nvPr>
            <p:extLst>
              <p:ext uri="{D42A27DB-BD31-4B8C-83A1-F6EECF244321}">
                <p14:modId xmlns:p14="http://schemas.microsoft.com/office/powerpoint/2010/main" val="915169053"/>
              </p:ext>
            </p:extLst>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17" name="Imagen 16">
            <a:extLst>
              <a:ext uri="{FF2B5EF4-FFF2-40B4-BE49-F238E27FC236}">
                <a16:creationId xmlns:a16="http://schemas.microsoft.com/office/drawing/2014/main" id="{413A0DFD-84FA-3179-AE51-9DF130B6244A}"/>
              </a:ext>
            </a:extLst>
          </p:cNvPr>
          <p:cNvPicPr>
            <a:picLocks noChangeAspect="1"/>
          </p:cNvPicPr>
          <p:nvPr/>
        </p:nvPicPr>
        <p:blipFill>
          <a:blip r:embed="rId6"/>
          <a:stretch>
            <a:fillRect/>
          </a:stretch>
        </p:blipFill>
        <p:spPr>
          <a:xfrm>
            <a:off x="3024187" y="1176434"/>
            <a:ext cx="7271361" cy="1848651"/>
          </a:xfrm>
          <a:prstGeom prst="rect">
            <a:avLst/>
          </a:prstGeom>
        </p:spPr>
      </p:pic>
    </p:spTree>
    <p:extLst>
      <p:ext uri="{BB962C8B-B14F-4D97-AF65-F5344CB8AC3E}">
        <p14:creationId xmlns:p14="http://schemas.microsoft.com/office/powerpoint/2010/main" val="927672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CA72-C7DC-7745-1CC6-BDBCF856249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EE8686E-B91A-9E6B-62A7-CD883591BEB8}"/>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25997A0A-64EC-2C6D-0BAF-049280E08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970A9143-A4D1-C278-F938-ABF6B4364DBE}"/>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66A5E136-7154-3260-1737-F7AE658A220B}"/>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ALMACEN MI CORRAL 84 - BARRANQUILLA</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44A7B6B1-B361-B3A7-C3F5-E70E2BA9AF3E}"/>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pic>
        <p:nvPicPr>
          <p:cNvPr id="13" name="Imagen 12">
            <a:extLst>
              <a:ext uri="{FF2B5EF4-FFF2-40B4-BE49-F238E27FC236}">
                <a16:creationId xmlns:a16="http://schemas.microsoft.com/office/drawing/2014/main" id="{512D4FA8-D24C-CF84-134E-92162465C59D}"/>
              </a:ext>
            </a:extLst>
          </p:cNvPr>
          <p:cNvPicPr>
            <a:picLocks noChangeAspect="1"/>
          </p:cNvPicPr>
          <p:nvPr/>
        </p:nvPicPr>
        <p:blipFill>
          <a:blip r:embed="rId3">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E02B89B5-17AB-F994-2BB3-27C71C1F3BD1}"/>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18" name="CuadroTexto 17">
            <a:extLst>
              <a:ext uri="{FF2B5EF4-FFF2-40B4-BE49-F238E27FC236}">
                <a16:creationId xmlns:a16="http://schemas.microsoft.com/office/drawing/2014/main" id="{FB1B2FE3-5A21-7072-5A93-D55ED8223954}"/>
              </a:ext>
            </a:extLst>
          </p:cNvPr>
          <p:cNvSpPr txBox="1"/>
          <p:nvPr/>
        </p:nvSpPr>
        <p:spPr>
          <a:xfrm>
            <a:off x="3020824" y="4803958"/>
            <a:ext cx="7271359" cy="861774"/>
          </a:xfrm>
          <a:prstGeom prst="rect">
            <a:avLst/>
          </a:prstGeom>
          <a:noFill/>
        </p:spPr>
        <p:txBody>
          <a:bodyPr wrap="square">
            <a:spAutoFit/>
          </a:bodyPr>
          <a:lstStyle/>
          <a:p>
            <a:r>
              <a:rPr lang="es-CO" sz="1600" u="sng" dirty="0">
                <a:hlinkClick r:id="rId4"/>
              </a:rPr>
              <a:t>https://drive.google.com/file/d/1u0vJefHkgJn8IMneLDE-l7mjnbMQAYtO/view?usp=drive_link</a:t>
            </a:r>
            <a:endParaRPr lang="es-CO" sz="1600" u="sng" dirty="0"/>
          </a:p>
          <a:p>
            <a:endParaRPr lang="es-CO" sz="1600" dirty="0"/>
          </a:p>
        </p:txBody>
      </p:sp>
      <p:pic>
        <p:nvPicPr>
          <p:cNvPr id="3" name="Imagen 2">
            <a:extLst>
              <a:ext uri="{FF2B5EF4-FFF2-40B4-BE49-F238E27FC236}">
                <a16:creationId xmlns:a16="http://schemas.microsoft.com/office/drawing/2014/main" id="{01F1CEC2-DC79-D525-81BC-DA36C68241FD}"/>
              </a:ext>
            </a:extLst>
          </p:cNvPr>
          <p:cNvPicPr>
            <a:picLocks noChangeAspect="1"/>
          </p:cNvPicPr>
          <p:nvPr/>
        </p:nvPicPr>
        <p:blipFill>
          <a:blip r:embed="rId5"/>
          <a:stretch>
            <a:fillRect/>
          </a:stretch>
        </p:blipFill>
        <p:spPr>
          <a:xfrm>
            <a:off x="3020824" y="1176434"/>
            <a:ext cx="7271360" cy="1848651"/>
          </a:xfrm>
          <a:prstGeom prst="rect">
            <a:avLst/>
          </a:prstGeom>
        </p:spPr>
      </p:pic>
      <p:sp>
        <p:nvSpPr>
          <p:cNvPr id="6" name="CuadroTexto 5">
            <a:extLst>
              <a:ext uri="{FF2B5EF4-FFF2-40B4-BE49-F238E27FC236}">
                <a16:creationId xmlns:a16="http://schemas.microsoft.com/office/drawing/2014/main" id="{66564D00-9172-E2BB-1A5F-E76B808DD6AE}"/>
              </a:ext>
            </a:extLst>
          </p:cNvPr>
          <p:cNvSpPr txBox="1"/>
          <p:nvPr/>
        </p:nvSpPr>
        <p:spPr>
          <a:xfrm>
            <a:off x="3020824" y="3279862"/>
            <a:ext cx="7271359"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1" name="CuadroTexto 10">
            <a:extLst>
              <a:ext uri="{FF2B5EF4-FFF2-40B4-BE49-F238E27FC236}">
                <a16:creationId xmlns:a16="http://schemas.microsoft.com/office/drawing/2014/main" id="{26C5502F-BC29-CF9F-BDD1-92B5A86FB2F3}"/>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sp>
        <p:nvSpPr>
          <p:cNvPr id="12" name="CuadroTexto 11">
            <a:extLst>
              <a:ext uri="{FF2B5EF4-FFF2-40B4-BE49-F238E27FC236}">
                <a16:creationId xmlns:a16="http://schemas.microsoft.com/office/drawing/2014/main" id="{68DA3473-B6AF-777E-B5FB-635D2CF99E26}"/>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graphicFrame>
        <p:nvGraphicFramePr>
          <p:cNvPr id="14" name="Gráfico 13">
            <a:extLst>
              <a:ext uri="{FF2B5EF4-FFF2-40B4-BE49-F238E27FC236}">
                <a16:creationId xmlns:a16="http://schemas.microsoft.com/office/drawing/2014/main" id="{0C72935B-2311-3096-1B8D-E6BD12D360F8}"/>
              </a:ext>
            </a:extLst>
          </p:cNvPr>
          <p:cNvGraphicFramePr/>
          <p:nvPr>
            <p:extLst>
              <p:ext uri="{D42A27DB-BD31-4B8C-83A1-F6EECF244321}">
                <p14:modId xmlns:p14="http://schemas.microsoft.com/office/powerpoint/2010/main" val="1228064195"/>
              </p:ext>
            </p:extLst>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231623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623F4-1480-1592-2A77-ED5AA604E80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D13F0B40-782C-9D00-B3D4-970CAA39307A}"/>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6735266E-EFAD-C0A7-BA64-B95A760BD8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94F167D2-31A0-E5CD-53EB-E187FB414DD9}"/>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EDC986F1-966C-EDCE-B629-8A8AB806D7A8}"/>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DISTRIBUCIONES MILENA - BARRANQUILLA</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A7B4F254-8AC8-A2CA-7722-2F8A9303BABB}"/>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F308BA8A-ACE1-1E19-94C6-80AEAA530A9D}"/>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AED75A01-5B46-208D-90CB-EC72309A94FF}"/>
              </a:ext>
            </a:extLst>
          </p:cNvPr>
          <p:cNvSpPr txBox="1"/>
          <p:nvPr/>
        </p:nvSpPr>
        <p:spPr>
          <a:xfrm>
            <a:off x="3020824" y="4907568"/>
            <a:ext cx="7271359" cy="830997"/>
          </a:xfrm>
          <a:prstGeom prst="rect">
            <a:avLst/>
          </a:prstGeom>
          <a:noFill/>
        </p:spPr>
        <p:txBody>
          <a:bodyPr wrap="square">
            <a:spAutoFit/>
          </a:bodyPr>
          <a:lstStyle/>
          <a:p>
            <a:r>
              <a:rPr lang="es-CO" sz="1600" u="sng" dirty="0">
                <a:hlinkClick r:id="rId3"/>
              </a:rPr>
              <a:t>https://drive.google.com/file/d/1tZuH3WpIO-XiC1itv3zTIdv9Hhn_zLR5/view?usp=drive_link</a:t>
            </a:r>
            <a:endParaRPr lang="es-CO" sz="1600" u="sng" dirty="0"/>
          </a:p>
          <a:p>
            <a:endParaRPr lang="es-CO" sz="1600" dirty="0"/>
          </a:p>
        </p:txBody>
      </p:sp>
      <p:sp>
        <p:nvSpPr>
          <p:cNvPr id="5" name="CuadroTexto 4">
            <a:extLst>
              <a:ext uri="{FF2B5EF4-FFF2-40B4-BE49-F238E27FC236}">
                <a16:creationId xmlns:a16="http://schemas.microsoft.com/office/drawing/2014/main" id="{C50178C9-A1DD-66E8-CE78-B6D3A32707FC}"/>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3D0A379C-2BD6-089E-6727-CEC0434ED45B}"/>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CAC05D68-6544-D52A-7DC9-E22D1EFADDE9}"/>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F8BD9881-52D0-CF6D-9ECE-6F54D0B16D70}"/>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876B1D86-335B-7A7A-8B4B-1DA45B28B5D5}"/>
              </a:ext>
            </a:extLst>
          </p:cNvPr>
          <p:cNvGraphicFramePr/>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17" name="Imagen 16">
            <a:extLst>
              <a:ext uri="{FF2B5EF4-FFF2-40B4-BE49-F238E27FC236}">
                <a16:creationId xmlns:a16="http://schemas.microsoft.com/office/drawing/2014/main" id="{7A9EEDCE-FE7D-6BD8-5BDE-C67617C68A43}"/>
              </a:ext>
            </a:extLst>
          </p:cNvPr>
          <p:cNvPicPr>
            <a:picLocks noChangeAspect="1"/>
          </p:cNvPicPr>
          <p:nvPr/>
        </p:nvPicPr>
        <p:blipFill>
          <a:blip r:embed="rId6"/>
          <a:stretch>
            <a:fillRect/>
          </a:stretch>
        </p:blipFill>
        <p:spPr>
          <a:xfrm>
            <a:off x="3024187" y="1176434"/>
            <a:ext cx="7271361" cy="1848651"/>
          </a:xfrm>
          <a:prstGeom prst="rect">
            <a:avLst/>
          </a:prstGeom>
        </p:spPr>
      </p:pic>
    </p:spTree>
    <p:extLst>
      <p:ext uri="{BB962C8B-B14F-4D97-AF65-F5344CB8AC3E}">
        <p14:creationId xmlns:p14="http://schemas.microsoft.com/office/powerpoint/2010/main" val="3576169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7A16C-67F4-5FBA-4257-E33877734229}"/>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A38D909-655D-DF19-ECE5-1830CB0B2A5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8482AF36-4CB8-97AB-F39A-D08E4AC1C3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2D937A80-98D7-DCA0-9F19-BA3269B31A89}"/>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369A0DF7-33A5-6B8D-DBFF-DD1BF750B2CC}"/>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MERCABOY CLL 163 - BOGOTÁ</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E3A3E10E-EEFD-C1B5-231A-E6598DC45FF3}"/>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9BD64800-6FC1-7BC0-0617-BACF9AA4C265}"/>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evidencian espacios vacíos en el lineal, no hay marcación de precios ni planimetría definida debido a que la impulsadora se encuentra surtiendo al momento de realizar la auditoria.</a:t>
            </a:r>
          </a:p>
        </p:txBody>
      </p:sp>
      <p:sp>
        <p:nvSpPr>
          <p:cNvPr id="12" name="CuadroTexto 11">
            <a:extLst>
              <a:ext uri="{FF2B5EF4-FFF2-40B4-BE49-F238E27FC236}">
                <a16:creationId xmlns:a16="http://schemas.microsoft.com/office/drawing/2014/main" id="{DA93C00E-8B21-155A-69DE-C3621F2868EC}"/>
              </a:ext>
            </a:extLst>
          </p:cNvPr>
          <p:cNvSpPr txBox="1"/>
          <p:nvPr/>
        </p:nvSpPr>
        <p:spPr>
          <a:xfrm>
            <a:off x="3020824" y="4907568"/>
            <a:ext cx="7271359" cy="830997"/>
          </a:xfrm>
          <a:prstGeom prst="rect">
            <a:avLst/>
          </a:prstGeom>
          <a:noFill/>
        </p:spPr>
        <p:txBody>
          <a:bodyPr wrap="square">
            <a:spAutoFit/>
          </a:bodyPr>
          <a:lstStyle/>
          <a:p>
            <a:r>
              <a:rPr lang="es-CO" sz="1600" u="sng" dirty="0">
                <a:hlinkClick r:id="rId3"/>
              </a:rPr>
              <a:t>https://drive.google.com/file/d/11HzQTuR26S1tsY3dmeec2S-Fss-2phsX/view?usp=drive_link</a:t>
            </a:r>
            <a:endParaRPr lang="es-CO" sz="1600" u="sng" dirty="0"/>
          </a:p>
          <a:p>
            <a:endParaRPr lang="es-CO" sz="1600" dirty="0"/>
          </a:p>
        </p:txBody>
      </p:sp>
      <p:sp>
        <p:nvSpPr>
          <p:cNvPr id="5" name="CuadroTexto 4">
            <a:extLst>
              <a:ext uri="{FF2B5EF4-FFF2-40B4-BE49-F238E27FC236}">
                <a16:creationId xmlns:a16="http://schemas.microsoft.com/office/drawing/2014/main" id="{EC1587C6-351B-ED48-C7D5-024151BA5354}"/>
              </a:ext>
            </a:extLst>
          </p:cNvPr>
          <p:cNvSpPr txBox="1"/>
          <p:nvPr/>
        </p:nvSpPr>
        <p:spPr>
          <a:xfrm>
            <a:off x="1067106" y="4502875"/>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96%</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54415044-C0F9-B01D-1934-B76CF7F36259}"/>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DB9A4722-C3CE-75FC-D2CA-8DFB58639F37}"/>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DC5C30AB-E45F-86DE-16CD-9A5811B1755C}"/>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BE2BD7B0-C083-E383-B600-4D24A5498E06}"/>
              </a:ext>
            </a:extLst>
          </p:cNvPr>
          <p:cNvGraphicFramePr/>
          <p:nvPr>
            <p:extLst>
              <p:ext uri="{D42A27DB-BD31-4B8C-83A1-F6EECF244321}">
                <p14:modId xmlns:p14="http://schemas.microsoft.com/office/powerpoint/2010/main" val="303964637"/>
              </p:ext>
            </p:extLst>
          </p:nvPr>
        </p:nvGraphicFramePr>
        <p:xfrm>
          <a:off x="414374" y="4001225"/>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2" name="Imagen 1">
            <a:extLst>
              <a:ext uri="{FF2B5EF4-FFF2-40B4-BE49-F238E27FC236}">
                <a16:creationId xmlns:a16="http://schemas.microsoft.com/office/drawing/2014/main" id="{1C8ABD09-08C6-CEEB-A480-3FF216F346F5}"/>
              </a:ext>
            </a:extLst>
          </p:cNvPr>
          <p:cNvPicPr>
            <a:picLocks noChangeAspect="1"/>
          </p:cNvPicPr>
          <p:nvPr/>
        </p:nvPicPr>
        <p:blipFill>
          <a:blip r:embed="rId6"/>
          <a:stretch>
            <a:fillRect/>
          </a:stretch>
        </p:blipFill>
        <p:spPr>
          <a:xfrm>
            <a:off x="3020824" y="1126377"/>
            <a:ext cx="7271361" cy="1848651"/>
          </a:xfrm>
          <a:prstGeom prst="rect">
            <a:avLst/>
          </a:prstGeom>
        </p:spPr>
      </p:pic>
    </p:spTree>
    <p:extLst>
      <p:ext uri="{BB962C8B-B14F-4D97-AF65-F5344CB8AC3E}">
        <p14:creationId xmlns:p14="http://schemas.microsoft.com/office/powerpoint/2010/main" val="3481672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6B4AB-1E17-C86C-6DFB-1D30EAA7D6A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076AB97-7BEB-26D4-A127-D829BDB54A1F}"/>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6AD81AB1-A404-334D-83C3-237E6F016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B1690E40-F89F-5A6E-A7C8-DD3D6BB1E0A8}"/>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45480A70-9EC0-D8C1-F0C1-BF933B40018B}"/>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MERCADOS ALCOSTO ALMENDROS - BOGOTÁ</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A3D57291-DB24-028F-3C97-7BEF345B0877}"/>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324F9D11-F840-3B44-13D9-56C1CA505A14}"/>
              </a:ext>
            </a:extLst>
          </p:cNvPr>
          <p:cNvSpPr txBox="1"/>
          <p:nvPr/>
        </p:nvSpPr>
        <p:spPr>
          <a:xfrm>
            <a:off x="3020824" y="4907568"/>
            <a:ext cx="7271359" cy="830997"/>
          </a:xfrm>
          <a:prstGeom prst="rect">
            <a:avLst/>
          </a:prstGeom>
          <a:noFill/>
        </p:spPr>
        <p:txBody>
          <a:bodyPr wrap="square">
            <a:spAutoFit/>
          </a:bodyPr>
          <a:lstStyle/>
          <a:p>
            <a:r>
              <a:rPr lang="es-CO" sz="1600" u="sng" dirty="0">
                <a:hlinkClick r:id="rId3"/>
              </a:rPr>
              <a:t>https://drive.google.com/file/d/10ammCW_-mLjnBysUGSkVZSX8lmU4Dy5B/view?usp=drive_link</a:t>
            </a:r>
            <a:endParaRPr lang="es-CO" sz="1600" u="sng" dirty="0"/>
          </a:p>
          <a:p>
            <a:endParaRPr lang="es-CO" sz="1600" dirty="0"/>
          </a:p>
        </p:txBody>
      </p:sp>
      <p:pic>
        <p:nvPicPr>
          <p:cNvPr id="13" name="Imagen 12">
            <a:extLst>
              <a:ext uri="{FF2B5EF4-FFF2-40B4-BE49-F238E27FC236}">
                <a16:creationId xmlns:a16="http://schemas.microsoft.com/office/drawing/2014/main" id="{E9FCC0EB-F8AC-E3B9-77C7-74B1F3A39A0C}"/>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C5864A8F-CF80-D172-222E-EDB01F6F9566}"/>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3" name="CuadroTexto 2">
            <a:extLst>
              <a:ext uri="{FF2B5EF4-FFF2-40B4-BE49-F238E27FC236}">
                <a16:creationId xmlns:a16="http://schemas.microsoft.com/office/drawing/2014/main" id="{1C242805-C815-5AD2-D643-72E930C3F912}"/>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pic>
        <p:nvPicPr>
          <p:cNvPr id="10" name="Imagen 9">
            <a:extLst>
              <a:ext uri="{FF2B5EF4-FFF2-40B4-BE49-F238E27FC236}">
                <a16:creationId xmlns:a16="http://schemas.microsoft.com/office/drawing/2014/main" id="{2E0F823E-07DB-2B0E-7D66-9CBA4042EF60}"/>
              </a:ext>
            </a:extLst>
          </p:cNvPr>
          <p:cNvPicPr>
            <a:picLocks noChangeAspect="1"/>
          </p:cNvPicPr>
          <p:nvPr/>
        </p:nvPicPr>
        <p:blipFill>
          <a:blip r:embed="rId5"/>
          <a:stretch>
            <a:fillRect/>
          </a:stretch>
        </p:blipFill>
        <p:spPr>
          <a:xfrm>
            <a:off x="3024187" y="1176434"/>
            <a:ext cx="7271361" cy="1848651"/>
          </a:xfrm>
          <a:prstGeom prst="rect">
            <a:avLst/>
          </a:prstGeom>
        </p:spPr>
      </p:pic>
      <p:sp>
        <p:nvSpPr>
          <p:cNvPr id="14" name="CuadroTexto 13">
            <a:extLst>
              <a:ext uri="{FF2B5EF4-FFF2-40B4-BE49-F238E27FC236}">
                <a16:creationId xmlns:a16="http://schemas.microsoft.com/office/drawing/2014/main" id="{B076D04C-D556-8EF5-694E-5C747B9005D6}"/>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graphicFrame>
        <p:nvGraphicFramePr>
          <p:cNvPr id="17" name="Gráfico 16">
            <a:extLst>
              <a:ext uri="{FF2B5EF4-FFF2-40B4-BE49-F238E27FC236}">
                <a16:creationId xmlns:a16="http://schemas.microsoft.com/office/drawing/2014/main" id="{CC464256-46BD-745E-B189-38CE11ACE82E}"/>
              </a:ext>
            </a:extLst>
          </p:cNvPr>
          <p:cNvGraphicFramePr/>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6"/>
          </a:graphicData>
        </a:graphic>
      </p:graphicFrame>
      <p:sp>
        <p:nvSpPr>
          <p:cNvPr id="18" name="CuadroTexto 17">
            <a:extLst>
              <a:ext uri="{FF2B5EF4-FFF2-40B4-BE49-F238E27FC236}">
                <a16:creationId xmlns:a16="http://schemas.microsoft.com/office/drawing/2014/main" id="{1044F98D-CCFF-2111-E8AF-DFC6E1ACA4B7}"/>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spTree>
    <p:extLst>
      <p:ext uri="{BB962C8B-B14F-4D97-AF65-F5344CB8AC3E}">
        <p14:creationId xmlns:p14="http://schemas.microsoft.com/office/powerpoint/2010/main" val="3617172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7FCE3-0B9F-366F-DDF8-29F7DE68BDF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0A253A3-0CB2-8161-9082-A3C37764C16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1BFEEEF-C74D-8F78-CD7B-F4EE128346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B25D17C2-261C-F529-1C92-1C6E19DA3F71}"/>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398DB76E-D0B6-03C9-4414-2042B3230FDF}"/>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PORVENIR SAN ISIDRO - BOGOTÁ</a:t>
            </a:r>
          </a:p>
          <a:p>
            <a:r>
              <a:rPr lang="es-MX" dirty="0">
                <a:latin typeface="Franklin Gothic Demi" panose="020B0703020102020204" pitchFamily="34" charset="0"/>
              </a:rPr>
              <a:t>Canal Moderno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3091C080-F688-50E1-55F4-C81FC817896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6E384341-22BD-8AF4-EB09-71EF5686CE4E}"/>
              </a:ext>
            </a:extLst>
          </p:cNvPr>
          <p:cNvSpPr txBox="1"/>
          <p:nvPr/>
        </p:nvSpPr>
        <p:spPr>
          <a:xfrm>
            <a:off x="3020824" y="3279862"/>
            <a:ext cx="7271360" cy="1815882"/>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que no tiene claro el porcentaje de participación de la marca dentro del universo</a:t>
            </a:r>
          </a:p>
          <a:p>
            <a:pPr marL="285750" indent="-285750" algn="just">
              <a:buFont typeface="Arial" panose="020B0604020202020204" pitchFamily="34" charset="0"/>
              <a:buChar char="•"/>
            </a:pPr>
            <a:r>
              <a:rPr lang="es-MX" sz="1600" dirty="0"/>
              <a:t>El material POP no está implementado en el PDV, sin embargo el impulsador manifiesta que no se les permite hacerlo, por lo cual no se le castiga este rubro.</a:t>
            </a:r>
          </a:p>
        </p:txBody>
      </p:sp>
      <p:sp>
        <p:nvSpPr>
          <p:cNvPr id="12" name="CuadroTexto 11">
            <a:extLst>
              <a:ext uri="{FF2B5EF4-FFF2-40B4-BE49-F238E27FC236}">
                <a16:creationId xmlns:a16="http://schemas.microsoft.com/office/drawing/2014/main" id="{2066355E-80A7-6D48-A8DB-96A81162648A}"/>
              </a:ext>
            </a:extLst>
          </p:cNvPr>
          <p:cNvSpPr txBox="1"/>
          <p:nvPr/>
        </p:nvSpPr>
        <p:spPr>
          <a:xfrm>
            <a:off x="3020824" y="5172578"/>
            <a:ext cx="7271359" cy="830997"/>
          </a:xfrm>
          <a:prstGeom prst="rect">
            <a:avLst/>
          </a:prstGeom>
          <a:noFill/>
        </p:spPr>
        <p:txBody>
          <a:bodyPr wrap="square">
            <a:spAutoFit/>
          </a:bodyPr>
          <a:lstStyle/>
          <a:p>
            <a:r>
              <a:rPr lang="es-CO" sz="1600" u="sng" dirty="0">
                <a:hlinkClick r:id="rId3"/>
              </a:rPr>
              <a:t>https://drive.google.com/file/d/1NRmwFlD8GC6hme-uBkF5W_pQ0mJyhuJR/view?usp=drive_link</a:t>
            </a:r>
            <a:endParaRPr lang="es-CO" sz="1600" u="sng" dirty="0"/>
          </a:p>
          <a:p>
            <a:endParaRPr lang="es-CO" sz="1600" dirty="0"/>
          </a:p>
        </p:txBody>
      </p:sp>
      <p:sp>
        <p:nvSpPr>
          <p:cNvPr id="5" name="CuadroTexto 4">
            <a:extLst>
              <a:ext uri="{FF2B5EF4-FFF2-40B4-BE49-F238E27FC236}">
                <a16:creationId xmlns:a16="http://schemas.microsoft.com/office/drawing/2014/main" id="{A845E468-9463-3EA8-D4C1-7FCF4D675734}"/>
              </a:ext>
            </a:extLst>
          </p:cNvPr>
          <p:cNvSpPr txBox="1"/>
          <p:nvPr/>
        </p:nvSpPr>
        <p:spPr>
          <a:xfrm>
            <a:off x="1067106" y="4502875"/>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93%</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8531261E-70B6-5BED-CFDB-7F8F8676130A}"/>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8A6C9A91-39E7-38A5-DF89-87D125816E8D}"/>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4A7C641C-3DCB-B81F-82A7-1B1C8C84F3DD}"/>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886CF598-AB3C-9033-E11B-760B02A8CE36}"/>
              </a:ext>
            </a:extLst>
          </p:cNvPr>
          <p:cNvGraphicFramePr/>
          <p:nvPr>
            <p:extLst>
              <p:ext uri="{D42A27DB-BD31-4B8C-83A1-F6EECF244321}">
                <p14:modId xmlns:p14="http://schemas.microsoft.com/office/powerpoint/2010/main" val="2553004190"/>
              </p:ext>
            </p:extLst>
          </p:nvPr>
        </p:nvGraphicFramePr>
        <p:xfrm>
          <a:off x="440403" y="4001225"/>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10" name="Imagen 9">
            <a:extLst>
              <a:ext uri="{FF2B5EF4-FFF2-40B4-BE49-F238E27FC236}">
                <a16:creationId xmlns:a16="http://schemas.microsoft.com/office/drawing/2014/main" id="{F2FB2AA4-78A1-EFED-580C-7B2C2ED8E898}"/>
              </a:ext>
            </a:extLst>
          </p:cNvPr>
          <p:cNvPicPr>
            <a:picLocks noChangeAspect="1"/>
          </p:cNvPicPr>
          <p:nvPr/>
        </p:nvPicPr>
        <p:blipFill>
          <a:blip r:embed="rId6"/>
          <a:stretch>
            <a:fillRect/>
          </a:stretch>
        </p:blipFill>
        <p:spPr>
          <a:xfrm>
            <a:off x="3020824" y="1108155"/>
            <a:ext cx="7271361" cy="1848651"/>
          </a:xfrm>
          <a:prstGeom prst="rect">
            <a:avLst/>
          </a:prstGeom>
        </p:spPr>
      </p:pic>
    </p:spTree>
    <p:extLst>
      <p:ext uri="{BB962C8B-B14F-4D97-AF65-F5344CB8AC3E}">
        <p14:creationId xmlns:p14="http://schemas.microsoft.com/office/powerpoint/2010/main" val="3987961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C1E89-A021-C9EB-6FB8-B36619F2590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BF88270-CB14-0C3B-D7AE-C6A2CB5B6BCF}"/>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B3AAA918-8E6B-F5B6-7C53-E2A551077D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47C35080-A08D-A6D5-1F93-AED417B3CD3B}"/>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1FF20C57-C3B2-DC04-6489-257C85E807A4}"/>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CLÍNICA VETERINARIA ENVALLE S.A.S. - BARRANQUILLA</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8E4AE689-24EB-207F-19D0-20032534739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pic>
        <p:nvPicPr>
          <p:cNvPr id="13" name="Imagen 12">
            <a:extLst>
              <a:ext uri="{FF2B5EF4-FFF2-40B4-BE49-F238E27FC236}">
                <a16:creationId xmlns:a16="http://schemas.microsoft.com/office/drawing/2014/main" id="{77C0E82B-C659-0A3E-9FDA-C9E76ECAC86F}"/>
              </a:ext>
            </a:extLst>
          </p:cNvPr>
          <p:cNvPicPr>
            <a:picLocks noChangeAspect="1"/>
          </p:cNvPicPr>
          <p:nvPr/>
        </p:nvPicPr>
        <p:blipFill>
          <a:blip r:embed="rId3">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633CC1D3-456E-56BB-F026-4A427DB2B772}"/>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18" name="CuadroTexto 17">
            <a:extLst>
              <a:ext uri="{FF2B5EF4-FFF2-40B4-BE49-F238E27FC236}">
                <a16:creationId xmlns:a16="http://schemas.microsoft.com/office/drawing/2014/main" id="{5F132651-E0D1-2318-BBED-8CC383A133BF}"/>
              </a:ext>
            </a:extLst>
          </p:cNvPr>
          <p:cNvSpPr txBox="1"/>
          <p:nvPr/>
        </p:nvSpPr>
        <p:spPr>
          <a:xfrm>
            <a:off x="3020824" y="4803958"/>
            <a:ext cx="7271359" cy="830997"/>
          </a:xfrm>
          <a:prstGeom prst="rect">
            <a:avLst/>
          </a:prstGeom>
          <a:noFill/>
        </p:spPr>
        <p:txBody>
          <a:bodyPr wrap="square">
            <a:spAutoFit/>
          </a:bodyPr>
          <a:lstStyle/>
          <a:p>
            <a:r>
              <a:rPr lang="es-CO" sz="1600" u="sng" dirty="0">
                <a:hlinkClick r:id="rId4"/>
              </a:rPr>
              <a:t>https://drive.google.com/file/d/1ZcsEOJ67Gt4sMatj2x2W1ztMhFhe551n/view?usp=drive_link</a:t>
            </a:r>
            <a:endParaRPr lang="es-CO" sz="1600" u="sng" dirty="0"/>
          </a:p>
          <a:p>
            <a:endParaRPr lang="es-CO" sz="1600" dirty="0"/>
          </a:p>
        </p:txBody>
      </p:sp>
      <p:sp>
        <p:nvSpPr>
          <p:cNvPr id="6" name="CuadroTexto 5">
            <a:extLst>
              <a:ext uri="{FF2B5EF4-FFF2-40B4-BE49-F238E27FC236}">
                <a16:creationId xmlns:a16="http://schemas.microsoft.com/office/drawing/2014/main" id="{E104A9FE-DA03-2617-10F0-E5B9D3880E57}"/>
              </a:ext>
            </a:extLst>
          </p:cNvPr>
          <p:cNvSpPr txBox="1"/>
          <p:nvPr/>
        </p:nvSpPr>
        <p:spPr>
          <a:xfrm>
            <a:off x="3020824" y="3279862"/>
            <a:ext cx="7271359"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el uso de </a:t>
            </a:r>
            <a:r>
              <a:rPr lang="es-CO" sz="1600" dirty="0"/>
              <a:t>uñas llamativas con tonalidad negra</a:t>
            </a:r>
          </a:p>
          <a:p>
            <a:pPr marL="285750" indent="-285750" algn="just">
              <a:buFont typeface="Arial" panose="020B0604020202020204" pitchFamily="34" charset="0"/>
              <a:buChar char="•"/>
            </a:pPr>
            <a:r>
              <a:rPr lang="es-CO" sz="1600" dirty="0"/>
              <a:t>Si bien el lineal no dispone de precios, es debido a un tema particular del PDV por lo cual no se le castiga este rubro.</a:t>
            </a:r>
            <a:endParaRPr lang="es-MX" sz="1600" dirty="0"/>
          </a:p>
        </p:txBody>
      </p:sp>
      <p:sp>
        <p:nvSpPr>
          <p:cNvPr id="11" name="CuadroTexto 10">
            <a:extLst>
              <a:ext uri="{FF2B5EF4-FFF2-40B4-BE49-F238E27FC236}">
                <a16:creationId xmlns:a16="http://schemas.microsoft.com/office/drawing/2014/main" id="{FF2CBDF5-11B5-7E6B-3090-29846A3A8AEB}"/>
              </a:ext>
            </a:extLst>
          </p:cNvPr>
          <p:cNvSpPr txBox="1"/>
          <p:nvPr/>
        </p:nvSpPr>
        <p:spPr>
          <a:xfrm>
            <a:off x="952884" y="4441827"/>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99%</a:t>
            </a:r>
            <a:endParaRPr lang="es-CO" sz="2000" b="1" dirty="0">
              <a:solidFill>
                <a:schemeClr val="bg1"/>
              </a:solidFill>
              <a:latin typeface="Franklin Gothic Demi"/>
            </a:endParaRPr>
          </a:p>
        </p:txBody>
      </p:sp>
      <p:sp>
        <p:nvSpPr>
          <p:cNvPr id="12" name="CuadroTexto 11">
            <a:extLst>
              <a:ext uri="{FF2B5EF4-FFF2-40B4-BE49-F238E27FC236}">
                <a16:creationId xmlns:a16="http://schemas.microsoft.com/office/drawing/2014/main" id="{1C86DE06-249B-D921-9A4C-F3D2C2AB97E9}"/>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graphicFrame>
        <p:nvGraphicFramePr>
          <p:cNvPr id="14" name="Gráfico 13">
            <a:extLst>
              <a:ext uri="{FF2B5EF4-FFF2-40B4-BE49-F238E27FC236}">
                <a16:creationId xmlns:a16="http://schemas.microsoft.com/office/drawing/2014/main" id="{5BF0431E-97BF-F778-88C9-400FD427FBB0}"/>
              </a:ext>
            </a:extLst>
          </p:cNvPr>
          <p:cNvGraphicFramePr/>
          <p:nvPr>
            <p:extLst>
              <p:ext uri="{D42A27DB-BD31-4B8C-83A1-F6EECF244321}">
                <p14:modId xmlns:p14="http://schemas.microsoft.com/office/powerpoint/2010/main" val="2953670977"/>
              </p:ext>
            </p:extLst>
          </p:nvPr>
        </p:nvGraphicFramePr>
        <p:xfrm>
          <a:off x="376202" y="3941581"/>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2" name="Imagen 1">
            <a:extLst>
              <a:ext uri="{FF2B5EF4-FFF2-40B4-BE49-F238E27FC236}">
                <a16:creationId xmlns:a16="http://schemas.microsoft.com/office/drawing/2014/main" id="{4BCBE45A-7D02-E1F2-F30D-507799DBD39B}"/>
              </a:ext>
            </a:extLst>
          </p:cNvPr>
          <p:cNvPicPr>
            <a:picLocks noChangeAspect="1"/>
          </p:cNvPicPr>
          <p:nvPr/>
        </p:nvPicPr>
        <p:blipFill>
          <a:blip r:embed="rId6"/>
          <a:stretch>
            <a:fillRect/>
          </a:stretch>
        </p:blipFill>
        <p:spPr>
          <a:xfrm>
            <a:off x="3020824" y="1103160"/>
            <a:ext cx="7271360" cy="1848651"/>
          </a:xfrm>
          <a:prstGeom prst="rect">
            <a:avLst/>
          </a:prstGeom>
        </p:spPr>
      </p:pic>
    </p:spTree>
    <p:extLst>
      <p:ext uri="{BB962C8B-B14F-4D97-AF65-F5344CB8AC3E}">
        <p14:creationId xmlns:p14="http://schemas.microsoft.com/office/powerpoint/2010/main" val="3729456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CE38A-C578-D6CA-9462-1FA2C31011B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2532C0A-B6E3-320A-0050-8070E1F04170}"/>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0CE5BB46-23EB-9C93-1F2C-83D7C20620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FD354D26-60E3-3ACA-1F97-1D0AAE627F56}"/>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0FCF34CF-7D41-57E8-3812-8867C5B98A11}"/>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MIL VARIEDADES CAMPO VALDEZ - MEDELLIN</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B715E0F0-7225-5549-064F-0F84DD1388A0}"/>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906A7B92-585C-21DD-5B56-17ECDD0C8DC9}"/>
              </a:ext>
            </a:extLst>
          </p:cNvPr>
          <p:cNvSpPr txBox="1"/>
          <p:nvPr/>
        </p:nvSpPr>
        <p:spPr>
          <a:xfrm>
            <a:off x="3020824" y="4907568"/>
            <a:ext cx="7271359" cy="830997"/>
          </a:xfrm>
          <a:prstGeom prst="rect">
            <a:avLst/>
          </a:prstGeom>
          <a:noFill/>
        </p:spPr>
        <p:txBody>
          <a:bodyPr wrap="square">
            <a:spAutoFit/>
          </a:bodyPr>
          <a:lstStyle/>
          <a:p>
            <a:r>
              <a:rPr lang="es-CO" sz="1600" u="sng" dirty="0">
                <a:hlinkClick r:id="rId3"/>
              </a:rPr>
              <a:t>https://drive.google.com/file/d/1i-EhC7gWFDq6t17o8tZgNN00YeSuEEjt/view?usp=drive_link</a:t>
            </a:r>
            <a:endParaRPr lang="es-CO" sz="1600" u="sng" dirty="0"/>
          </a:p>
          <a:p>
            <a:endParaRPr lang="es-CO" sz="1600" dirty="0"/>
          </a:p>
        </p:txBody>
      </p:sp>
      <p:pic>
        <p:nvPicPr>
          <p:cNvPr id="13" name="Imagen 12">
            <a:extLst>
              <a:ext uri="{FF2B5EF4-FFF2-40B4-BE49-F238E27FC236}">
                <a16:creationId xmlns:a16="http://schemas.microsoft.com/office/drawing/2014/main" id="{79878157-AD99-5E3E-6FA7-5BFB8F017207}"/>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C77D28E6-CF58-6025-1ED4-CE2BECCA2D78}"/>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err="1">
                <a:solidFill>
                  <a:schemeClr val="bg1"/>
                </a:solidFill>
              </a:rPr>
              <a:t>Medellin</a:t>
            </a:r>
            <a:endParaRPr lang="es-CO" sz="1600" b="1" dirty="0">
              <a:solidFill>
                <a:schemeClr val="bg1"/>
              </a:solidFill>
            </a:endParaRPr>
          </a:p>
        </p:txBody>
      </p:sp>
      <p:sp>
        <p:nvSpPr>
          <p:cNvPr id="3" name="CuadroTexto 2">
            <a:extLst>
              <a:ext uri="{FF2B5EF4-FFF2-40B4-BE49-F238E27FC236}">
                <a16:creationId xmlns:a16="http://schemas.microsoft.com/office/drawing/2014/main" id="{53B85719-AFF0-AED8-637C-7442FCEC423F}"/>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pic>
        <p:nvPicPr>
          <p:cNvPr id="10" name="Imagen 9">
            <a:extLst>
              <a:ext uri="{FF2B5EF4-FFF2-40B4-BE49-F238E27FC236}">
                <a16:creationId xmlns:a16="http://schemas.microsoft.com/office/drawing/2014/main" id="{0050EE5D-148E-DF84-85B1-A55D2E2997C8}"/>
              </a:ext>
            </a:extLst>
          </p:cNvPr>
          <p:cNvPicPr>
            <a:picLocks noChangeAspect="1"/>
          </p:cNvPicPr>
          <p:nvPr/>
        </p:nvPicPr>
        <p:blipFill>
          <a:blip r:embed="rId5"/>
          <a:stretch>
            <a:fillRect/>
          </a:stretch>
        </p:blipFill>
        <p:spPr>
          <a:xfrm>
            <a:off x="3024187" y="1176434"/>
            <a:ext cx="7271361" cy="1848651"/>
          </a:xfrm>
          <a:prstGeom prst="rect">
            <a:avLst/>
          </a:prstGeom>
        </p:spPr>
      </p:pic>
      <p:sp>
        <p:nvSpPr>
          <p:cNvPr id="14" name="CuadroTexto 13">
            <a:extLst>
              <a:ext uri="{FF2B5EF4-FFF2-40B4-BE49-F238E27FC236}">
                <a16:creationId xmlns:a16="http://schemas.microsoft.com/office/drawing/2014/main" id="{34E8476D-C3D0-5AFA-3C5B-FAC399C4DBFA}"/>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graphicFrame>
        <p:nvGraphicFramePr>
          <p:cNvPr id="17" name="Gráfico 16">
            <a:extLst>
              <a:ext uri="{FF2B5EF4-FFF2-40B4-BE49-F238E27FC236}">
                <a16:creationId xmlns:a16="http://schemas.microsoft.com/office/drawing/2014/main" id="{9E64AD5D-CCD3-B823-817E-743380240D16}"/>
              </a:ext>
            </a:extLst>
          </p:cNvPr>
          <p:cNvGraphicFramePr/>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6"/>
          </a:graphicData>
        </a:graphic>
      </p:graphicFrame>
      <p:sp>
        <p:nvSpPr>
          <p:cNvPr id="18" name="CuadroTexto 17">
            <a:extLst>
              <a:ext uri="{FF2B5EF4-FFF2-40B4-BE49-F238E27FC236}">
                <a16:creationId xmlns:a16="http://schemas.microsoft.com/office/drawing/2014/main" id="{6E37C219-699F-F39C-309D-2BE520D6DF0E}"/>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spTree>
    <p:extLst>
      <p:ext uri="{BB962C8B-B14F-4D97-AF65-F5344CB8AC3E}">
        <p14:creationId xmlns:p14="http://schemas.microsoft.com/office/powerpoint/2010/main" val="3133182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BDA81-7E67-20D2-07F1-F66B7E65CBF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35E8222-C1C6-18CA-C525-73654A76D1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BE435962-EC1D-78A9-248D-800CD3E528F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0CC7BA8-462E-3CE8-E3A4-EA533E1CD942}"/>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LA CASA DE LOS TENDEROS </a:t>
            </a:r>
            <a:r>
              <a:rPr lang="es-MX" sz="1800" b="1" i="0" u="none" strike="noStrike" dirty="0">
                <a:solidFill>
                  <a:srgbClr val="000000"/>
                </a:solidFill>
                <a:effectLst/>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CBF0B0BC-435B-DBB6-2746-CC63F3DEAFD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918D1376-9561-828A-CF36-824547D07522}"/>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7C36C4AD-C372-41E2-ECDF-7124B0517EF8}"/>
              </a:ext>
            </a:extLst>
          </p:cNvPr>
          <p:cNvSpPr txBox="1"/>
          <p:nvPr/>
        </p:nvSpPr>
        <p:spPr>
          <a:xfrm>
            <a:off x="2877350" y="3167612"/>
            <a:ext cx="7585784" cy="2308324"/>
          </a:xfrm>
          <a:prstGeom prst="rect">
            <a:avLst/>
          </a:prstGeom>
          <a:noFill/>
        </p:spPr>
        <p:txBody>
          <a:bodyPr wrap="square">
            <a:spAutoFit/>
          </a:bodyPr>
          <a:lstStyle/>
          <a:p>
            <a:r>
              <a:rPr lang="es-CO" u="sng" dirty="0">
                <a:hlinkClick r:id="rId2"/>
              </a:rPr>
              <a:t>https://drive.google.com/file/d/10t_yH0ROg7i8Mc4TojaEcVU1S8hhkxjD/view?usp=drive_link</a:t>
            </a:r>
            <a:endParaRPr lang="es-CO" u="sng" dirty="0"/>
          </a:p>
          <a:p>
            <a:endParaRPr lang="es-CO" u="sng" dirty="0"/>
          </a:p>
          <a:p>
            <a:r>
              <a:rPr lang="es-CO" u="sng" dirty="0">
                <a:hlinkClick r:id="rId3"/>
              </a:rPr>
              <a:t>https://drive.google.com/file/d/1JGLyWrDAjLXygPnVmm6PgFYUk1ALW_Fg/view?usp=drive_link</a:t>
            </a:r>
            <a:endParaRPr lang="es-CO" u="sng" dirty="0"/>
          </a:p>
          <a:p>
            <a:endParaRPr lang="es-CO" u="sng" dirty="0"/>
          </a:p>
          <a:p>
            <a:endParaRPr lang="es-CO" u="sng" dirty="0"/>
          </a:p>
          <a:p>
            <a:endParaRPr lang="es-CO" dirty="0"/>
          </a:p>
        </p:txBody>
      </p:sp>
      <p:sp>
        <p:nvSpPr>
          <p:cNvPr id="5" name="CuadroTexto 4">
            <a:extLst>
              <a:ext uri="{FF2B5EF4-FFF2-40B4-BE49-F238E27FC236}">
                <a16:creationId xmlns:a16="http://schemas.microsoft.com/office/drawing/2014/main" id="{F222933C-BA12-E063-5BCF-E0BE2956583D}"/>
              </a:ext>
            </a:extLst>
          </p:cNvPr>
          <p:cNvSpPr txBox="1"/>
          <p:nvPr/>
        </p:nvSpPr>
        <p:spPr>
          <a:xfrm>
            <a:off x="2877350" y="2282599"/>
            <a:ext cx="7585784" cy="338554"/>
          </a:xfrm>
          <a:prstGeom prst="rect">
            <a:avLst/>
          </a:prstGeom>
          <a:noFill/>
          <a:ln>
            <a:solidFill>
              <a:schemeClr val="tx1"/>
            </a:solidFill>
          </a:ln>
        </p:spPr>
        <p:txBody>
          <a:bodyPr wrap="square" rtlCol="0">
            <a:spAutoFit/>
          </a:bodyPr>
          <a:lstStyle/>
          <a:p>
            <a:r>
              <a:rPr lang="es-CO" sz="1600" dirty="0"/>
              <a:t>SE GRABA LA VISITA Y EL PDV TIENE CIERRE DEFINITIVO</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7CB25710-62D1-D60E-F4F8-346AD4010F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4030159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B365D-CE0B-D7DF-B555-2CFA2DBDA0C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601A737B-03B2-CE89-2EE0-12725CA68BF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9EF230B1-6B84-382E-7622-C9FFCC4C35C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57D05FD-9316-F285-DAC8-25D77B8F531B}"/>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MERCADOS LA COMPARCITA - MEDELLIN</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AF3960C8-7556-27D9-7E79-579D2E31B06E}"/>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A5C6F918-6929-E3C9-0F61-1A26430A89E9}"/>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2" name="CuadroTexto 1">
            <a:extLst>
              <a:ext uri="{FF2B5EF4-FFF2-40B4-BE49-F238E27FC236}">
                <a16:creationId xmlns:a16="http://schemas.microsoft.com/office/drawing/2014/main" id="{B813CBB1-8775-1FA4-C7E5-86742DFEF373}"/>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0" name="CuadroTexto 9">
            <a:extLst>
              <a:ext uri="{FF2B5EF4-FFF2-40B4-BE49-F238E27FC236}">
                <a16:creationId xmlns:a16="http://schemas.microsoft.com/office/drawing/2014/main" id="{E0345A4E-C073-88EB-2444-456242F6A8F5}"/>
              </a:ext>
            </a:extLst>
          </p:cNvPr>
          <p:cNvSpPr txBox="1"/>
          <p:nvPr/>
        </p:nvSpPr>
        <p:spPr>
          <a:xfrm>
            <a:off x="2877350" y="3046924"/>
            <a:ext cx="7585784" cy="2031325"/>
          </a:xfrm>
          <a:prstGeom prst="rect">
            <a:avLst/>
          </a:prstGeom>
          <a:noFill/>
        </p:spPr>
        <p:txBody>
          <a:bodyPr wrap="square">
            <a:spAutoFit/>
          </a:bodyPr>
          <a:lstStyle/>
          <a:p>
            <a:r>
              <a:rPr lang="es-CO" u="sng" dirty="0">
                <a:hlinkClick r:id="rId2"/>
              </a:rPr>
              <a:t>https://drive.google.com/file/d/19OJZWYs6MM66MQoayrtCJ11k_8l2e8tL/view?usp=drive_link</a:t>
            </a:r>
            <a:endParaRPr lang="es-CO" u="sng" dirty="0"/>
          </a:p>
          <a:p>
            <a:endParaRPr lang="es-CO" u="sng" dirty="0"/>
          </a:p>
          <a:p>
            <a:r>
              <a:rPr lang="es-CO" u="sng" dirty="0">
                <a:hlinkClick r:id="rId3"/>
              </a:rPr>
              <a:t>https://drive.google.com/file/d/13R7OqzE4i4N-h6ULSWvUdLG2x23aLifX/view?usp=drive_link</a:t>
            </a:r>
            <a:endParaRPr lang="es-CO" u="sng" dirty="0"/>
          </a:p>
          <a:p>
            <a:endParaRPr lang="es-CO" u="sng" dirty="0"/>
          </a:p>
          <a:p>
            <a:endParaRPr lang="es-CO" dirty="0"/>
          </a:p>
        </p:txBody>
      </p:sp>
      <p:sp>
        <p:nvSpPr>
          <p:cNvPr id="11" name="CuadroTexto 10">
            <a:extLst>
              <a:ext uri="{FF2B5EF4-FFF2-40B4-BE49-F238E27FC236}">
                <a16:creationId xmlns:a16="http://schemas.microsoft.com/office/drawing/2014/main" id="{A17D31AC-9A6A-8F19-E40B-F8961AB69F73}"/>
              </a:ext>
            </a:extLst>
          </p:cNvPr>
          <p:cNvSpPr txBox="1"/>
          <p:nvPr/>
        </p:nvSpPr>
        <p:spPr>
          <a:xfrm>
            <a:off x="2877350" y="2161911"/>
            <a:ext cx="7585784" cy="584775"/>
          </a:xfrm>
          <a:prstGeom prst="rect">
            <a:avLst/>
          </a:prstGeom>
          <a:noFill/>
          <a:ln>
            <a:solidFill>
              <a:schemeClr val="tx1"/>
            </a:solidFill>
          </a:ln>
        </p:spPr>
        <p:txBody>
          <a:bodyPr wrap="square" rtlCol="0">
            <a:spAutoFit/>
          </a:bodyPr>
          <a:lstStyle/>
          <a:p>
            <a:r>
              <a:rPr lang="es-CO" sz="1600" dirty="0"/>
              <a:t>NO SE LOGRA REALIZAR LA AUDITORIA, LA PERSONA DEBÍA INGRESAR 11AM, SE ESPERA HASTA LAS 11:45 Y NO LLEGA</a:t>
            </a:r>
            <a:endParaRPr lang="es-MX" sz="1600" dirty="0">
              <a:highlight>
                <a:srgbClr val="C0C0C0"/>
              </a:highlight>
            </a:endParaRPr>
          </a:p>
        </p:txBody>
      </p:sp>
      <p:pic>
        <p:nvPicPr>
          <p:cNvPr id="5" name="Imagen 4" descr="Icono&#10;&#10;Descripción generada automáticamente">
            <a:extLst>
              <a:ext uri="{FF2B5EF4-FFF2-40B4-BE49-F238E27FC236}">
                <a16:creationId xmlns:a16="http://schemas.microsoft.com/office/drawing/2014/main" id="{66E9BC07-480A-5128-EF50-7502309F6C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880970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1E19A-11BA-ACE3-643B-C5EB2CDCAD01}"/>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B866E052-B028-4281-0CE9-F6B194288DCF}"/>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AD746A1E-C51F-6F6C-E5D1-023D728FA80C}"/>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FFF25E53-A06B-0363-01DF-D02C8E149B59}"/>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LA CARIÑOSA </a:t>
            </a:r>
            <a:r>
              <a:rPr lang="es-MX" sz="1800" b="1" i="0" u="none" strike="noStrike" dirty="0">
                <a:solidFill>
                  <a:srgbClr val="000000"/>
                </a:solidFill>
                <a:effectLst/>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C41A0F37-5256-2193-CF20-F11458B7BDCA}"/>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C48FEDBC-8A7E-DBE8-06B8-18621775F6BA}"/>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9069FB9B-57DA-083C-17E5-9A96A3F4B8E5}"/>
              </a:ext>
            </a:extLst>
          </p:cNvPr>
          <p:cNvSpPr txBox="1"/>
          <p:nvPr/>
        </p:nvSpPr>
        <p:spPr>
          <a:xfrm>
            <a:off x="2877350" y="3167612"/>
            <a:ext cx="7585784" cy="2308324"/>
          </a:xfrm>
          <a:prstGeom prst="rect">
            <a:avLst/>
          </a:prstGeom>
          <a:noFill/>
        </p:spPr>
        <p:txBody>
          <a:bodyPr wrap="square">
            <a:spAutoFit/>
          </a:bodyPr>
          <a:lstStyle/>
          <a:p>
            <a:r>
              <a:rPr lang="es-CO" u="sng" dirty="0">
                <a:hlinkClick r:id="rId2"/>
              </a:rPr>
              <a:t>https://drive.google.com/file/d/1PyTkGsGeaIGRqMvGAHoDwDl2l_WMf1Ln/view?usp=drive_link</a:t>
            </a:r>
            <a:endParaRPr lang="es-CO" u="sng" dirty="0"/>
          </a:p>
          <a:p>
            <a:endParaRPr lang="es-CO" u="sng" dirty="0"/>
          </a:p>
          <a:p>
            <a:r>
              <a:rPr lang="es-CO" u="sng" dirty="0">
                <a:hlinkClick r:id="rId3"/>
              </a:rPr>
              <a:t>https://drive.google.com/file/d/1DLpj7pGm0HQ72CC4Wzab8mWL4zahhovV/view?usp=drive_link</a:t>
            </a:r>
            <a:endParaRPr lang="es-CO" u="sng" dirty="0"/>
          </a:p>
          <a:p>
            <a:endParaRPr lang="es-CO" u="sng" dirty="0"/>
          </a:p>
          <a:p>
            <a:endParaRPr lang="es-CO" u="sng" dirty="0"/>
          </a:p>
          <a:p>
            <a:endParaRPr lang="es-CO" dirty="0"/>
          </a:p>
        </p:txBody>
      </p:sp>
      <p:sp>
        <p:nvSpPr>
          <p:cNvPr id="5" name="CuadroTexto 4">
            <a:extLst>
              <a:ext uri="{FF2B5EF4-FFF2-40B4-BE49-F238E27FC236}">
                <a16:creationId xmlns:a16="http://schemas.microsoft.com/office/drawing/2014/main" id="{24C0BB00-26A2-3194-F4E3-F58E27F83454}"/>
              </a:ext>
            </a:extLst>
          </p:cNvPr>
          <p:cNvSpPr txBox="1"/>
          <p:nvPr/>
        </p:nvSpPr>
        <p:spPr>
          <a:xfrm>
            <a:off x="2877350" y="1794082"/>
            <a:ext cx="7585784" cy="1077218"/>
          </a:xfrm>
          <a:prstGeom prst="rect">
            <a:avLst/>
          </a:prstGeom>
          <a:noFill/>
          <a:ln>
            <a:solidFill>
              <a:schemeClr val="tx1"/>
            </a:solidFill>
          </a:ln>
        </p:spPr>
        <p:txBody>
          <a:bodyPr wrap="square" rtlCol="0">
            <a:spAutoFit/>
          </a:bodyPr>
          <a:lstStyle/>
          <a:p>
            <a:r>
              <a:rPr lang="es-CO" sz="1600" dirty="0"/>
              <a:t>LA SUPERVISORA COMUNICA QUE LA RUTA LLEVABA DIAS SIN VISITAR PORQUE EL ACTIVADOR ESTÁ INCAPACITADO, EL SUPERNUMERARIO ESTÁ OPTIMIZANDO LA RUTA PARA LOGRAR VISITAR LA MAYOR CANTIDAD DE PDV QUE SE PUEDAN, POR ESO NO SE QUEDÓ TODO EL TIEMPO QUE SE TENIA PROGRAMADO EN LA MALLA</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F6C05D5B-D1EC-1AB5-BED4-EF503C7EC8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2018740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E534D02-B8C7-B74F-CB12-01F23F1DF649}"/>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5A0D168E-1DD6-DBBA-D591-BCE26B9FE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5A180245-F026-E164-C1D0-FEAD3A5BE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CAD1F5A1-A45B-7474-6EF8-7CEEC5771C78}"/>
              </a:ext>
            </a:extLst>
          </p:cNvPr>
          <p:cNvSpPr txBox="1"/>
          <p:nvPr/>
        </p:nvSpPr>
        <p:spPr>
          <a:xfrm>
            <a:off x="88425" y="2828835"/>
            <a:ext cx="2796331" cy="1200329"/>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MISTERY </a:t>
            </a:r>
          </a:p>
          <a:p>
            <a:pPr algn="ctr"/>
            <a:r>
              <a:rPr lang="es-MX" sz="2400" b="1" dirty="0">
                <a:solidFill>
                  <a:schemeClr val="bg1"/>
                </a:solidFill>
                <a:latin typeface="ui-sans-serif"/>
              </a:rPr>
              <a:t>- Octubre 2025 - </a:t>
            </a:r>
            <a:endParaRPr lang="es-CO" sz="2400" b="1" dirty="0">
              <a:solidFill>
                <a:schemeClr val="bg1"/>
              </a:solidFill>
            </a:endParaRPr>
          </a:p>
        </p:txBody>
      </p:sp>
    </p:spTree>
    <p:extLst>
      <p:ext uri="{BB962C8B-B14F-4D97-AF65-F5344CB8AC3E}">
        <p14:creationId xmlns:p14="http://schemas.microsoft.com/office/powerpoint/2010/main" val="1254772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155CB5D-BA0C-CAF7-2F0F-4394F9AD584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AF66B9E6-5CEA-0421-DFAD-B5F1900EB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El mystery shopper de forma critica evaluó KPIS específicos de la gestión a través de una encuesta, en la cual cada pregunta fue clusterizada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Octubre</a:t>
            </a:r>
          </a:p>
        </p:txBody>
      </p:sp>
      <p:sp>
        <p:nvSpPr>
          <p:cNvPr id="15" name="CuadroTexto 14">
            <a:extLst>
              <a:ext uri="{FF2B5EF4-FFF2-40B4-BE49-F238E27FC236}">
                <a16:creationId xmlns:a16="http://schemas.microsoft.com/office/drawing/2014/main" id="{155A1899-F51E-9451-B8A7-0A68A2BA8466}"/>
              </a:ext>
            </a:extLst>
          </p:cNvPr>
          <p:cNvSpPr txBox="1"/>
          <p:nvPr/>
        </p:nvSpPr>
        <p:spPr>
          <a:xfrm>
            <a:off x="2787898" y="3318570"/>
            <a:ext cx="8284293" cy="3539430"/>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500" dirty="0">
              <a:solidFill>
                <a:srgbClr val="C00000"/>
              </a:solidFill>
            </a:endParaRPr>
          </a:p>
          <a:p>
            <a:pPr algn="just"/>
            <a:r>
              <a:rPr lang="es-MX" sz="1200" b="1" dirty="0"/>
              <a:t>PORTAFOLIO Y MANEJO DE OBJECIONES:</a:t>
            </a:r>
          </a:p>
          <a:p>
            <a:pPr marL="742950" lvl="1" indent="-285750" algn="just">
              <a:buFont typeface="Arial" panose="020B0604020202020204" pitchFamily="34" charset="0"/>
              <a:buChar char="•"/>
            </a:pPr>
            <a:r>
              <a:rPr lang="es-MX" sz="1200" dirty="0"/>
              <a:t>Se debe indagar sobre las necesidades del cliente con respecto a su consumo habitual, ya sean marcas propias o de la competencia.</a:t>
            </a:r>
          </a:p>
          <a:p>
            <a:pPr marL="742950" lvl="1" indent="-285750" algn="just">
              <a:buFont typeface="Arial" panose="020B0604020202020204" pitchFamily="34" charset="0"/>
              <a:buChar char="•"/>
            </a:pPr>
            <a:r>
              <a:rPr lang="es-MX" sz="1200" dirty="0"/>
              <a:t>Capacidad de atención a objeciones del mystery shopper ofreciendo los productos en orden de segmentación.</a:t>
            </a:r>
          </a:p>
          <a:p>
            <a:pPr marL="742950" lvl="1" indent="-285750" algn="just">
              <a:buFont typeface="Arial" panose="020B0604020202020204" pitchFamily="34" charset="0"/>
              <a:buChar char="•"/>
            </a:pPr>
            <a:r>
              <a:rPr lang="es-MX" sz="1200" u="sng" dirty="0"/>
              <a:t>Especializado:</a:t>
            </a:r>
            <a:r>
              <a:rPr lang="es-MX" sz="1200" dirty="0"/>
              <a:t> Comunica la actividad PRO PLAN y frente a objeción ofrecimiento de Marca Excellent.</a:t>
            </a:r>
          </a:p>
          <a:p>
            <a:pPr marL="742950" lvl="1" indent="-285750" algn="just">
              <a:buFont typeface="Arial" panose="020B0604020202020204" pitchFamily="34" charset="0"/>
              <a:buChar char="•"/>
            </a:pPr>
            <a:r>
              <a:rPr lang="es-MX" sz="1200" u="sng" dirty="0"/>
              <a:t>Moderno</a:t>
            </a:r>
            <a:r>
              <a:rPr lang="es-MX" sz="1200" dirty="0"/>
              <a:t>: Ofrecimiento de Dog Chow o Cat Chow como primera opción, ofrecimiento de alimento húmedo de Dog Chow y Félix.</a:t>
            </a:r>
          </a:p>
          <a:p>
            <a:pPr algn="just"/>
            <a:endParaRPr lang="es-MX" sz="500" dirty="0"/>
          </a:p>
          <a:p>
            <a:pPr algn="just"/>
            <a:endParaRPr lang="es-MX" sz="1200" b="1" dirty="0"/>
          </a:p>
          <a:p>
            <a:pPr algn="just"/>
            <a:r>
              <a:rPr lang="es-MX" sz="1200" b="1" dirty="0"/>
              <a:t>ABORDAJE: </a:t>
            </a:r>
            <a:r>
              <a:rPr lang="es-MX" sz="1200" dirty="0"/>
              <a:t>Se debe realizar un abordaje proactivo en pdv (inferior a 1 min) </a:t>
            </a:r>
          </a:p>
          <a:p>
            <a:pPr algn="just"/>
            <a:endParaRPr lang="es-MX" sz="1200" b="1" dirty="0"/>
          </a:p>
          <a:p>
            <a:pPr algn="just"/>
            <a:r>
              <a:rPr lang="es-MX" sz="1200" b="1" dirty="0"/>
              <a:t>HORARIO: </a:t>
            </a:r>
            <a:r>
              <a:rPr lang="es-MX" sz="1200" dirty="0"/>
              <a:t>El asesor debe estar presente en pdv en los turnos compartidos por malla horaria. </a:t>
            </a:r>
          </a:p>
          <a:p>
            <a:pPr algn="just"/>
            <a:endParaRPr lang="es-MX" sz="500" dirty="0"/>
          </a:p>
          <a:p>
            <a:pPr algn="just"/>
            <a:r>
              <a:rPr lang="es-MX" sz="1200" b="1" dirty="0"/>
              <a:t>LABOR DE VENTA:</a:t>
            </a:r>
            <a:r>
              <a:rPr lang="es-MX" sz="1200" dirty="0"/>
              <a:t> El asesor debe realizar un speech que incentive la compra de producto al mystery shopper. </a:t>
            </a:r>
          </a:p>
          <a:p>
            <a:pPr algn="just"/>
            <a:endParaRPr lang="es-MX" sz="5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pic>
        <p:nvPicPr>
          <p:cNvPr id="2" name="Imagen 1">
            <a:extLst>
              <a:ext uri="{FF2B5EF4-FFF2-40B4-BE49-F238E27FC236}">
                <a16:creationId xmlns:a16="http://schemas.microsoft.com/office/drawing/2014/main" id="{D8108212-338F-F130-5DF0-136E0231198D}"/>
              </a:ext>
            </a:extLst>
          </p:cNvPr>
          <p:cNvPicPr>
            <a:picLocks noChangeAspect="1"/>
          </p:cNvPicPr>
          <p:nvPr/>
        </p:nvPicPr>
        <p:blipFill>
          <a:blip r:embed="rId3">
            <a:biLevel thresh="75000"/>
          </a:blip>
          <a:stretch>
            <a:fillRect/>
          </a:stretch>
        </p:blipFill>
        <p:spPr>
          <a:xfrm>
            <a:off x="478765" y="2579465"/>
            <a:ext cx="463336" cy="463336"/>
          </a:xfrm>
          <a:prstGeom prst="rect">
            <a:avLst/>
          </a:prstGeom>
        </p:spPr>
      </p:pic>
      <p:sp>
        <p:nvSpPr>
          <p:cNvPr id="3" name="CuadroTexto 2">
            <a:extLst>
              <a:ext uri="{FF2B5EF4-FFF2-40B4-BE49-F238E27FC236}">
                <a16:creationId xmlns:a16="http://schemas.microsoft.com/office/drawing/2014/main" id="{1766130D-C1FE-B8C9-11B3-D53624FC41EB}"/>
              </a:ext>
            </a:extLst>
          </p:cNvPr>
          <p:cNvSpPr txBox="1"/>
          <p:nvPr/>
        </p:nvSpPr>
        <p:spPr>
          <a:xfrm>
            <a:off x="966918" y="2560337"/>
            <a:ext cx="1613504" cy="584775"/>
          </a:xfrm>
          <a:prstGeom prst="rect">
            <a:avLst/>
          </a:prstGeom>
          <a:noFill/>
        </p:spPr>
        <p:txBody>
          <a:bodyPr wrap="square" rtlCol="0">
            <a:spAutoFit/>
          </a:bodyPr>
          <a:lstStyle/>
          <a:p>
            <a:r>
              <a:rPr lang="es-MX" sz="1600" dirty="0">
                <a:solidFill>
                  <a:schemeClr val="bg1"/>
                </a:solidFill>
              </a:rPr>
              <a:t> 4 Mystery</a:t>
            </a:r>
          </a:p>
          <a:p>
            <a:r>
              <a:rPr lang="es-MX" sz="1600" b="1" dirty="0">
                <a:solidFill>
                  <a:schemeClr val="bg1"/>
                </a:solidFill>
              </a:rPr>
              <a:t>Cali</a:t>
            </a:r>
            <a:endParaRPr lang="es-CO" sz="1600" b="1" dirty="0">
              <a:solidFill>
                <a:schemeClr val="bg1"/>
              </a:solidFill>
            </a:endParaRPr>
          </a:p>
        </p:txBody>
      </p:sp>
      <p:pic>
        <p:nvPicPr>
          <p:cNvPr id="5" name="Imagen 4">
            <a:extLst>
              <a:ext uri="{FF2B5EF4-FFF2-40B4-BE49-F238E27FC236}">
                <a16:creationId xmlns:a16="http://schemas.microsoft.com/office/drawing/2014/main" id="{F9564634-75F9-4081-C030-4E3BC9DFE65C}"/>
              </a:ext>
            </a:extLst>
          </p:cNvPr>
          <p:cNvPicPr>
            <a:picLocks noChangeAspect="1"/>
          </p:cNvPicPr>
          <p:nvPr/>
        </p:nvPicPr>
        <p:blipFill>
          <a:blip r:embed="rId3">
            <a:biLevel thresh="75000"/>
          </a:blip>
          <a:stretch>
            <a:fillRect/>
          </a:stretch>
        </p:blipFill>
        <p:spPr>
          <a:xfrm>
            <a:off x="453948" y="3500777"/>
            <a:ext cx="463336" cy="463336"/>
          </a:xfrm>
          <a:prstGeom prst="rect">
            <a:avLst/>
          </a:prstGeom>
        </p:spPr>
      </p:pic>
      <p:sp>
        <p:nvSpPr>
          <p:cNvPr id="9" name="CuadroTexto 8">
            <a:extLst>
              <a:ext uri="{FF2B5EF4-FFF2-40B4-BE49-F238E27FC236}">
                <a16:creationId xmlns:a16="http://schemas.microsoft.com/office/drawing/2014/main" id="{93BF6B04-47FB-46D1-6390-2C9DA7827E82}"/>
              </a:ext>
            </a:extLst>
          </p:cNvPr>
          <p:cNvSpPr txBox="1"/>
          <p:nvPr/>
        </p:nvSpPr>
        <p:spPr>
          <a:xfrm>
            <a:off x="942101" y="3481649"/>
            <a:ext cx="1613504" cy="584775"/>
          </a:xfrm>
          <a:prstGeom prst="rect">
            <a:avLst/>
          </a:prstGeom>
          <a:noFill/>
        </p:spPr>
        <p:txBody>
          <a:bodyPr wrap="square" rtlCol="0">
            <a:spAutoFit/>
          </a:bodyPr>
          <a:lstStyle/>
          <a:p>
            <a:r>
              <a:rPr lang="es-MX" sz="1600" dirty="0">
                <a:solidFill>
                  <a:schemeClr val="bg1"/>
                </a:solidFill>
              </a:rPr>
              <a:t>2 Mystery</a:t>
            </a:r>
          </a:p>
          <a:p>
            <a:r>
              <a:rPr lang="es-MX" sz="1600" b="1" dirty="0">
                <a:solidFill>
                  <a:schemeClr val="bg1"/>
                </a:solidFill>
              </a:rPr>
              <a:t>Barranquilla</a:t>
            </a:r>
            <a:endParaRPr lang="es-CO" sz="1600" b="1" dirty="0">
              <a:solidFill>
                <a:schemeClr val="bg1"/>
              </a:solidFill>
            </a:endParaRPr>
          </a:p>
        </p:txBody>
      </p:sp>
      <p:pic>
        <p:nvPicPr>
          <p:cNvPr id="11" name="Imagen 10">
            <a:extLst>
              <a:ext uri="{FF2B5EF4-FFF2-40B4-BE49-F238E27FC236}">
                <a16:creationId xmlns:a16="http://schemas.microsoft.com/office/drawing/2014/main" id="{95F441DE-423B-A34D-F752-7A9FDA3E60CB}"/>
              </a:ext>
            </a:extLst>
          </p:cNvPr>
          <p:cNvPicPr>
            <a:picLocks noChangeAspect="1"/>
          </p:cNvPicPr>
          <p:nvPr/>
        </p:nvPicPr>
        <p:blipFill>
          <a:blip r:embed="rId3">
            <a:biLevel thresh="75000"/>
          </a:blip>
          <a:stretch>
            <a:fillRect/>
          </a:stretch>
        </p:blipFill>
        <p:spPr>
          <a:xfrm>
            <a:off x="429131" y="4543528"/>
            <a:ext cx="463336" cy="463336"/>
          </a:xfrm>
          <a:prstGeom prst="rect">
            <a:avLst/>
          </a:prstGeom>
        </p:spPr>
      </p:pic>
      <p:sp>
        <p:nvSpPr>
          <p:cNvPr id="12" name="CuadroTexto 11">
            <a:extLst>
              <a:ext uri="{FF2B5EF4-FFF2-40B4-BE49-F238E27FC236}">
                <a16:creationId xmlns:a16="http://schemas.microsoft.com/office/drawing/2014/main" id="{B212B304-DE28-710D-590C-0138E2CAD040}"/>
              </a:ext>
            </a:extLst>
          </p:cNvPr>
          <p:cNvSpPr txBox="1"/>
          <p:nvPr/>
        </p:nvSpPr>
        <p:spPr>
          <a:xfrm>
            <a:off x="917284" y="4524400"/>
            <a:ext cx="1613504" cy="584775"/>
          </a:xfrm>
          <a:prstGeom prst="rect">
            <a:avLst/>
          </a:prstGeom>
          <a:noFill/>
        </p:spPr>
        <p:txBody>
          <a:bodyPr wrap="square" rtlCol="0">
            <a:spAutoFit/>
          </a:bodyPr>
          <a:lstStyle/>
          <a:p>
            <a:r>
              <a:rPr lang="es-MX" sz="1600" dirty="0">
                <a:solidFill>
                  <a:schemeClr val="bg1"/>
                </a:solidFill>
              </a:rPr>
              <a:t>3 Mystery</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1CB4B897-BD9D-FD79-10CF-D6D3A0F7011C}"/>
              </a:ext>
            </a:extLst>
          </p:cNvPr>
          <p:cNvPicPr>
            <a:picLocks noChangeAspect="1"/>
          </p:cNvPicPr>
          <p:nvPr/>
        </p:nvPicPr>
        <p:blipFill>
          <a:blip r:embed="rId4"/>
          <a:stretch>
            <a:fillRect/>
          </a:stretch>
        </p:blipFill>
        <p:spPr>
          <a:xfrm>
            <a:off x="4991340" y="1665366"/>
            <a:ext cx="3794721" cy="1490374"/>
          </a:xfrm>
          <a:prstGeom prst="rect">
            <a:avLst/>
          </a:prstGeom>
        </p:spPr>
      </p:pic>
    </p:spTree>
    <p:extLst>
      <p:ext uri="{BB962C8B-B14F-4D97-AF65-F5344CB8AC3E}">
        <p14:creationId xmlns:p14="http://schemas.microsoft.com/office/powerpoint/2010/main" val="1408814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41188"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206672"/>
            <a:ext cx="8652072" cy="73866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400" dirty="0"/>
              <a:t>Se logra impactar el panel propuesto de 9 </a:t>
            </a:r>
            <a:r>
              <a:rPr lang="es-MX" sz="1400" dirty="0" err="1"/>
              <a:t>pdv</a:t>
            </a:r>
            <a:r>
              <a:rPr lang="es-MX" sz="1400" dirty="0"/>
              <a:t> con 7 </a:t>
            </a:r>
            <a:r>
              <a:rPr lang="es-MX" sz="1400" dirty="0" err="1"/>
              <a:t>mysterys</a:t>
            </a:r>
            <a:r>
              <a:rPr lang="es-MX" sz="1400" dirty="0"/>
              <a:t> efectivos. </a:t>
            </a:r>
          </a:p>
          <a:p>
            <a:pPr marL="285750" indent="-285750">
              <a:buFont typeface="Arial" panose="020B0604020202020204" pitchFamily="34" charset="0"/>
              <a:buChar char="•"/>
            </a:pPr>
            <a:r>
              <a:rPr lang="es-MX" sz="1400" dirty="0"/>
              <a:t>Detalle de la ejecución por ciudad de acuerdo con los objetivos propuestos:</a:t>
            </a:r>
            <a:br>
              <a:rPr lang="es-MX" sz="1400" dirty="0"/>
            </a:br>
            <a:endParaRPr lang="es-MX" sz="1400" dirty="0"/>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Octubre</a:t>
            </a:r>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77350" y="3942311"/>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MYSTERY EFECTIVO</a:t>
            </a:r>
            <a:r>
              <a:rPr lang="es-MX" sz="1400" b="1" dirty="0"/>
              <a:t>: </a:t>
            </a:r>
          </a:p>
        </p:txBody>
      </p:sp>
      <p:pic>
        <p:nvPicPr>
          <p:cNvPr id="9" name="Imagen 8">
            <a:extLst>
              <a:ext uri="{FF2B5EF4-FFF2-40B4-BE49-F238E27FC236}">
                <a16:creationId xmlns:a16="http://schemas.microsoft.com/office/drawing/2014/main" id="{C0BD9A8A-2B4C-B843-1DB2-40B470195686}"/>
              </a:ext>
            </a:extLst>
          </p:cNvPr>
          <p:cNvPicPr>
            <a:picLocks noChangeAspect="1"/>
          </p:cNvPicPr>
          <p:nvPr/>
        </p:nvPicPr>
        <p:blipFill>
          <a:blip r:embed="rId3">
            <a:biLevel thresh="75000"/>
          </a:blip>
          <a:stretch>
            <a:fillRect/>
          </a:stretch>
        </p:blipFill>
        <p:spPr>
          <a:xfrm>
            <a:off x="478765" y="2579465"/>
            <a:ext cx="463336" cy="463336"/>
          </a:xfrm>
          <a:prstGeom prst="rect">
            <a:avLst/>
          </a:prstGeom>
        </p:spPr>
      </p:pic>
      <p:sp>
        <p:nvSpPr>
          <p:cNvPr id="11" name="CuadroTexto 10">
            <a:extLst>
              <a:ext uri="{FF2B5EF4-FFF2-40B4-BE49-F238E27FC236}">
                <a16:creationId xmlns:a16="http://schemas.microsoft.com/office/drawing/2014/main" id="{41E889EE-159E-C9DF-A47C-B0DC24ABEDDE}"/>
              </a:ext>
            </a:extLst>
          </p:cNvPr>
          <p:cNvSpPr txBox="1"/>
          <p:nvPr/>
        </p:nvSpPr>
        <p:spPr>
          <a:xfrm>
            <a:off x="966918" y="2560337"/>
            <a:ext cx="1613504" cy="584775"/>
          </a:xfrm>
          <a:prstGeom prst="rect">
            <a:avLst/>
          </a:prstGeom>
          <a:noFill/>
        </p:spPr>
        <p:txBody>
          <a:bodyPr wrap="square" rtlCol="0">
            <a:spAutoFit/>
          </a:bodyPr>
          <a:lstStyle/>
          <a:p>
            <a:r>
              <a:rPr lang="es-MX" sz="1600" dirty="0">
                <a:solidFill>
                  <a:schemeClr val="bg1"/>
                </a:solidFill>
              </a:rPr>
              <a:t> 4 Mystery</a:t>
            </a:r>
          </a:p>
          <a:p>
            <a:r>
              <a:rPr lang="es-MX" sz="1600" b="1" dirty="0">
                <a:solidFill>
                  <a:schemeClr val="bg1"/>
                </a:solidFill>
              </a:rPr>
              <a:t>Cali</a:t>
            </a:r>
            <a:endParaRPr lang="es-CO" sz="1600" b="1" dirty="0">
              <a:solidFill>
                <a:schemeClr val="bg1"/>
              </a:solidFill>
            </a:endParaRPr>
          </a:p>
        </p:txBody>
      </p:sp>
      <p:pic>
        <p:nvPicPr>
          <p:cNvPr id="12" name="Imagen 11">
            <a:extLst>
              <a:ext uri="{FF2B5EF4-FFF2-40B4-BE49-F238E27FC236}">
                <a16:creationId xmlns:a16="http://schemas.microsoft.com/office/drawing/2014/main" id="{BFC38113-148B-52EB-8291-7B62814CD3C3}"/>
              </a:ext>
            </a:extLst>
          </p:cNvPr>
          <p:cNvPicPr>
            <a:picLocks noChangeAspect="1"/>
          </p:cNvPicPr>
          <p:nvPr/>
        </p:nvPicPr>
        <p:blipFill>
          <a:blip r:embed="rId3">
            <a:biLevel thresh="75000"/>
          </a:blip>
          <a:stretch>
            <a:fillRect/>
          </a:stretch>
        </p:blipFill>
        <p:spPr>
          <a:xfrm>
            <a:off x="453948" y="3500777"/>
            <a:ext cx="463336" cy="463336"/>
          </a:xfrm>
          <a:prstGeom prst="rect">
            <a:avLst/>
          </a:prstGeom>
        </p:spPr>
      </p:pic>
      <p:sp>
        <p:nvSpPr>
          <p:cNvPr id="13" name="CuadroTexto 12">
            <a:extLst>
              <a:ext uri="{FF2B5EF4-FFF2-40B4-BE49-F238E27FC236}">
                <a16:creationId xmlns:a16="http://schemas.microsoft.com/office/drawing/2014/main" id="{B631D92F-5D1D-C342-057A-22C420191FA4}"/>
              </a:ext>
            </a:extLst>
          </p:cNvPr>
          <p:cNvSpPr txBox="1"/>
          <p:nvPr/>
        </p:nvSpPr>
        <p:spPr>
          <a:xfrm>
            <a:off x="942101" y="3481649"/>
            <a:ext cx="1613504" cy="584775"/>
          </a:xfrm>
          <a:prstGeom prst="rect">
            <a:avLst/>
          </a:prstGeom>
          <a:noFill/>
        </p:spPr>
        <p:txBody>
          <a:bodyPr wrap="square" rtlCol="0">
            <a:spAutoFit/>
          </a:bodyPr>
          <a:lstStyle/>
          <a:p>
            <a:r>
              <a:rPr lang="es-MX" sz="1600" dirty="0">
                <a:solidFill>
                  <a:schemeClr val="bg1"/>
                </a:solidFill>
              </a:rPr>
              <a:t>2 Mystery</a:t>
            </a:r>
          </a:p>
          <a:p>
            <a:r>
              <a:rPr lang="es-MX" sz="1600" b="1" dirty="0">
                <a:solidFill>
                  <a:schemeClr val="bg1"/>
                </a:solidFill>
              </a:rPr>
              <a:t>Barranquilla</a:t>
            </a:r>
            <a:endParaRPr lang="es-CO" sz="1600" b="1" dirty="0">
              <a:solidFill>
                <a:schemeClr val="bg1"/>
              </a:solidFill>
            </a:endParaRPr>
          </a:p>
        </p:txBody>
      </p:sp>
      <p:pic>
        <p:nvPicPr>
          <p:cNvPr id="15" name="Imagen 14">
            <a:extLst>
              <a:ext uri="{FF2B5EF4-FFF2-40B4-BE49-F238E27FC236}">
                <a16:creationId xmlns:a16="http://schemas.microsoft.com/office/drawing/2014/main" id="{CB394882-FA82-FD3E-F760-CA3C841AE538}"/>
              </a:ext>
            </a:extLst>
          </p:cNvPr>
          <p:cNvPicPr>
            <a:picLocks noChangeAspect="1"/>
          </p:cNvPicPr>
          <p:nvPr/>
        </p:nvPicPr>
        <p:blipFill>
          <a:blip r:embed="rId3">
            <a:biLevel thresh="75000"/>
          </a:blip>
          <a:stretch>
            <a:fillRect/>
          </a:stretch>
        </p:blipFill>
        <p:spPr>
          <a:xfrm>
            <a:off x="429131" y="4543528"/>
            <a:ext cx="463336" cy="463336"/>
          </a:xfrm>
          <a:prstGeom prst="rect">
            <a:avLst/>
          </a:prstGeom>
        </p:spPr>
      </p:pic>
      <p:sp>
        <p:nvSpPr>
          <p:cNvPr id="16" name="CuadroTexto 15">
            <a:extLst>
              <a:ext uri="{FF2B5EF4-FFF2-40B4-BE49-F238E27FC236}">
                <a16:creationId xmlns:a16="http://schemas.microsoft.com/office/drawing/2014/main" id="{C8855B4C-CC8F-17A7-9E86-D4BC610560BC}"/>
              </a:ext>
            </a:extLst>
          </p:cNvPr>
          <p:cNvSpPr txBox="1"/>
          <p:nvPr/>
        </p:nvSpPr>
        <p:spPr>
          <a:xfrm>
            <a:off x="917284" y="4524400"/>
            <a:ext cx="1613504" cy="584775"/>
          </a:xfrm>
          <a:prstGeom prst="rect">
            <a:avLst/>
          </a:prstGeom>
          <a:noFill/>
        </p:spPr>
        <p:txBody>
          <a:bodyPr wrap="square" rtlCol="0">
            <a:spAutoFit/>
          </a:bodyPr>
          <a:lstStyle/>
          <a:p>
            <a:r>
              <a:rPr lang="es-MX" sz="1600" dirty="0">
                <a:solidFill>
                  <a:schemeClr val="bg1"/>
                </a:solidFill>
              </a:rPr>
              <a:t>3 Mystery</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93C65E34-BF91-275B-5D7C-CBD2EBA79D86}"/>
              </a:ext>
            </a:extLst>
          </p:cNvPr>
          <p:cNvPicPr>
            <a:picLocks noChangeAspect="1"/>
          </p:cNvPicPr>
          <p:nvPr/>
        </p:nvPicPr>
        <p:blipFill>
          <a:blip r:embed="rId4"/>
          <a:stretch>
            <a:fillRect/>
          </a:stretch>
        </p:blipFill>
        <p:spPr>
          <a:xfrm>
            <a:off x="2990334" y="1951350"/>
            <a:ext cx="8072408" cy="1756800"/>
          </a:xfrm>
          <a:prstGeom prst="rect">
            <a:avLst/>
          </a:prstGeom>
        </p:spPr>
      </p:pic>
      <p:pic>
        <p:nvPicPr>
          <p:cNvPr id="19" name="Imagen 18">
            <a:extLst>
              <a:ext uri="{FF2B5EF4-FFF2-40B4-BE49-F238E27FC236}">
                <a16:creationId xmlns:a16="http://schemas.microsoft.com/office/drawing/2014/main" id="{2A36F0D3-998A-78BD-2955-B96F19364B63}"/>
              </a:ext>
            </a:extLst>
          </p:cNvPr>
          <p:cNvPicPr>
            <a:picLocks noChangeAspect="1"/>
          </p:cNvPicPr>
          <p:nvPr/>
        </p:nvPicPr>
        <p:blipFill>
          <a:blip r:embed="rId5"/>
          <a:stretch>
            <a:fillRect/>
          </a:stretch>
        </p:blipFill>
        <p:spPr>
          <a:xfrm>
            <a:off x="2990332" y="4413078"/>
            <a:ext cx="8072409" cy="1756800"/>
          </a:xfrm>
          <a:prstGeom prst="rect">
            <a:avLst/>
          </a:prstGeom>
        </p:spPr>
      </p:pic>
    </p:spTree>
    <p:extLst>
      <p:ext uri="{BB962C8B-B14F-4D97-AF65-F5344CB8AC3E}">
        <p14:creationId xmlns:p14="http://schemas.microsoft.com/office/powerpoint/2010/main" val="342973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B7A4-7FEE-C255-C88E-6291B7C1806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DDB5FB5-DBA7-32AF-7850-44C9AB9537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BFBC2EA-2855-C20B-54D3-EB6BED5DC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AAF4DEE6-769C-B912-0714-4AF45BCDF5A3}"/>
              </a:ext>
            </a:extLst>
          </p:cNvPr>
          <p:cNvSpPr txBox="1"/>
          <p:nvPr/>
        </p:nvSpPr>
        <p:spPr>
          <a:xfrm>
            <a:off x="3507698" y="843199"/>
            <a:ext cx="7966992" cy="738664"/>
          </a:xfrm>
          <a:prstGeom prst="rect">
            <a:avLst/>
          </a:prstGeom>
          <a:noFill/>
        </p:spPr>
        <p:txBody>
          <a:bodyPr wrap="square" lIns="91440" tIns="45720" rIns="91440" bIns="45720" rtlCol="0" anchor="t">
            <a:spAutoFit/>
          </a:bodyPr>
          <a:lstStyle/>
          <a:p>
            <a:r>
              <a:rPr lang="es-MX" sz="1400" dirty="0"/>
              <a:t>Evaluando los pdv se obtiene un resultado del Mystery de un 87% frente a los KPIS propuestos de gestión. </a:t>
            </a:r>
          </a:p>
          <a:p>
            <a:r>
              <a:rPr lang="es-MX" sz="1400" dirty="0"/>
              <a:t>Se evidencia oportunidad en todos los clústeres evaluados en cada uno de los canales. </a:t>
            </a:r>
            <a:endParaRPr lang="es-CO" sz="1400" dirty="0"/>
          </a:p>
        </p:txBody>
      </p:sp>
      <p:cxnSp>
        <p:nvCxnSpPr>
          <p:cNvPr id="9" name="Conector recto 8">
            <a:extLst>
              <a:ext uri="{FF2B5EF4-FFF2-40B4-BE49-F238E27FC236}">
                <a16:creationId xmlns:a16="http://schemas.microsoft.com/office/drawing/2014/main" id="{BD04800E-534E-910F-993C-E2246B4B7515}"/>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281AFCE6-2261-7527-935F-42662EFC9A0D}"/>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RESULTADOS OBTENIDOS</a:t>
            </a:r>
            <a:endParaRPr lang="es-CO" sz="1400" b="1" dirty="0"/>
          </a:p>
        </p:txBody>
      </p:sp>
      <p:sp>
        <p:nvSpPr>
          <p:cNvPr id="31" name="CuadroTexto 30">
            <a:extLst>
              <a:ext uri="{FF2B5EF4-FFF2-40B4-BE49-F238E27FC236}">
                <a16:creationId xmlns:a16="http://schemas.microsoft.com/office/drawing/2014/main" id="{29C5ECE4-EA9C-AB55-6217-E09024B4BBC3}"/>
              </a:ext>
            </a:extLst>
          </p:cNvPr>
          <p:cNvSpPr txBox="1"/>
          <p:nvPr/>
        </p:nvSpPr>
        <p:spPr>
          <a:xfrm>
            <a:off x="1052116" y="5466585"/>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93%</a:t>
            </a:r>
            <a:endParaRPr lang="es-CO" sz="2000" b="1" dirty="0">
              <a:solidFill>
                <a:schemeClr val="bg1"/>
              </a:solidFill>
              <a:latin typeface="Franklin Gothic Demi"/>
            </a:endParaRPr>
          </a:p>
        </p:txBody>
      </p:sp>
      <p:sp>
        <p:nvSpPr>
          <p:cNvPr id="34" name="CuadroTexto 33">
            <a:extLst>
              <a:ext uri="{FF2B5EF4-FFF2-40B4-BE49-F238E27FC236}">
                <a16:creationId xmlns:a16="http://schemas.microsoft.com/office/drawing/2014/main" id="{E05B9B16-CC31-890A-EB18-C198391ACA87}"/>
              </a:ext>
            </a:extLst>
          </p:cNvPr>
          <p:cNvSpPr txBox="1"/>
          <p:nvPr/>
        </p:nvSpPr>
        <p:spPr>
          <a:xfrm>
            <a:off x="148165" y="4457507"/>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CA99E943-61C2-001F-2E86-6BB504A8BCA5}"/>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MYSTERY PURINA</a:t>
            </a:r>
          </a:p>
          <a:p>
            <a:r>
              <a:rPr lang="es-MX" sz="1600" dirty="0"/>
              <a:t>Octubre</a:t>
            </a:r>
            <a:endParaRPr lang="es-CO" sz="1600" dirty="0"/>
          </a:p>
        </p:txBody>
      </p:sp>
      <p:sp>
        <p:nvSpPr>
          <p:cNvPr id="29" name="CuadroTexto 28">
            <a:extLst>
              <a:ext uri="{FF2B5EF4-FFF2-40B4-BE49-F238E27FC236}">
                <a16:creationId xmlns:a16="http://schemas.microsoft.com/office/drawing/2014/main" id="{FD6FA386-4DA2-F905-4FF4-15EB8127A018}"/>
              </a:ext>
            </a:extLst>
          </p:cNvPr>
          <p:cNvSpPr txBox="1"/>
          <p:nvPr/>
        </p:nvSpPr>
        <p:spPr>
          <a:xfrm>
            <a:off x="3612204" y="5162453"/>
            <a:ext cx="6674190" cy="1169551"/>
          </a:xfrm>
          <a:prstGeom prst="rect">
            <a:avLst/>
          </a:prstGeom>
          <a:noFill/>
          <a:ln w="3175">
            <a:solidFill>
              <a:schemeClr val="tx1"/>
            </a:solidFill>
          </a:ln>
        </p:spPr>
        <p:txBody>
          <a:bodyPr wrap="square" lIns="91440" tIns="45720" rIns="91440" bIns="45720" rtlCol="0" anchor="t">
            <a:spAutoFit/>
          </a:bodyPr>
          <a:lstStyle/>
          <a:p>
            <a:pPr algn="just"/>
            <a:r>
              <a:rPr lang="es-MX" sz="1400" dirty="0"/>
              <a:t>Las novedades identificadas se presentan sobre todo en los PDV de las ciudades de Bogotá y Cali, y se relacionan con el abordaje de los clientes en el PDV, se debe ahondar en habilidades comerciales para mejorar la labor de venta, capacitar al personal de tal forma que pueda manejar perfectamente el portafolio y responder asertivamente a las objeciones generadas por el shopper.</a:t>
            </a:r>
            <a:endParaRPr lang="es-MX" sz="1400" dirty="0">
              <a:highlight>
                <a:srgbClr val="FFFF00"/>
              </a:highlight>
              <a:latin typeface="+mj-lt"/>
            </a:endParaRPr>
          </a:p>
        </p:txBody>
      </p:sp>
      <p:graphicFrame>
        <p:nvGraphicFramePr>
          <p:cNvPr id="21" name="Gráfico 20">
            <a:extLst>
              <a:ext uri="{FF2B5EF4-FFF2-40B4-BE49-F238E27FC236}">
                <a16:creationId xmlns:a16="http://schemas.microsoft.com/office/drawing/2014/main" id="{9953217C-18DA-CBB4-48A3-E9B18F19458C}"/>
              </a:ext>
            </a:extLst>
          </p:cNvPr>
          <p:cNvGraphicFramePr/>
          <p:nvPr>
            <p:extLst>
              <p:ext uri="{D42A27DB-BD31-4B8C-83A1-F6EECF244321}">
                <p14:modId xmlns:p14="http://schemas.microsoft.com/office/powerpoint/2010/main" val="952374202"/>
              </p:ext>
            </p:extLst>
          </p:nvPr>
        </p:nvGraphicFramePr>
        <p:xfrm>
          <a:off x="440403" y="4981875"/>
          <a:ext cx="1847779" cy="1403409"/>
        </p:xfrm>
        <a:graphic>
          <a:graphicData uri="http://schemas.openxmlformats.org/drawingml/2006/chart">
            <c:chart xmlns:c="http://schemas.openxmlformats.org/drawingml/2006/chart" xmlns:r="http://schemas.openxmlformats.org/officeDocument/2006/relationships" r:id="rId4"/>
          </a:graphicData>
        </a:graphic>
      </p:graphicFrame>
      <p:pic>
        <p:nvPicPr>
          <p:cNvPr id="2" name="Imagen 1">
            <a:extLst>
              <a:ext uri="{FF2B5EF4-FFF2-40B4-BE49-F238E27FC236}">
                <a16:creationId xmlns:a16="http://schemas.microsoft.com/office/drawing/2014/main" id="{71F8047B-FD0A-725E-B960-675865150D31}"/>
              </a:ext>
            </a:extLst>
          </p:cNvPr>
          <p:cNvPicPr>
            <a:picLocks noChangeAspect="1"/>
          </p:cNvPicPr>
          <p:nvPr/>
        </p:nvPicPr>
        <p:blipFill>
          <a:blip r:embed="rId5">
            <a:biLevel thresh="75000"/>
          </a:blip>
          <a:stretch>
            <a:fillRect/>
          </a:stretch>
        </p:blipFill>
        <p:spPr>
          <a:xfrm>
            <a:off x="418792" y="1449329"/>
            <a:ext cx="463336" cy="463336"/>
          </a:xfrm>
          <a:prstGeom prst="rect">
            <a:avLst/>
          </a:prstGeom>
        </p:spPr>
      </p:pic>
      <p:sp>
        <p:nvSpPr>
          <p:cNvPr id="3" name="CuadroTexto 2">
            <a:extLst>
              <a:ext uri="{FF2B5EF4-FFF2-40B4-BE49-F238E27FC236}">
                <a16:creationId xmlns:a16="http://schemas.microsoft.com/office/drawing/2014/main" id="{06BABA66-8FC4-5423-BC26-3D93AF81BDE7}"/>
              </a:ext>
            </a:extLst>
          </p:cNvPr>
          <p:cNvSpPr txBox="1"/>
          <p:nvPr/>
        </p:nvSpPr>
        <p:spPr>
          <a:xfrm>
            <a:off x="906945" y="1430201"/>
            <a:ext cx="1613504" cy="584775"/>
          </a:xfrm>
          <a:prstGeom prst="rect">
            <a:avLst/>
          </a:prstGeom>
          <a:noFill/>
        </p:spPr>
        <p:txBody>
          <a:bodyPr wrap="square" rtlCol="0">
            <a:spAutoFit/>
          </a:bodyPr>
          <a:lstStyle/>
          <a:p>
            <a:r>
              <a:rPr lang="es-MX" sz="1600" dirty="0">
                <a:solidFill>
                  <a:schemeClr val="bg1"/>
                </a:solidFill>
              </a:rPr>
              <a:t> 2 Mystery</a:t>
            </a:r>
          </a:p>
          <a:p>
            <a:r>
              <a:rPr lang="es-MX" sz="1600" b="1" dirty="0">
                <a:solidFill>
                  <a:schemeClr val="bg1"/>
                </a:solidFill>
              </a:rPr>
              <a:t>Cali</a:t>
            </a:r>
            <a:endParaRPr lang="es-CO" sz="1600" b="1" dirty="0">
              <a:solidFill>
                <a:schemeClr val="bg1"/>
              </a:solidFill>
            </a:endParaRPr>
          </a:p>
        </p:txBody>
      </p:sp>
      <p:pic>
        <p:nvPicPr>
          <p:cNvPr id="5" name="Imagen 4">
            <a:extLst>
              <a:ext uri="{FF2B5EF4-FFF2-40B4-BE49-F238E27FC236}">
                <a16:creationId xmlns:a16="http://schemas.microsoft.com/office/drawing/2014/main" id="{9C026AFE-3DAD-A2BB-03E5-C3BA94909C10}"/>
              </a:ext>
            </a:extLst>
          </p:cNvPr>
          <p:cNvPicPr>
            <a:picLocks noChangeAspect="1"/>
          </p:cNvPicPr>
          <p:nvPr/>
        </p:nvPicPr>
        <p:blipFill>
          <a:blip r:embed="rId5">
            <a:biLevel thresh="75000"/>
          </a:blip>
          <a:stretch>
            <a:fillRect/>
          </a:stretch>
        </p:blipFill>
        <p:spPr>
          <a:xfrm>
            <a:off x="393975" y="2370641"/>
            <a:ext cx="463336" cy="463336"/>
          </a:xfrm>
          <a:prstGeom prst="rect">
            <a:avLst/>
          </a:prstGeom>
        </p:spPr>
      </p:pic>
      <p:sp>
        <p:nvSpPr>
          <p:cNvPr id="6" name="CuadroTexto 5">
            <a:extLst>
              <a:ext uri="{FF2B5EF4-FFF2-40B4-BE49-F238E27FC236}">
                <a16:creationId xmlns:a16="http://schemas.microsoft.com/office/drawing/2014/main" id="{C57FE07E-E4A1-39E1-BF4D-5CA4ECBC7F31}"/>
              </a:ext>
            </a:extLst>
          </p:cNvPr>
          <p:cNvSpPr txBox="1"/>
          <p:nvPr/>
        </p:nvSpPr>
        <p:spPr>
          <a:xfrm>
            <a:off x="882128" y="2351513"/>
            <a:ext cx="1613504" cy="584775"/>
          </a:xfrm>
          <a:prstGeom prst="rect">
            <a:avLst/>
          </a:prstGeom>
          <a:noFill/>
        </p:spPr>
        <p:txBody>
          <a:bodyPr wrap="square" rtlCol="0">
            <a:spAutoFit/>
          </a:bodyPr>
          <a:lstStyle/>
          <a:p>
            <a:r>
              <a:rPr lang="es-MX" sz="1600" dirty="0">
                <a:solidFill>
                  <a:schemeClr val="bg1"/>
                </a:solidFill>
              </a:rPr>
              <a:t>2 Mystery</a:t>
            </a:r>
          </a:p>
          <a:p>
            <a:r>
              <a:rPr lang="es-MX" sz="1600" b="1" dirty="0">
                <a:solidFill>
                  <a:schemeClr val="bg1"/>
                </a:solidFill>
              </a:rPr>
              <a:t>Barranquilla</a:t>
            </a:r>
            <a:endParaRPr lang="es-CO" sz="1600" b="1" dirty="0">
              <a:solidFill>
                <a:schemeClr val="bg1"/>
              </a:solidFill>
            </a:endParaRPr>
          </a:p>
        </p:txBody>
      </p:sp>
      <p:pic>
        <p:nvPicPr>
          <p:cNvPr id="14" name="Imagen 13">
            <a:extLst>
              <a:ext uri="{FF2B5EF4-FFF2-40B4-BE49-F238E27FC236}">
                <a16:creationId xmlns:a16="http://schemas.microsoft.com/office/drawing/2014/main" id="{B6C6107A-1712-3750-886E-A82AE9ED7E8A}"/>
              </a:ext>
            </a:extLst>
          </p:cNvPr>
          <p:cNvPicPr>
            <a:picLocks noChangeAspect="1"/>
          </p:cNvPicPr>
          <p:nvPr/>
        </p:nvPicPr>
        <p:blipFill>
          <a:blip r:embed="rId5">
            <a:biLevel thresh="75000"/>
          </a:blip>
          <a:stretch>
            <a:fillRect/>
          </a:stretch>
        </p:blipFill>
        <p:spPr>
          <a:xfrm>
            <a:off x="369158" y="3413392"/>
            <a:ext cx="463336" cy="463336"/>
          </a:xfrm>
          <a:prstGeom prst="rect">
            <a:avLst/>
          </a:prstGeom>
        </p:spPr>
      </p:pic>
      <p:sp>
        <p:nvSpPr>
          <p:cNvPr id="15" name="CuadroTexto 14">
            <a:extLst>
              <a:ext uri="{FF2B5EF4-FFF2-40B4-BE49-F238E27FC236}">
                <a16:creationId xmlns:a16="http://schemas.microsoft.com/office/drawing/2014/main" id="{7B222006-D34D-0D04-A1A3-647651C61B91}"/>
              </a:ext>
            </a:extLst>
          </p:cNvPr>
          <p:cNvSpPr txBox="1"/>
          <p:nvPr/>
        </p:nvSpPr>
        <p:spPr>
          <a:xfrm>
            <a:off x="857311" y="3394264"/>
            <a:ext cx="1613504" cy="584775"/>
          </a:xfrm>
          <a:prstGeom prst="rect">
            <a:avLst/>
          </a:prstGeom>
          <a:noFill/>
        </p:spPr>
        <p:txBody>
          <a:bodyPr wrap="square" rtlCol="0">
            <a:spAutoFit/>
          </a:bodyPr>
          <a:lstStyle/>
          <a:p>
            <a:r>
              <a:rPr lang="es-MX" sz="1600" dirty="0">
                <a:solidFill>
                  <a:schemeClr val="bg1"/>
                </a:solidFill>
              </a:rPr>
              <a:t>3 Mystery</a:t>
            </a:r>
          </a:p>
          <a:p>
            <a:r>
              <a:rPr lang="es-MX" sz="1600" b="1" dirty="0">
                <a:solidFill>
                  <a:schemeClr val="bg1"/>
                </a:solidFill>
              </a:rPr>
              <a:t>Bogotá</a:t>
            </a:r>
            <a:endParaRPr lang="es-CO" sz="1600" b="1" dirty="0">
              <a:solidFill>
                <a:schemeClr val="bg1"/>
              </a:solidFill>
            </a:endParaRPr>
          </a:p>
        </p:txBody>
      </p:sp>
      <p:pic>
        <p:nvPicPr>
          <p:cNvPr id="7" name="Imagen 6">
            <a:extLst>
              <a:ext uri="{FF2B5EF4-FFF2-40B4-BE49-F238E27FC236}">
                <a16:creationId xmlns:a16="http://schemas.microsoft.com/office/drawing/2014/main" id="{4A06942C-5F53-3271-58C6-D0F8AADC909B}"/>
              </a:ext>
            </a:extLst>
          </p:cNvPr>
          <p:cNvPicPr>
            <a:picLocks noChangeAspect="1"/>
          </p:cNvPicPr>
          <p:nvPr/>
        </p:nvPicPr>
        <p:blipFill>
          <a:blip r:embed="rId6"/>
          <a:stretch>
            <a:fillRect/>
          </a:stretch>
        </p:blipFill>
        <p:spPr>
          <a:xfrm>
            <a:off x="3583471" y="1645645"/>
            <a:ext cx="6674189" cy="1619250"/>
          </a:xfrm>
          <a:prstGeom prst="rect">
            <a:avLst/>
          </a:prstGeom>
        </p:spPr>
      </p:pic>
      <p:pic>
        <p:nvPicPr>
          <p:cNvPr id="11" name="Imagen 10">
            <a:extLst>
              <a:ext uri="{FF2B5EF4-FFF2-40B4-BE49-F238E27FC236}">
                <a16:creationId xmlns:a16="http://schemas.microsoft.com/office/drawing/2014/main" id="{080453FA-1F72-4C49-C7BF-23A86FDE25DA}"/>
              </a:ext>
            </a:extLst>
          </p:cNvPr>
          <p:cNvPicPr>
            <a:picLocks noChangeAspect="1"/>
          </p:cNvPicPr>
          <p:nvPr/>
        </p:nvPicPr>
        <p:blipFill>
          <a:blip r:embed="rId7"/>
          <a:stretch>
            <a:fillRect/>
          </a:stretch>
        </p:blipFill>
        <p:spPr>
          <a:xfrm>
            <a:off x="3583470" y="3319115"/>
            <a:ext cx="6674189" cy="1619249"/>
          </a:xfrm>
          <a:prstGeom prst="rect">
            <a:avLst/>
          </a:prstGeom>
        </p:spPr>
      </p:pic>
    </p:spTree>
    <p:extLst>
      <p:ext uri="{BB962C8B-B14F-4D97-AF65-F5344CB8AC3E}">
        <p14:creationId xmlns:p14="http://schemas.microsoft.com/office/powerpoint/2010/main" val="3135349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2952-CEA5-951C-9199-D0F42B5DBDB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3AA2379-C49A-40FA-9945-2F2C1B3462A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671CEC5A-D5B5-03CF-4980-01896B06B9E1}"/>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644BDCA9-2876-7713-D4AD-8FFE2E0B8B0B}"/>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OLIMPICA STO 053 PORTAL DEL PRADO - </a:t>
            </a:r>
            <a:r>
              <a:rPr lang="es-MX" sz="1800" b="1" i="0" u="none" strike="noStrike" dirty="0">
                <a:solidFill>
                  <a:srgbClr val="000000"/>
                </a:solidFill>
                <a:effectLst/>
                <a:latin typeface="Aptos Narrow" panose="020B0004020202020204" pitchFamily="34" charset="0"/>
              </a:rPr>
              <a:t>BARRANQUILLA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4D63C17C-2BB4-F6F7-8DE1-1793234DF85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DD770501-E6E1-9A62-19AC-5020EA09D1EF}"/>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https://drive.google.com/file/d/1V2kho2gbBJWjItMdJqfdpQ1itRjOv7GN/view?usp=drive_link</a:t>
            </a:r>
            <a:endParaRPr lang="es-CO" u="sng" dirty="0"/>
          </a:p>
        </p:txBody>
      </p:sp>
      <p:sp>
        <p:nvSpPr>
          <p:cNvPr id="2" name="CuadroTexto 1">
            <a:extLst>
              <a:ext uri="{FF2B5EF4-FFF2-40B4-BE49-F238E27FC236}">
                <a16:creationId xmlns:a16="http://schemas.microsoft.com/office/drawing/2014/main" id="{FEA26E1E-4ACA-672A-001E-BC93500F1F11}"/>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6" name="Imagen 5">
            <a:extLst>
              <a:ext uri="{FF2B5EF4-FFF2-40B4-BE49-F238E27FC236}">
                <a16:creationId xmlns:a16="http://schemas.microsoft.com/office/drawing/2014/main" id="{423F57F9-CBAA-2CCA-2798-26B3D07E77F6}"/>
              </a:ext>
            </a:extLst>
          </p:cNvPr>
          <p:cNvPicPr>
            <a:picLocks noChangeAspect="1"/>
          </p:cNvPicPr>
          <p:nvPr/>
        </p:nvPicPr>
        <p:blipFill>
          <a:blip r:embed="rId3"/>
          <a:stretch>
            <a:fillRect/>
          </a:stretch>
        </p:blipFill>
        <p:spPr>
          <a:xfrm>
            <a:off x="3020836" y="1194259"/>
            <a:ext cx="6527898" cy="2003908"/>
          </a:xfrm>
          <a:prstGeom prst="rect">
            <a:avLst/>
          </a:prstGeom>
        </p:spPr>
      </p:pic>
      <p:pic>
        <p:nvPicPr>
          <p:cNvPr id="5" name="Imagen 4" descr="Icono&#10;&#10;Descripción generada automáticamente">
            <a:extLst>
              <a:ext uri="{FF2B5EF4-FFF2-40B4-BE49-F238E27FC236}">
                <a16:creationId xmlns:a16="http://schemas.microsoft.com/office/drawing/2014/main" id="{76284FF0-B1E7-6358-0B01-15E6552A84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2549534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40438-B48A-2068-E54D-91B1EDF3B66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6CA6D66-F9E4-488A-F33B-89704E9D24E0}"/>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2FCCE087-7E4C-B085-6DE4-363BE3AA271A}"/>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CC63C1B-15C6-38F0-DFCC-D05E89BDF3B7}"/>
              </a:ext>
            </a:extLst>
          </p:cNvPr>
          <p:cNvSpPr txBox="1"/>
          <p:nvPr/>
        </p:nvSpPr>
        <p:spPr>
          <a:xfrm>
            <a:off x="2860851" y="165181"/>
            <a:ext cx="7492517" cy="923330"/>
          </a:xfrm>
          <a:prstGeom prst="rect">
            <a:avLst/>
          </a:prstGeom>
          <a:noFill/>
        </p:spPr>
        <p:txBody>
          <a:bodyPr wrap="square" rtlCol="0">
            <a:spAutoFit/>
          </a:bodyPr>
          <a:lstStyle/>
          <a:p>
            <a:r>
              <a:rPr lang="es-CO" b="1" dirty="0">
                <a:solidFill>
                  <a:srgbClr val="000000"/>
                </a:solidFill>
                <a:latin typeface="Aptos Narrow" panose="020B0004020202020204" pitchFamily="34" charset="0"/>
              </a:rPr>
              <a:t>DISTRIBUIDORA EL 9CITO S.A.S. </a:t>
            </a:r>
            <a:r>
              <a:rPr lang="es-MX" b="1" dirty="0">
                <a:solidFill>
                  <a:srgbClr val="000000"/>
                </a:solidFill>
                <a:latin typeface="Aptos Narrow" panose="020B0004020202020204" pitchFamily="34" charset="0"/>
              </a:rPr>
              <a:t>- </a:t>
            </a:r>
            <a:r>
              <a:rPr lang="es-MX" sz="1800" b="1" i="0" u="none" strike="noStrike" dirty="0">
                <a:solidFill>
                  <a:srgbClr val="000000"/>
                </a:solidFill>
                <a:effectLst/>
                <a:latin typeface="Aptos Narrow" panose="020B0004020202020204" pitchFamily="34" charset="0"/>
              </a:rPr>
              <a:t>BARRANQUILLA</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923EDEED-8653-C9FD-FDD0-A03AA6EF10BC}"/>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1565E58F-2F0B-F305-4892-FC848228E513}"/>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https://drive.google.com/file/d/1qs5pkcW_kUNLLvqOyKza37rFJbuSC4zv/view?usp=drive_link</a:t>
            </a:r>
            <a:endParaRPr lang="es-CO" sz="1600" u="sng" dirty="0">
              <a:solidFill>
                <a:srgbClr val="000000"/>
              </a:solidFill>
              <a:latin typeface="Aptos Narrow" panose="020B0004020202020204" pitchFamily="34" charset="0"/>
            </a:endParaRPr>
          </a:p>
        </p:txBody>
      </p:sp>
      <p:sp>
        <p:nvSpPr>
          <p:cNvPr id="2" name="CuadroTexto 1">
            <a:extLst>
              <a:ext uri="{FF2B5EF4-FFF2-40B4-BE49-F238E27FC236}">
                <a16:creationId xmlns:a16="http://schemas.microsoft.com/office/drawing/2014/main" id="{2B51FC17-FAFA-CCAF-8F68-255ED13F0C92}"/>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5" name="Imagen 4" descr="Icono&#10;&#10;Descripción generada automáticamente">
            <a:extLst>
              <a:ext uri="{FF2B5EF4-FFF2-40B4-BE49-F238E27FC236}">
                <a16:creationId xmlns:a16="http://schemas.microsoft.com/office/drawing/2014/main" id="{753213D4-329B-A371-2681-78C92E0F44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4" name="Imagen 3">
            <a:extLst>
              <a:ext uri="{FF2B5EF4-FFF2-40B4-BE49-F238E27FC236}">
                <a16:creationId xmlns:a16="http://schemas.microsoft.com/office/drawing/2014/main" id="{B387E497-3431-92CA-7A3A-4CC87AA88B5F}"/>
              </a:ext>
            </a:extLst>
          </p:cNvPr>
          <p:cNvPicPr>
            <a:picLocks noChangeAspect="1"/>
          </p:cNvPicPr>
          <p:nvPr/>
        </p:nvPicPr>
        <p:blipFill>
          <a:blip r:embed="rId4"/>
          <a:stretch>
            <a:fillRect/>
          </a:stretch>
        </p:blipFill>
        <p:spPr>
          <a:xfrm>
            <a:off x="3020833" y="1203780"/>
            <a:ext cx="6527898" cy="2003908"/>
          </a:xfrm>
          <a:prstGeom prst="rect">
            <a:avLst/>
          </a:prstGeom>
        </p:spPr>
      </p:pic>
    </p:spTree>
    <p:extLst>
      <p:ext uri="{BB962C8B-B14F-4D97-AF65-F5344CB8AC3E}">
        <p14:creationId xmlns:p14="http://schemas.microsoft.com/office/powerpoint/2010/main" val="1402810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0A1F5-BA2C-87A9-7067-4ED8202B6BC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A6747EF-4906-2603-C69D-58503E3D4DC3}"/>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C11B0196-6D1C-AA72-D075-109CDA1FE93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165D408B-AC6B-609B-FEBE-219986426F61}"/>
              </a:ext>
            </a:extLst>
          </p:cNvPr>
          <p:cNvSpPr txBox="1"/>
          <p:nvPr/>
        </p:nvSpPr>
        <p:spPr>
          <a:xfrm>
            <a:off x="2860851" y="165181"/>
            <a:ext cx="7492517" cy="923330"/>
          </a:xfrm>
          <a:prstGeom prst="rect">
            <a:avLst/>
          </a:prstGeom>
          <a:noFill/>
        </p:spPr>
        <p:txBody>
          <a:bodyPr wrap="square" rtlCol="0">
            <a:spAutoFit/>
          </a:bodyPr>
          <a:lstStyle/>
          <a:p>
            <a:r>
              <a:rPr lang="es-CO" b="1" dirty="0">
                <a:solidFill>
                  <a:srgbClr val="000000"/>
                </a:solidFill>
                <a:latin typeface="Aptos Narrow" panose="020B0004020202020204" pitchFamily="34" charset="0"/>
              </a:rPr>
              <a:t>CONCENTRADOS EL RANCHO LTDA DROGUERIA VETERINARIA –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60B62995-98C2-4E5B-EDA7-254986BCFA49}"/>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55847042-714F-D1DE-CC32-9C3808E554B2}"/>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https://drive.google.com/file/d/1zMBcPp-aUt2z1F26qRlr21etSUjbBfEQ/view?usp=drive_link</a:t>
            </a:r>
            <a:endParaRPr lang="es-CO" sz="1600" dirty="0">
              <a:solidFill>
                <a:srgbClr val="000000"/>
              </a:solidFill>
              <a:latin typeface="Aptos Narrow" panose="020B0004020202020204" pitchFamily="34" charset="0"/>
            </a:endParaRPr>
          </a:p>
        </p:txBody>
      </p:sp>
      <p:sp>
        <p:nvSpPr>
          <p:cNvPr id="11" name="CuadroTexto 10">
            <a:extLst>
              <a:ext uri="{FF2B5EF4-FFF2-40B4-BE49-F238E27FC236}">
                <a16:creationId xmlns:a16="http://schemas.microsoft.com/office/drawing/2014/main" id="{AC2060C1-0036-4183-E5A6-C2AE23FBDF77}"/>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castiga el portafolio y manejo de objeciones dado que no ofrece la marca proplan como primera opción, en cuanto a la labor de venta primero ofrece marcas de la competencia y luego si se enfoca en las marcas de purina.</a:t>
            </a:r>
          </a:p>
        </p:txBody>
      </p:sp>
      <p:pic>
        <p:nvPicPr>
          <p:cNvPr id="2" name="Imagen 1" descr="Icono&#10;&#10;Descripción generada automáticamente">
            <a:extLst>
              <a:ext uri="{FF2B5EF4-FFF2-40B4-BE49-F238E27FC236}">
                <a16:creationId xmlns:a16="http://schemas.microsoft.com/office/drawing/2014/main" id="{3200094B-5187-6C17-9521-89BFC25A5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4" name="Imagen 3">
            <a:extLst>
              <a:ext uri="{FF2B5EF4-FFF2-40B4-BE49-F238E27FC236}">
                <a16:creationId xmlns:a16="http://schemas.microsoft.com/office/drawing/2014/main" id="{31889944-8EF0-69D8-8B7E-B4417EBDBB7F}"/>
              </a:ext>
            </a:extLst>
          </p:cNvPr>
          <p:cNvPicPr>
            <a:picLocks noChangeAspect="1"/>
          </p:cNvPicPr>
          <p:nvPr/>
        </p:nvPicPr>
        <p:blipFill>
          <a:blip r:embed="rId4"/>
          <a:stretch>
            <a:fillRect/>
          </a:stretch>
        </p:blipFill>
        <p:spPr>
          <a:xfrm>
            <a:off x="3020833" y="1203780"/>
            <a:ext cx="6527897" cy="2003908"/>
          </a:xfrm>
          <a:prstGeom prst="rect">
            <a:avLst/>
          </a:prstGeom>
        </p:spPr>
      </p:pic>
    </p:spTree>
    <p:extLst>
      <p:ext uri="{BB962C8B-B14F-4D97-AF65-F5344CB8AC3E}">
        <p14:creationId xmlns:p14="http://schemas.microsoft.com/office/powerpoint/2010/main" val="4132532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C68AB-C63E-044C-DCE1-F2D38FD9846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FB04FE0-97D4-2D78-4FB3-1DCA490D4F6F}"/>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9D2DA463-7A40-7741-E405-1FD603D21268}"/>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68AA3A5-11FD-2498-0E60-F6DEBDA88BD1}"/>
              </a:ext>
            </a:extLst>
          </p:cNvPr>
          <p:cNvSpPr txBox="1"/>
          <p:nvPr/>
        </p:nvSpPr>
        <p:spPr>
          <a:xfrm>
            <a:off x="2860851" y="165181"/>
            <a:ext cx="7492517" cy="923330"/>
          </a:xfrm>
          <a:prstGeom prst="rect">
            <a:avLst/>
          </a:prstGeom>
          <a:noFill/>
        </p:spPr>
        <p:txBody>
          <a:bodyPr wrap="square" rtlCol="0">
            <a:spAutoFit/>
          </a:bodyPr>
          <a:lstStyle/>
          <a:p>
            <a:r>
              <a:rPr lang="es-CO" b="1" dirty="0">
                <a:solidFill>
                  <a:srgbClr val="000000"/>
                </a:solidFill>
                <a:latin typeface="Aptos Narrow" panose="020B0004020202020204" pitchFamily="34" charset="0"/>
              </a:rPr>
              <a:t>AGROCAMPO S.A.S. –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CEAD93B5-E501-5FC4-0ECE-68E9081E9514}"/>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5E6D3D20-6BF1-CB4F-B787-7C1D46358D06}"/>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https://drive.google.com/file/d/1cxMG4zZCKtNEm_qWIbwXGsRK1O0VMgqs/view?usp=drive_link</a:t>
            </a:r>
            <a:endParaRPr lang="es-CO" u="sng" dirty="0"/>
          </a:p>
        </p:txBody>
      </p:sp>
      <p:pic>
        <p:nvPicPr>
          <p:cNvPr id="2" name="Imagen 1" descr="Icono&#10;&#10;Descripción generada automáticamente">
            <a:extLst>
              <a:ext uri="{FF2B5EF4-FFF2-40B4-BE49-F238E27FC236}">
                <a16:creationId xmlns:a16="http://schemas.microsoft.com/office/drawing/2014/main" id="{15DFEAC1-6E48-446A-A684-6C8CE491A3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5" name="Imagen 4">
            <a:extLst>
              <a:ext uri="{FF2B5EF4-FFF2-40B4-BE49-F238E27FC236}">
                <a16:creationId xmlns:a16="http://schemas.microsoft.com/office/drawing/2014/main" id="{9FC26940-24BF-93D3-C280-7829DA204FED}"/>
              </a:ext>
            </a:extLst>
          </p:cNvPr>
          <p:cNvPicPr>
            <a:picLocks noChangeAspect="1"/>
          </p:cNvPicPr>
          <p:nvPr/>
        </p:nvPicPr>
        <p:blipFill>
          <a:blip r:embed="rId4"/>
          <a:stretch>
            <a:fillRect/>
          </a:stretch>
        </p:blipFill>
        <p:spPr>
          <a:xfrm>
            <a:off x="3020834" y="1203780"/>
            <a:ext cx="6527897" cy="2003908"/>
          </a:xfrm>
          <a:prstGeom prst="rect">
            <a:avLst/>
          </a:prstGeom>
        </p:spPr>
      </p:pic>
      <p:sp>
        <p:nvSpPr>
          <p:cNvPr id="6" name="CuadroTexto 5">
            <a:extLst>
              <a:ext uri="{FF2B5EF4-FFF2-40B4-BE49-F238E27FC236}">
                <a16:creationId xmlns:a16="http://schemas.microsoft.com/office/drawing/2014/main" id="{AA653D92-FB2D-188C-71AB-2DE6EDFCC98D}"/>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spTree>
    <p:extLst>
      <p:ext uri="{BB962C8B-B14F-4D97-AF65-F5344CB8AC3E}">
        <p14:creationId xmlns:p14="http://schemas.microsoft.com/office/powerpoint/2010/main" val="6472564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3312C-2EF9-8A86-49DB-B302A455C0D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613A6AF-7357-A67E-8598-F507CD5C929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9F06CEF6-7236-D6BE-E6AC-BEEB212685DF}"/>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1EA8A0B-8621-898F-CF98-23C59B11D321}"/>
              </a:ext>
            </a:extLst>
          </p:cNvPr>
          <p:cNvSpPr txBox="1"/>
          <p:nvPr/>
        </p:nvSpPr>
        <p:spPr>
          <a:xfrm>
            <a:off x="2860851" y="165181"/>
            <a:ext cx="7492517" cy="923330"/>
          </a:xfrm>
          <a:prstGeom prst="rect">
            <a:avLst/>
          </a:prstGeom>
          <a:noFill/>
        </p:spPr>
        <p:txBody>
          <a:bodyPr wrap="square" rtlCol="0">
            <a:spAutoFit/>
          </a:bodyPr>
          <a:lstStyle/>
          <a:p>
            <a:r>
              <a:rPr lang="es-CO" b="1" dirty="0">
                <a:solidFill>
                  <a:srgbClr val="000000"/>
                </a:solidFill>
                <a:latin typeface="Aptos Narrow" panose="020B0004020202020204" pitchFamily="34" charset="0"/>
              </a:rPr>
              <a:t>HOMECENTER CALLE 80 CR 68 -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A3629BD7-B7AB-A62D-CEFF-0079DA7CFFC5}"/>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4612DDB0-AD5B-56F8-71C1-470D22937DB4}"/>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https://drive.google.com/file/d/1XNNIpXZ42OxZj0ywkH8OMM2cdCtWSE3P/view?usp=drive_link</a:t>
            </a:r>
            <a:endParaRPr lang="es-CO" u="sng" dirty="0"/>
          </a:p>
        </p:txBody>
      </p:sp>
      <p:sp>
        <p:nvSpPr>
          <p:cNvPr id="2" name="CuadroTexto 1">
            <a:extLst>
              <a:ext uri="{FF2B5EF4-FFF2-40B4-BE49-F238E27FC236}">
                <a16:creationId xmlns:a16="http://schemas.microsoft.com/office/drawing/2014/main" id="{2BA5428D-6A82-547D-1FDE-C2C0003207A2}"/>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6" name="Imagen 5">
            <a:extLst>
              <a:ext uri="{FF2B5EF4-FFF2-40B4-BE49-F238E27FC236}">
                <a16:creationId xmlns:a16="http://schemas.microsoft.com/office/drawing/2014/main" id="{A3126FCF-72F1-536E-89EC-90EEA78556A5}"/>
              </a:ext>
            </a:extLst>
          </p:cNvPr>
          <p:cNvPicPr>
            <a:picLocks noChangeAspect="1"/>
          </p:cNvPicPr>
          <p:nvPr/>
        </p:nvPicPr>
        <p:blipFill>
          <a:blip r:embed="rId3"/>
          <a:stretch>
            <a:fillRect/>
          </a:stretch>
        </p:blipFill>
        <p:spPr>
          <a:xfrm>
            <a:off x="3020836" y="1194259"/>
            <a:ext cx="6527898" cy="2003908"/>
          </a:xfrm>
          <a:prstGeom prst="rect">
            <a:avLst/>
          </a:prstGeom>
        </p:spPr>
      </p:pic>
      <p:pic>
        <p:nvPicPr>
          <p:cNvPr id="5" name="Imagen 4" descr="Icono&#10;&#10;Descripción generada automáticamente">
            <a:extLst>
              <a:ext uri="{FF2B5EF4-FFF2-40B4-BE49-F238E27FC236}">
                <a16:creationId xmlns:a16="http://schemas.microsoft.com/office/drawing/2014/main" id="{B877AA2E-4D37-FEC9-9362-F9F87320FB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2118766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C2ECE-B13F-970C-FBC8-3B79451981D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05C490F-6124-9A31-37E1-1F82D5DAAA8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174BCBB5-D4EE-3CF3-7BF0-1DF6D1A212AC}"/>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0E2745FE-A0F9-27E0-71F2-773BAF3F720B}"/>
              </a:ext>
            </a:extLst>
          </p:cNvPr>
          <p:cNvSpPr txBox="1"/>
          <p:nvPr/>
        </p:nvSpPr>
        <p:spPr>
          <a:xfrm>
            <a:off x="2860851" y="165181"/>
            <a:ext cx="7492517" cy="923330"/>
          </a:xfrm>
          <a:prstGeom prst="rect">
            <a:avLst/>
          </a:prstGeom>
          <a:noFill/>
        </p:spPr>
        <p:txBody>
          <a:bodyPr wrap="square" rtlCol="0">
            <a:spAutoFit/>
          </a:bodyPr>
          <a:lstStyle/>
          <a:p>
            <a:r>
              <a:rPr lang="es-CO" b="1" dirty="0">
                <a:solidFill>
                  <a:srgbClr val="000000"/>
                </a:solidFill>
                <a:latin typeface="Aptos Narrow" panose="020B0004020202020204" pitchFamily="34" charset="0"/>
              </a:rPr>
              <a:t>AGRO LA HACIENDA SAS SUR - CALI</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A5A37219-4E80-AFD6-6C54-80902834497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A49F2CA2-9CE3-D419-32BB-88B456FF0B65}"/>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https://drive.google.com/file/d/101C_-PTkNbwIn4WwTMITBjN-Ns6rrLpH/view?usp=drive_link</a:t>
            </a:r>
            <a:endParaRPr lang="es-CO" u="sng" dirty="0"/>
          </a:p>
        </p:txBody>
      </p:sp>
      <p:sp>
        <p:nvSpPr>
          <p:cNvPr id="5" name="CuadroTexto 4">
            <a:extLst>
              <a:ext uri="{FF2B5EF4-FFF2-40B4-BE49-F238E27FC236}">
                <a16:creationId xmlns:a16="http://schemas.microsoft.com/office/drawing/2014/main" id="{20A34FFA-D8B6-B012-9C6B-FFF26F57682C}"/>
              </a:ext>
            </a:extLst>
          </p:cNvPr>
          <p:cNvSpPr txBox="1"/>
          <p:nvPr/>
        </p:nvSpPr>
        <p:spPr>
          <a:xfrm>
            <a:off x="3020834" y="4094081"/>
            <a:ext cx="6527898" cy="1077218"/>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latin typeface="+mj-lt"/>
              </a:rPr>
              <a:t>No se evidencia que genere o intente generar un cierre de venta con el mystery.</a:t>
            </a:r>
          </a:p>
        </p:txBody>
      </p:sp>
      <p:pic>
        <p:nvPicPr>
          <p:cNvPr id="6" name="Imagen 5" descr="Icono&#10;&#10;Descripción generada automáticamente">
            <a:extLst>
              <a:ext uri="{FF2B5EF4-FFF2-40B4-BE49-F238E27FC236}">
                <a16:creationId xmlns:a16="http://schemas.microsoft.com/office/drawing/2014/main" id="{63C17357-0230-100E-48E4-3703AFE108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4" name="Imagen 3">
            <a:extLst>
              <a:ext uri="{FF2B5EF4-FFF2-40B4-BE49-F238E27FC236}">
                <a16:creationId xmlns:a16="http://schemas.microsoft.com/office/drawing/2014/main" id="{C0BA5C7B-C103-77C9-997E-737FC0C3DC6F}"/>
              </a:ext>
            </a:extLst>
          </p:cNvPr>
          <p:cNvPicPr>
            <a:picLocks noChangeAspect="1"/>
          </p:cNvPicPr>
          <p:nvPr/>
        </p:nvPicPr>
        <p:blipFill>
          <a:blip r:embed="rId4"/>
          <a:stretch>
            <a:fillRect/>
          </a:stretch>
        </p:blipFill>
        <p:spPr>
          <a:xfrm>
            <a:off x="3020834" y="1182506"/>
            <a:ext cx="6527898" cy="2003908"/>
          </a:xfrm>
          <a:prstGeom prst="rect">
            <a:avLst/>
          </a:prstGeom>
        </p:spPr>
      </p:pic>
    </p:spTree>
    <p:extLst>
      <p:ext uri="{BB962C8B-B14F-4D97-AF65-F5344CB8AC3E}">
        <p14:creationId xmlns:p14="http://schemas.microsoft.com/office/powerpoint/2010/main" val="4191660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A4C35-C954-7B3F-AA06-0155DA51AB3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254DE3BE-8B1B-7FAA-7E67-20C55867808F}"/>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448C3156-4C16-3A6C-63F6-A4665BC4AC0F}"/>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A66DC645-DE56-2EF0-CD3A-D7263C64FCE0}"/>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SURTIFAMILIAR ALCAZARES -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6036D550-9183-D50F-90FB-60CD7E76F1D9}"/>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B4742446-4754-38C3-5F11-1AB17C37D33F}"/>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https://drive.google.com/file/d/1BvPaNNfNAhHowCXPr8OCYE3raKM6TYYQ/view?usp=drive_link</a:t>
            </a:r>
            <a:endParaRPr lang="es-CO" u="sng" dirty="0"/>
          </a:p>
        </p:txBody>
      </p:sp>
      <p:sp>
        <p:nvSpPr>
          <p:cNvPr id="2" name="CuadroTexto 1">
            <a:extLst>
              <a:ext uri="{FF2B5EF4-FFF2-40B4-BE49-F238E27FC236}">
                <a16:creationId xmlns:a16="http://schemas.microsoft.com/office/drawing/2014/main" id="{64758085-AC22-3707-5227-9B6A02545A13}"/>
              </a:ext>
            </a:extLst>
          </p:cNvPr>
          <p:cNvSpPr txBox="1"/>
          <p:nvPr/>
        </p:nvSpPr>
        <p:spPr>
          <a:xfrm>
            <a:off x="3020834" y="4094081"/>
            <a:ext cx="6527898" cy="2554545"/>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b="1" dirty="0"/>
              <a:t>Comenzar a revisar desde el minuto 2:30</a:t>
            </a:r>
          </a:p>
          <a:p>
            <a:pPr marL="285750" indent="-285750" algn="just">
              <a:buFont typeface="Wingdings" panose="05000000000000000000" pitchFamily="2" charset="2"/>
              <a:buChar char="Ø"/>
            </a:pPr>
            <a:r>
              <a:rPr lang="es-MX" sz="1600" dirty="0"/>
              <a:t>No realiza abordaje proactivo, el mystery está por más de 2 minutos en el lineal y luego debe acercarse para recibir la asesoría.</a:t>
            </a:r>
          </a:p>
          <a:p>
            <a:pPr marL="285750" indent="-285750" algn="just">
              <a:buFont typeface="Wingdings" panose="05000000000000000000" pitchFamily="2" charset="2"/>
              <a:buChar char="Ø"/>
            </a:pPr>
            <a:r>
              <a:rPr lang="es-MX" sz="1600" dirty="0"/>
              <a:t>Se evidencia que el área de demostración no se encuentra limpio, hay productos con polvo.</a:t>
            </a:r>
          </a:p>
          <a:p>
            <a:pPr marL="285750" indent="-285750" algn="just">
              <a:buFont typeface="Wingdings" panose="05000000000000000000" pitchFamily="2" charset="2"/>
              <a:buChar char="Ø"/>
            </a:pPr>
            <a:r>
              <a:rPr lang="es-MX" sz="1600" dirty="0">
                <a:latin typeface="+mj-lt"/>
              </a:rPr>
              <a:t>No tiene claras las dinámicas comerciales del PDV, en general la labor de venta no es la adecuada, la chica está más preocupada por realizar surtido que por brindar acompañamiento al cliente.</a:t>
            </a:r>
          </a:p>
        </p:txBody>
      </p:sp>
      <p:pic>
        <p:nvPicPr>
          <p:cNvPr id="5" name="Imagen 4" descr="Icono&#10;&#10;Descripción generada automáticamente">
            <a:extLst>
              <a:ext uri="{FF2B5EF4-FFF2-40B4-BE49-F238E27FC236}">
                <a16:creationId xmlns:a16="http://schemas.microsoft.com/office/drawing/2014/main" id="{CF97A416-B3E9-A094-9A76-17BEFAE61B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4" name="Imagen 3">
            <a:extLst>
              <a:ext uri="{FF2B5EF4-FFF2-40B4-BE49-F238E27FC236}">
                <a16:creationId xmlns:a16="http://schemas.microsoft.com/office/drawing/2014/main" id="{25B8DD76-89E2-77D5-A481-9B142299CD19}"/>
              </a:ext>
            </a:extLst>
          </p:cNvPr>
          <p:cNvPicPr>
            <a:picLocks noChangeAspect="1"/>
          </p:cNvPicPr>
          <p:nvPr/>
        </p:nvPicPr>
        <p:blipFill>
          <a:blip r:embed="rId4"/>
          <a:stretch>
            <a:fillRect/>
          </a:stretch>
        </p:blipFill>
        <p:spPr>
          <a:xfrm>
            <a:off x="3020834" y="1213303"/>
            <a:ext cx="6527898" cy="2003908"/>
          </a:xfrm>
          <a:prstGeom prst="rect">
            <a:avLst/>
          </a:prstGeom>
        </p:spPr>
      </p:pic>
    </p:spTree>
    <p:extLst>
      <p:ext uri="{BB962C8B-B14F-4D97-AF65-F5344CB8AC3E}">
        <p14:creationId xmlns:p14="http://schemas.microsoft.com/office/powerpoint/2010/main" val="1400296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EF0ED-2881-9C42-2292-92FFD6F9AD6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02CAD49-71B0-6960-B7E9-CCA1A2FF9A0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69119ADF-8470-D451-2D33-1C9922DDF85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5B71B624-8335-4512-DA4C-EF7EE64FF616}"/>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SUPAPA REFUGIO -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95AD48C2-AD22-F75F-A0D1-D3FA508FF326}"/>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518CA6F3-BE07-4244-7D5E-6E7D573F23B6}"/>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20EE4ACA-59EE-FFEC-19FE-E9C36071562E}"/>
              </a:ext>
            </a:extLst>
          </p:cNvPr>
          <p:cNvSpPr txBox="1"/>
          <p:nvPr/>
        </p:nvSpPr>
        <p:spPr>
          <a:xfrm>
            <a:off x="2877350" y="3104933"/>
            <a:ext cx="6611424" cy="1754326"/>
          </a:xfrm>
          <a:prstGeom prst="rect">
            <a:avLst/>
          </a:prstGeom>
          <a:noFill/>
        </p:spPr>
        <p:txBody>
          <a:bodyPr wrap="square">
            <a:spAutoFit/>
          </a:bodyPr>
          <a:lstStyle/>
          <a:p>
            <a:r>
              <a:rPr lang="es-CO" u="sng" dirty="0">
                <a:hlinkClick r:id="rId2"/>
              </a:rPr>
              <a:t>https://drive.google.com/file/d/1-KqF0jqq9ZulKyPCYfoFIu01X5Q6OhGv/view?usp=drive_link</a:t>
            </a:r>
            <a:endParaRPr lang="es-CO" u="sng" dirty="0"/>
          </a:p>
          <a:p>
            <a:endParaRPr lang="es-CO" dirty="0">
              <a:solidFill>
                <a:srgbClr val="000000"/>
              </a:solidFill>
              <a:latin typeface="Aptos Narrow" panose="020B0004020202020204" pitchFamily="34" charset="0"/>
            </a:endParaRPr>
          </a:p>
          <a:p>
            <a:r>
              <a:rPr lang="es-CO" u="sng" dirty="0">
                <a:hlinkClick r:id="rId3"/>
              </a:rPr>
              <a:t>https://drive.google.com/file/d/1PlBsc-lWvPYbczTR3KLuZOoZLDU9U_3-/view?usp=drive_link</a:t>
            </a:r>
            <a:endParaRPr lang="es-CO" u="sng" dirty="0"/>
          </a:p>
          <a:p>
            <a:endParaRPr lang="es-CO" dirty="0"/>
          </a:p>
        </p:txBody>
      </p:sp>
      <p:sp>
        <p:nvSpPr>
          <p:cNvPr id="5" name="CuadroTexto 4">
            <a:extLst>
              <a:ext uri="{FF2B5EF4-FFF2-40B4-BE49-F238E27FC236}">
                <a16:creationId xmlns:a16="http://schemas.microsoft.com/office/drawing/2014/main" id="{0DFFE4B8-13FB-ABB0-BFBC-74FFCE8618FA}"/>
              </a:ext>
            </a:extLst>
          </p:cNvPr>
          <p:cNvSpPr txBox="1"/>
          <p:nvPr/>
        </p:nvSpPr>
        <p:spPr>
          <a:xfrm>
            <a:off x="2877350" y="1774768"/>
            <a:ext cx="6611424" cy="830997"/>
          </a:xfrm>
          <a:prstGeom prst="rect">
            <a:avLst/>
          </a:prstGeom>
          <a:noFill/>
          <a:ln>
            <a:solidFill>
              <a:schemeClr val="tx1"/>
            </a:solidFill>
          </a:ln>
        </p:spPr>
        <p:txBody>
          <a:bodyPr wrap="square" rtlCol="0">
            <a:spAutoFit/>
          </a:bodyPr>
          <a:lstStyle/>
          <a:p>
            <a:r>
              <a:rPr lang="es-CO" sz="1600" dirty="0"/>
              <a:t>LA MERCADERISTA NO SE ENCUENTRA EN EL PDV SE REPORTA Y LA SUPERVISORA INFORMA QUE NO ESTA EN EL PDV POR QUE ESTA APOYANDO UNA ACTIVIDAD EN EL AUTOSERVICIO EL JARDIN</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127EEF72-AF88-03B9-7DC5-5042AE6337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11384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AD0E7-2B7B-667A-4307-485C571451D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C0DEFDA5-1905-5C08-98DB-DD17F34DF94A}"/>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26347A50-928A-0B72-CFF3-A84A2ECEEA9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D783B2E-FEBD-AA35-8C2B-274BC52DB4F5}"/>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SURTIFAMILIAR CACHIPAY </a:t>
            </a:r>
            <a:r>
              <a:rPr lang="es-MX" sz="1800" b="1" i="0" u="none" strike="noStrike" dirty="0">
                <a:solidFill>
                  <a:srgbClr val="000000"/>
                </a:solidFill>
                <a:effectLst/>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503C8B67-43B7-06FD-1E4B-9432820EC89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FA2F8280-C81F-2DA5-1EE1-458BEA64278D}"/>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0805D2D7-C0A0-4238-9604-007798E8B9CC}"/>
              </a:ext>
            </a:extLst>
          </p:cNvPr>
          <p:cNvSpPr txBox="1"/>
          <p:nvPr/>
        </p:nvSpPr>
        <p:spPr>
          <a:xfrm>
            <a:off x="2877350" y="3151023"/>
            <a:ext cx="6551463" cy="1754326"/>
          </a:xfrm>
          <a:prstGeom prst="rect">
            <a:avLst/>
          </a:prstGeom>
          <a:noFill/>
        </p:spPr>
        <p:txBody>
          <a:bodyPr wrap="square">
            <a:spAutoFit/>
          </a:bodyPr>
          <a:lstStyle/>
          <a:p>
            <a:r>
              <a:rPr lang="es-CO" u="sng" dirty="0">
                <a:hlinkClick r:id="rId2"/>
              </a:rPr>
              <a:t>https://drive.google.com/file/d/1XzqCY952ZxvIOF11_HsuGZv7tW4av05f/view?usp=drive_link</a:t>
            </a:r>
            <a:endParaRPr lang="es-CO" u="sng" dirty="0"/>
          </a:p>
          <a:p>
            <a:endParaRPr lang="es-CO" dirty="0">
              <a:solidFill>
                <a:srgbClr val="000000"/>
              </a:solidFill>
              <a:latin typeface="Aptos Narrow" panose="020B0004020202020204" pitchFamily="34" charset="0"/>
            </a:endParaRPr>
          </a:p>
          <a:p>
            <a:r>
              <a:rPr lang="es-CO" u="sng" dirty="0">
                <a:hlinkClick r:id="rId3"/>
              </a:rPr>
              <a:t>https://drive.google.com/file/d/1McbjbQM0sMdh0iWVBP557RdHmZpxmyzx/view?usp=drive_link</a:t>
            </a:r>
            <a:endParaRPr lang="es-CO" u="sng" dirty="0"/>
          </a:p>
          <a:p>
            <a:endParaRPr lang="es-CO" dirty="0"/>
          </a:p>
        </p:txBody>
      </p:sp>
      <p:sp>
        <p:nvSpPr>
          <p:cNvPr id="5" name="CuadroTexto 4">
            <a:extLst>
              <a:ext uri="{FF2B5EF4-FFF2-40B4-BE49-F238E27FC236}">
                <a16:creationId xmlns:a16="http://schemas.microsoft.com/office/drawing/2014/main" id="{327C5E83-9DA9-6D16-1A70-340204D54B8A}"/>
              </a:ext>
            </a:extLst>
          </p:cNvPr>
          <p:cNvSpPr txBox="1"/>
          <p:nvPr/>
        </p:nvSpPr>
        <p:spPr>
          <a:xfrm>
            <a:off x="2877350" y="2051767"/>
            <a:ext cx="6551463" cy="830997"/>
          </a:xfrm>
          <a:prstGeom prst="rect">
            <a:avLst/>
          </a:prstGeom>
          <a:noFill/>
          <a:ln>
            <a:solidFill>
              <a:schemeClr val="tx1"/>
            </a:solidFill>
          </a:ln>
        </p:spPr>
        <p:txBody>
          <a:bodyPr wrap="square" rtlCol="0">
            <a:spAutoFit/>
          </a:bodyPr>
          <a:lstStyle/>
          <a:p>
            <a:r>
              <a:rPr lang="es-CO" sz="1600" dirty="0"/>
              <a:t>SE INGRESA AL PDV A LAS 8:52, EL MERCADERISTA YA HABÍA SALIDO DEL PDV Y LA MALLA HORARIA ESTABA PROGRAMADA DE 8 A 10 POR LO TANTO NO SE PUDO REALIZAREL MYSTERY</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0F0B82DC-0037-1539-5BA6-57C5462883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3466042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0D363-22FB-0167-1AEC-4210366119E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CEC202C-0003-BB2D-42EE-0B4435FB8D1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05D53E87-9F23-A22C-2547-0DF1F4F52E98}"/>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EAEC1A9-BC3E-83F3-7E36-EA16B624E7FE}"/>
              </a:ext>
            </a:extLst>
          </p:cNvPr>
          <p:cNvSpPr txBox="1"/>
          <p:nvPr/>
        </p:nvSpPr>
        <p:spPr>
          <a:xfrm>
            <a:off x="2877350" y="272904"/>
            <a:ext cx="6143624" cy="369332"/>
          </a:xfrm>
          <a:prstGeom prst="rect">
            <a:avLst/>
          </a:prstGeom>
          <a:noFill/>
        </p:spPr>
        <p:txBody>
          <a:bodyPr wrap="square" lIns="91440" tIns="45720" rIns="91440" bIns="45720" rtlCol="0" anchor="t">
            <a:spAutoFit/>
          </a:bodyPr>
          <a:lstStyle/>
          <a:p>
            <a:r>
              <a:rPr lang="es-MX" dirty="0">
                <a:latin typeface="Franklin Gothic Demi"/>
              </a:rPr>
              <a:t>PLANES DE ACCIÓN</a:t>
            </a:r>
            <a:endParaRPr lang="es-MX" dirty="0">
              <a:latin typeface="Franklin Gothic Demi" panose="020B0703020102020204" pitchFamily="34" charset="0"/>
            </a:endParaRPr>
          </a:p>
        </p:txBody>
      </p:sp>
      <p:sp>
        <p:nvSpPr>
          <p:cNvPr id="7" name="Rectangle 3">
            <a:extLst>
              <a:ext uri="{FF2B5EF4-FFF2-40B4-BE49-F238E27FC236}">
                <a16:creationId xmlns:a16="http://schemas.microsoft.com/office/drawing/2014/main" id="{3C6363B1-09DA-100B-8CBE-639B6623CA69}"/>
              </a:ext>
            </a:extLst>
          </p:cNvPr>
          <p:cNvSpPr>
            <a:spLocks noChangeArrowheads="1"/>
          </p:cNvSpPr>
          <p:nvPr/>
        </p:nvSpPr>
        <p:spPr bwMode="auto">
          <a:xfrm>
            <a:off x="3052915" y="1239571"/>
            <a:ext cx="8797907" cy="3046988"/>
          </a:xfrm>
          <a:prstGeom prst="rect">
            <a:avLst/>
          </a:prstGeom>
          <a:noFill/>
        </p:spPr>
        <p:txBody>
          <a:bodyPr wrap="square">
            <a:spAutoFit/>
          </a:bodyPr>
          <a:lstStyle/>
          <a:p>
            <a:r>
              <a:rPr lang="es-MX" sz="1600" b="1" dirty="0"/>
              <a:t>Portafolio y Manejo de Objeciones: </a:t>
            </a:r>
            <a:endParaRPr lang="es-CO" altLang="es-CO" sz="1600" dirty="0"/>
          </a:p>
          <a:p>
            <a:pPr marL="285750" indent="-285750">
              <a:buFont typeface="Arial" panose="020B0604020202020204" pitchFamily="34" charset="0"/>
              <a:buChar char="•"/>
            </a:pPr>
            <a:r>
              <a:rPr lang="es-CO" altLang="es-CO" sz="1600" dirty="0"/>
              <a:t>Capacitación en argumentación de ventas: Realizar talleres prácticos sobre los beneficios del portafolio y cómo responder objeciones comunes.</a:t>
            </a:r>
          </a:p>
          <a:p>
            <a:pPr marL="285750" indent="-285750">
              <a:buFont typeface="Arial" panose="020B0604020202020204" pitchFamily="34" charset="0"/>
              <a:buChar char="•"/>
            </a:pPr>
            <a:r>
              <a:rPr lang="es-CO" altLang="es-CO" sz="1600" dirty="0"/>
              <a:t>Guías rápidas de objeciones: Crear material de consulta rápida con respuestas efectivas a dudas frecuentes.</a:t>
            </a:r>
          </a:p>
          <a:p>
            <a:pPr marL="285750" indent="-285750">
              <a:buFont typeface="Arial" panose="020B0604020202020204" pitchFamily="34" charset="0"/>
              <a:buChar char="•"/>
            </a:pPr>
            <a:r>
              <a:rPr lang="es-CO" altLang="es-CO" sz="1600" dirty="0"/>
              <a:t>Role </a:t>
            </a:r>
            <a:r>
              <a:rPr lang="es-CO" altLang="es-CO" sz="1600" dirty="0" err="1"/>
              <a:t>playing</a:t>
            </a:r>
            <a:r>
              <a:rPr lang="es-CO" altLang="es-CO" sz="1600" dirty="0"/>
              <a:t> semanal: Simulaciones de ventas para mejorar la confianza en la argumentación</a:t>
            </a:r>
          </a:p>
          <a:p>
            <a:pPr marL="285750" indent="-285750">
              <a:buFont typeface="Arial" panose="020B0604020202020204" pitchFamily="34" charset="0"/>
              <a:buChar char="•"/>
            </a:pPr>
            <a:endParaRPr lang="es-CO" altLang="es-CO" sz="1600" dirty="0"/>
          </a:p>
          <a:p>
            <a:r>
              <a:rPr lang="es-CO" sz="1600" b="1" dirty="0"/>
              <a:t>Labor de Venta</a:t>
            </a:r>
            <a:r>
              <a:rPr lang="es-CO" sz="1600" dirty="0"/>
              <a:t> </a:t>
            </a:r>
            <a:r>
              <a:rPr lang="es-MX" sz="1600" b="1" dirty="0"/>
              <a:t>: </a:t>
            </a:r>
            <a:endParaRPr lang="es-CO" altLang="es-CO" sz="1600" dirty="0"/>
          </a:p>
          <a:p>
            <a:pPr marL="285750" indent="-285750">
              <a:buFont typeface="Arial" panose="020B0604020202020204" pitchFamily="34" charset="0"/>
              <a:buChar char="•"/>
            </a:pPr>
            <a:r>
              <a:rPr lang="es-CO" altLang="es-CO" sz="1600" dirty="0"/>
              <a:t>Entrenamiento en técnicas de cierre de ventas: Reforzar la venta consultiva con enfoque en necesidades del cliente.</a:t>
            </a:r>
          </a:p>
          <a:p>
            <a:pPr marL="285750" indent="-285750">
              <a:buFont typeface="Arial" panose="020B0604020202020204" pitchFamily="34" charset="0"/>
              <a:buChar char="•"/>
            </a:pPr>
            <a:r>
              <a:rPr lang="es-CO" altLang="es-CO" sz="1600" dirty="0"/>
              <a:t>Seguimiento con evaluaciones internas: </a:t>
            </a:r>
            <a:r>
              <a:rPr lang="es-CO" altLang="es-CO" sz="1600" dirty="0" err="1"/>
              <a:t>Mistery</a:t>
            </a:r>
            <a:r>
              <a:rPr lang="es-CO" altLang="es-CO" sz="1600" dirty="0"/>
              <a:t> </a:t>
            </a:r>
            <a:r>
              <a:rPr lang="es-CO" altLang="es-CO" sz="1600" dirty="0" err="1"/>
              <a:t>shoppers</a:t>
            </a:r>
            <a:r>
              <a:rPr lang="es-CO" altLang="es-CO" sz="1600" dirty="0"/>
              <a:t> internos para validar mejoras.</a:t>
            </a:r>
          </a:p>
          <a:p>
            <a:pPr marL="285750" indent="-285750">
              <a:buFont typeface="Arial" panose="020B0604020202020204" pitchFamily="34" charset="0"/>
              <a:buChar char="•"/>
            </a:pPr>
            <a:r>
              <a:rPr lang="es-CO" altLang="es-CO" sz="1600" dirty="0"/>
              <a:t>Incentivos por conversión: Recompensar a asesores con mayores tasas de cierre.</a:t>
            </a:r>
          </a:p>
        </p:txBody>
      </p:sp>
      <p:pic>
        <p:nvPicPr>
          <p:cNvPr id="2" name="Imagen 1" descr="Icono&#10;&#10;Descripción generada automáticamente">
            <a:extLst>
              <a:ext uri="{FF2B5EF4-FFF2-40B4-BE49-F238E27FC236}">
                <a16:creationId xmlns:a16="http://schemas.microsoft.com/office/drawing/2014/main" id="{573C6342-79EA-66F6-3FE9-DED0F002C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8239402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9FA310A980BBAC44A75191F65BAE12E7" ma:contentTypeVersion="17" ma:contentTypeDescription="Crear nuevo documento." ma:contentTypeScope="" ma:versionID="1b66a577699fb63061267e374f5870ae">
  <xsd:schema xmlns:xsd="http://www.w3.org/2001/XMLSchema" xmlns:xs="http://www.w3.org/2001/XMLSchema" xmlns:p="http://schemas.microsoft.com/office/2006/metadata/properties" xmlns:ns3="e523bf45-09fb-4f9b-aa49-e403c0417b10" xmlns:ns4="726c8eaf-14c1-4e89-a6e9-59524033e4a7" targetNamespace="http://schemas.microsoft.com/office/2006/metadata/properties" ma:root="true" ma:fieldsID="1778c55661338f28ad7931875976b49f" ns3:_="" ns4:_="">
    <xsd:import namespace="e523bf45-09fb-4f9b-aa49-e403c0417b10"/>
    <xsd:import namespace="726c8eaf-14c1-4e89-a6e9-59524033e4a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3bf45-09fb-4f9b-aa49-e403c0417b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6c8eaf-14c1-4e89-a6e9-59524033e4a7" elementFormDefault="qualified">
    <xsd:import namespace="http://schemas.microsoft.com/office/2006/documentManagement/types"/>
    <xsd:import namespace="http://schemas.microsoft.com/office/infopath/2007/PartnerControls"/>
    <xsd:element name="SharedWithUsers" ma:index="17"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Detalles de uso compartido" ma:internalName="SharedWithDetails" ma:readOnly="true">
      <xsd:simpleType>
        <xsd:restriction base="dms:Note">
          <xsd:maxLength value="255"/>
        </xsd:restriction>
      </xsd:simpleType>
    </xsd:element>
    <xsd:element name="SharingHintHash" ma:index="19"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523bf45-09fb-4f9b-aa49-e403c0417b10" xsi:nil="true"/>
  </documentManagement>
</p:properties>
</file>

<file path=customXml/itemProps1.xml><?xml version="1.0" encoding="utf-8"?>
<ds:datastoreItem xmlns:ds="http://schemas.openxmlformats.org/officeDocument/2006/customXml" ds:itemID="{C04E4501-7E14-43A4-96E9-4CECCAB4F3BE}">
  <ds:schemaRefs>
    <ds:schemaRef ds:uri="http://schemas.microsoft.com/sharepoint/v3/contenttype/forms"/>
  </ds:schemaRefs>
</ds:datastoreItem>
</file>

<file path=customXml/itemProps2.xml><?xml version="1.0" encoding="utf-8"?>
<ds:datastoreItem xmlns:ds="http://schemas.openxmlformats.org/officeDocument/2006/customXml" ds:itemID="{DFC701C1-7C78-499B-B1A4-7BF88100E1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23bf45-09fb-4f9b-aa49-e403c0417b10"/>
    <ds:schemaRef ds:uri="726c8eaf-14c1-4e89-a6e9-59524033e4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446356-CFDD-47F4-A1AC-D66587E12E15}">
  <ds:schemaRefs>
    <ds:schemaRef ds:uri="http://schemas.openxmlformats.org/package/2006/metadata/core-properties"/>
    <ds:schemaRef ds:uri="http://schemas.microsoft.com/office/2006/metadata/properties"/>
    <ds:schemaRef ds:uri="http://schemas.microsoft.com/office/infopath/2007/PartnerControls"/>
    <ds:schemaRef ds:uri="http://schemas.microsoft.com/office/2006/documentManagement/types"/>
    <ds:schemaRef ds:uri="http://purl.org/dc/terms/"/>
    <ds:schemaRef ds:uri="e523bf45-09fb-4f9b-aa49-e403c0417b10"/>
    <ds:schemaRef ds:uri="http://purl.org/dc/elements/1.1/"/>
    <ds:schemaRef ds:uri="http://purl.org/dc/dcmitype/"/>
    <ds:schemaRef ds:uri="726c8eaf-14c1-4e89-a6e9-59524033e4a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5761</TotalTime>
  <Words>2691</Words>
  <Application>Microsoft Office PowerPoint</Application>
  <PresentationFormat>Panorámica</PresentationFormat>
  <Paragraphs>307</Paragraphs>
  <Slides>29</Slides>
  <Notes>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29</vt:i4>
      </vt:variant>
    </vt:vector>
  </HeadingPairs>
  <TitlesOfParts>
    <vt:vector size="37" baseType="lpstr">
      <vt:lpstr>Aptos</vt:lpstr>
      <vt:lpstr>Aptos Display</vt:lpstr>
      <vt:lpstr>Aptos Narrow</vt:lpstr>
      <vt:lpstr>Arial</vt:lpstr>
      <vt:lpstr>Franklin Gothic Demi</vt:lpstr>
      <vt:lpstr>ui-sans-serif</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Angie Lorena Gomez Romero</dc:creator>
  <cp:lastModifiedBy>Diego Raul Guerrero Anaya</cp:lastModifiedBy>
  <cp:revision>35</cp:revision>
  <dcterms:created xsi:type="dcterms:W3CDTF">2024-07-23T15:31:20Z</dcterms:created>
  <dcterms:modified xsi:type="dcterms:W3CDTF">2025-11-07T16:40:18Z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4e5b13-2d98-4ce3-adad-008bcee42cb2_Enabled">
    <vt:lpwstr>true</vt:lpwstr>
  </property>
  <property fmtid="{D5CDD505-2E9C-101B-9397-08002B2CF9AE}" pid="3" name="MSIP_Label_b64e5b13-2d98-4ce3-adad-008bcee42cb2_SetDate">
    <vt:lpwstr>2025-02-18T12:54:11Z</vt:lpwstr>
  </property>
  <property fmtid="{D5CDD505-2E9C-101B-9397-08002B2CF9AE}" pid="4" name="MSIP_Label_b64e5b13-2d98-4ce3-adad-008bcee42cb2_Method">
    <vt:lpwstr>Standard</vt:lpwstr>
  </property>
  <property fmtid="{D5CDD505-2E9C-101B-9397-08002B2CF9AE}" pid="5" name="MSIP_Label_b64e5b13-2d98-4ce3-adad-008bcee42cb2_Name">
    <vt:lpwstr>Información Confidencial</vt:lpwstr>
  </property>
  <property fmtid="{D5CDD505-2E9C-101B-9397-08002B2CF9AE}" pid="6" name="MSIP_Label_b64e5b13-2d98-4ce3-adad-008bcee42cb2_SiteId">
    <vt:lpwstr>d2bc208e-4fff-4078-b5ac-f69a6a266ff3</vt:lpwstr>
  </property>
  <property fmtid="{D5CDD505-2E9C-101B-9397-08002B2CF9AE}" pid="7" name="MSIP_Label_b64e5b13-2d98-4ce3-adad-008bcee42cb2_ActionId">
    <vt:lpwstr>cc883d48-43a9-431b-b437-4e3ce90acde8</vt:lpwstr>
  </property>
  <property fmtid="{D5CDD505-2E9C-101B-9397-08002B2CF9AE}" pid="8" name="MSIP_Label_b64e5b13-2d98-4ce3-adad-008bcee42cb2_ContentBits">
    <vt:lpwstr>0</vt:lpwstr>
  </property>
  <property fmtid="{D5CDD505-2E9C-101B-9397-08002B2CF9AE}" pid="9" name="MSIP_Label_b64e5b13-2d98-4ce3-adad-008bcee42cb2_Tag">
    <vt:lpwstr>10, 3, 0, 2</vt:lpwstr>
  </property>
  <property fmtid="{D5CDD505-2E9C-101B-9397-08002B2CF9AE}" pid="10" name="ContentTypeId">
    <vt:lpwstr>0x0101009FA310A980BBAC44A75191F65BAE12E7</vt:lpwstr>
  </property>
</Properties>
</file>