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sldIdLst>
    <p:sldId id="332" r:id="rId5"/>
    <p:sldId id="333" r:id="rId6"/>
    <p:sldId id="334" r:id="rId7"/>
    <p:sldId id="354" r:id="rId8"/>
    <p:sldId id="353" r:id="rId9"/>
    <p:sldId id="364" r:id="rId10"/>
    <p:sldId id="352" r:id="rId11"/>
    <p:sldId id="357" r:id="rId12"/>
    <p:sldId id="356" r:id="rId13"/>
    <p:sldId id="366" r:id="rId14"/>
    <p:sldId id="331" r:id="rId15"/>
    <p:sldId id="276" r:id="rId16"/>
    <p:sldId id="257" r:id="rId17"/>
    <p:sldId id="311" r:id="rId18"/>
    <p:sldId id="261" r:id="rId19"/>
    <p:sldId id="367" r:id="rId20"/>
    <p:sldId id="368" r:id="rId21"/>
    <p:sldId id="369" r:id="rId22"/>
    <p:sldId id="374" r:id="rId23"/>
    <p:sldId id="370" r:id="rId24"/>
    <p:sldId id="371" r:id="rId25"/>
    <p:sldId id="312" r:id="rId26"/>
    <p:sldId id="344" r:id="rId27"/>
    <p:sldId id="345" r:id="rId28"/>
    <p:sldId id="346" r:id="rId29"/>
    <p:sldId id="372" r:id="rId30"/>
    <p:sldId id="373" r:id="rId31"/>
    <p:sldId id="348" r:id="rId32"/>
    <p:sldId id="361" r:id="rId33"/>
    <p:sldId id="376" r:id="rId34"/>
    <p:sldId id="375" r:id="rId35"/>
    <p:sldId id="338" r:id="rId36"/>
    <p:sldId id="377" r:id="rId37"/>
    <p:sldId id="330" r:id="rId3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e Auditoria" id="{A25F183A-8BA2-49AA-B54A-A2BC4D92F211}">
          <p14:sldIdLst>
            <p14:sldId id="332"/>
            <p14:sldId id="333"/>
            <p14:sldId id="334"/>
            <p14:sldId id="354"/>
            <p14:sldId id="353"/>
            <p14:sldId id="364"/>
            <p14:sldId id="352"/>
            <p14:sldId id="357"/>
            <p14:sldId id="356"/>
            <p14:sldId id="366"/>
          </p14:sldIdLst>
        </p14:section>
        <p14:section name="Informe Impulso" id="{E8B82DF3-41FF-4FB9-AD16-3D52B042A577}">
          <p14:sldIdLst>
            <p14:sldId id="331"/>
            <p14:sldId id="276"/>
            <p14:sldId id="257"/>
            <p14:sldId id="311"/>
            <p14:sldId id="261"/>
            <p14:sldId id="367"/>
            <p14:sldId id="368"/>
            <p14:sldId id="369"/>
            <p14:sldId id="374"/>
            <p14:sldId id="370"/>
            <p14:sldId id="371"/>
            <p14:sldId id="312"/>
            <p14:sldId id="344"/>
            <p14:sldId id="345"/>
            <p14:sldId id="346"/>
            <p14:sldId id="372"/>
            <p14:sldId id="373"/>
            <p14:sldId id="348"/>
            <p14:sldId id="361"/>
            <p14:sldId id="376"/>
            <p14:sldId id="375"/>
            <p14:sldId id="338"/>
            <p14:sldId id="377"/>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C24"/>
    <a:srgbClr val="AA050B"/>
    <a:srgbClr val="F7A720"/>
    <a:srgbClr val="6717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073F68-D5FD-4935-B223-93F5B7479A5D}" v="259" dt="2025-07-16T14:32:20.61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Raul Guerrero Anaya" userId="0ce4d9aa-8e9a-49aa-b0f2-d17a32a3775a" providerId="ADAL" clId="{40073F68-D5FD-4935-B223-93F5B7479A5D}"/>
    <pc:docChg chg="undo custSel addSld delSld modSld sldOrd modSection">
      <pc:chgData name="Diego Raul Guerrero Anaya" userId="0ce4d9aa-8e9a-49aa-b0f2-d17a32a3775a" providerId="ADAL" clId="{40073F68-D5FD-4935-B223-93F5B7479A5D}" dt="2025-07-16T14:32:23.132" v="3641" actId="403"/>
      <pc:docMkLst>
        <pc:docMk/>
      </pc:docMkLst>
      <pc:sldChg chg="addSp delSp modSp mod">
        <pc:chgData name="Diego Raul Guerrero Anaya" userId="0ce4d9aa-8e9a-49aa-b0f2-d17a32a3775a" providerId="ADAL" clId="{40073F68-D5FD-4935-B223-93F5B7479A5D}" dt="2025-07-03T13:17:11.764" v="2493" actId="20577"/>
        <pc:sldMkLst>
          <pc:docMk/>
          <pc:sldMk cId="342973568" sldId="257"/>
        </pc:sldMkLst>
        <pc:spChg chg="mod">
          <ac:chgData name="Diego Raul Guerrero Anaya" userId="0ce4d9aa-8e9a-49aa-b0f2-d17a32a3775a" providerId="ADAL" clId="{40073F68-D5FD-4935-B223-93F5B7479A5D}" dt="2025-07-02T20:18:18.528" v="1947" actId="1076"/>
          <ac:spMkLst>
            <pc:docMk/>
            <pc:sldMk cId="342973568" sldId="257"/>
            <ac:spMk id="3" creationId="{5517A915-85AE-5FA2-8B73-8C6D4927CC78}"/>
          </ac:spMkLst>
        </pc:spChg>
        <pc:spChg chg="mod">
          <ac:chgData name="Diego Raul Guerrero Anaya" userId="0ce4d9aa-8e9a-49aa-b0f2-d17a32a3775a" providerId="ADAL" clId="{40073F68-D5FD-4935-B223-93F5B7479A5D}" dt="2025-07-03T13:16:47.314" v="2491" actId="20577"/>
          <ac:spMkLst>
            <pc:docMk/>
            <pc:sldMk cId="342973568" sldId="257"/>
            <ac:spMk id="18" creationId="{12E3D6B0-A00A-E70F-93B8-155EDCA8A27A}"/>
          </ac:spMkLst>
        </pc:spChg>
        <pc:spChg chg="mod">
          <ac:chgData name="Diego Raul Guerrero Anaya" userId="0ce4d9aa-8e9a-49aa-b0f2-d17a32a3775a" providerId="ADAL" clId="{40073F68-D5FD-4935-B223-93F5B7479A5D}" dt="2025-07-03T13:17:11.764" v="2493" actId="20577"/>
          <ac:spMkLst>
            <pc:docMk/>
            <pc:sldMk cId="342973568" sldId="257"/>
            <ac:spMk id="24" creationId="{6EBCA8F0-41A7-36C1-4588-E417E68D56B2}"/>
          </ac:spMkLst>
        </pc:spChg>
        <pc:spChg chg="mod">
          <ac:chgData name="Diego Raul Guerrero Anaya" userId="0ce4d9aa-8e9a-49aa-b0f2-d17a32a3775a" providerId="ADAL" clId="{40073F68-D5FD-4935-B223-93F5B7479A5D}" dt="2025-07-02T20:16:49.344" v="1935" actId="20577"/>
          <ac:spMkLst>
            <pc:docMk/>
            <pc:sldMk cId="342973568" sldId="257"/>
            <ac:spMk id="29" creationId="{C54A186A-8BB1-885B-9A38-62E4927CA8C1}"/>
          </ac:spMkLst>
        </pc:spChg>
        <pc:spChg chg="mod">
          <ac:chgData name="Diego Raul Guerrero Anaya" userId="0ce4d9aa-8e9a-49aa-b0f2-d17a32a3775a" providerId="ADAL" clId="{40073F68-D5FD-4935-B223-93F5B7479A5D}" dt="2025-07-02T20:19:26.591" v="1955" actId="1076"/>
          <ac:spMkLst>
            <pc:docMk/>
            <pc:sldMk cId="342973568" sldId="257"/>
            <ac:spMk id="44" creationId="{CBFD5C63-9190-FCFB-F015-5ECE2AE5FF00}"/>
          </ac:spMkLst>
        </pc:spChg>
        <pc:picChg chg="add mod">
          <ac:chgData name="Diego Raul Guerrero Anaya" userId="0ce4d9aa-8e9a-49aa-b0f2-d17a32a3775a" providerId="ADAL" clId="{40073F68-D5FD-4935-B223-93F5B7479A5D}" dt="2025-07-02T20:19:31.810" v="1957" actId="14100"/>
          <ac:picMkLst>
            <pc:docMk/>
            <pc:sldMk cId="342973568" sldId="257"/>
            <ac:picMk id="2" creationId="{317F513D-DDF5-A480-CC5C-187E488AE7B3}"/>
          </ac:picMkLst>
        </pc:picChg>
        <pc:picChg chg="add mod">
          <ac:chgData name="Diego Raul Guerrero Anaya" userId="0ce4d9aa-8e9a-49aa-b0f2-d17a32a3775a" providerId="ADAL" clId="{40073F68-D5FD-4935-B223-93F5B7479A5D}" dt="2025-07-02T20:19:39.249" v="1958" actId="14100"/>
          <ac:picMkLst>
            <pc:docMk/>
            <pc:sldMk cId="342973568" sldId="257"/>
            <ac:picMk id="6" creationId="{B4B65B49-26A7-5B2B-431E-4EDCABBF836D}"/>
          </ac:picMkLst>
        </pc:picChg>
      </pc:sldChg>
      <pc:sldChg chg="addSp delSp modSp mod">
        <pc:chgData name="Diego Raul Guerrero Anaya" userId="0ce4d9aa-8e9a-49aa-b0f2-d17a32a3775a" providerId="ADAL" clId="{40073F68-D5FD-4935-B223-93F5B7479A5D}" dt="2025-07-04T19:22:43.862" v="3563" actId="403"/>
        <pc:sldMkLst>
          <pc:docMk/>
          <pc:sldMk cId="318633944" sldId="261"/>
        </pc:sldMkLst>
        <pc:spChg chg="mod">
          <ac:chgData name="Diego Raul Guerrero Anaya" userId="0ce4d9aa-8e9a-49aa-b0f2-d17a32a3775a" providerId="ADAL" clId="{40073F68-D5FD-4935-B223-93F5B7479A5D}" dt="2025-07-03T13:28:28.667" v="2676" actId="20577"/>
          <ac:spMkLst>
            <pc:docMk/>
            <pc:sldMk cId="318633944" sldId="261"/>
            <ac:spMk id="15" creationId="{A88ED2A4-2DAA-EC7D-CD02-DB70F5C1796C}"/>
          </ac:spMkLst>
        </pc:spChg>
        <pc:spChg chg="mod">
          <ac:chgData name="Diego Raul Guerrero Anaya" userId="0ce4d9aa-8e9a-49aa-b0f2-d17a32a3775a" providerId="ADAL" clId="{40073F68-D5FD-4935-B223-93F5B7479A5D}" dt="2025-07-02T20:21:07.458" v="1978" actId="20577"/>
          <ac:spMkLst>
            <pc:docMk/>
            <pc:sldMk cId="318633944" sldId="261"/>
            <ac:spMk id="16" creationId="{D8063B67-3175-923E-34E7-99003649E402}"/>
          </ac:spMkLst>
        </pc:spChg>
        <pc:spChg chg="mod">
          <ac:chgData name="Diego Raul Guerrero Anaya" userId="0ce4d9aa-8e9a-49aa-b0f2-d17a32a3775a" providerId="ADAL" clId="{40073F68-D5FD-4935-B223-93F5B7479A5D}" dt="2025-07-03T13:19:16.691" v="2526" actId="20577"/>
          <ac:spMkLst>
            <pc:docMk/>
            <pc:sldMk cId="318633944" sldId="261"/>
            <ac:spMk id="19" creationId="{48E46499-D46B-C1F8-52AE-10C2A0EC5845}"/>
          </ac:spMkLst>
        </pc:spChg>
        <pc:spChg chg="mod">
          <ac:chgData name="Diego Raul Guerrero Anaya" userId="0ce4d9aa-8e9a-49aa-b0f2-d17a32a3775a" providerId="ADAL" clId="{40073F68-D5FD-4935-B223-93F5B7479A5D}" dt="2025-07-03T13:18:59.025" v="2516" actId="20577"/>
          <ac:spMkLst>
            <pc:docMk/>
            <pc:sldMk cId="318633944" sldId="261"/>
            <ac:spMk id="31" creationId="{3DDA9517-13BA-FD7C-D421-287A572F0437}"/>
          </ac:spMkLst>
        </pc:spChg>
        <pc:spChg chg="mod">
          <ac:chgData name="Diego Raul Guerrero Anaya" userId="0ce4d9aa-8e9a-49aa-b0f2-d17a32a3775a" providerId="ADAL" clId="{40073F68-D5FD-4935-B223-93F5B7479A5D}" dt="2025-07-04T19:22:43.862" v="3563" actId="403"/>
          <ac:spMkLst>
            <pc:docMk/>
            <pc:sldMk cId="318633944" sldId="261"/>
            <ac:spMk id="67" creationId="{7BA7F248-4154-5DBD-2F41-565B0C8AAA76}"/>
          </ac:spMkLst>
        </pc:spChg>
        <pc:graphicFrameChg chg="mod">
          <ac:chgData name="Diego Raul Guerrero Anaya" userId="0ce4d9aa-8e9a-49aa-b0f2-d17a32a3775a" providerId="ADAL" clId="{40073F68-D5FD-4935-B223-93F5B7479A5D}" dt="2025-07-03T13:19:07.473" v="2518" actId="1076"/>
          <ac:graphicFrameMkLst>
            <pc:docMk/>
            <pc:sldMk cId="318633944" sldId="261"/>
            <ac:graphicFrameMk id="20" creationId="{92965821-EEF8-82F8-36AD-00C2C91967BB}"/>
          </ac:graphicFrameMkLst>
        </pc:graphicFrameChg>
        <pc:picChg chg="add mod">
          <ac:chgData name="Diego Raul Guerrero Anaya" userId="0ce4d9aa-8e9a-49aa-b0f2-d17a32a3775a" providerId="ADAL" clId="{40073F68-D5FD-4935-B223-93F5B7479A5D}" dt="2025-07-03T13:19:54.865" v="2532" actId="1076"/>
          <ac:picMkLst>
            <pc:docMk/>
            <pc:sldMk cId="318633944" sldId="261"/>
            <ac:picMk id="3" creationId="{C4E48D1F-9A15-2AA5-4C4D-A97C51A96320}"/>
          </ac:picMkLst>
        </pc:picChg>
        <pc:picChg chg="add mod">
          <ac:chgData name="Diego Raul Guerrero Anaya" userId="0ce4d9aa-8e9a-49aa-b0f2-d17a32a3775a" providerId="ADAL" clId="{40073F68-D5FD-4935-B223-93F5B7479A5D}" dt="2025-07-03T13:20:37.717" v="2538" actId="1076"/>
          <ac:picMkLst>
            <pc:docMk/>
            <pc:sldMk cId="318633944" sldId="261"/>
            <ac:picMk id="5" creationId="{007598F9-3B4C-4076-8F22-DC42C0C85076}"/>
          </ac:picMkLst>
        </pc:picChg>
      </pc:sldChg>
      <pc:sldChg chg="modSp mod">
        <pc:chgData name="Diego Raul Guerrero Anaya" userId="0ce4d9aa-8e9a-49aa-b0f2-d17a32a3775a" providerId="ADAL" clId="{40073F68-D5FD-4935-B223-93F5B7479A5D}" dt="2025-07-02T20:16:30.181" v="1923" actId="20577"/>
        <pc:sldMkLst>
          <pc:docMk/>
          <pc:sldMk cId="1408814012" sldId="276"/>
        </pc:sldMkLst>
        <pc:spChg chg="mod">
          <ac:chgData name="Diego Raul Guerrero Anaya" userId="0ce4d9aa-8e9a-49aa-b0f2-d17a32a3775a" providerId="ADAL" clId="{40073F68-D5FD-4935-B223-93F5B7479A5D}" dt="2025-07-02T20:16:30.181" v="1923" actId="20577"/>
          <ac:spMkLst>
            <pc:docMk/>
            <pc:sldMk cId="1408814012" sldId="276"/>
            <ac:spMk id="3" creationId="{1766130D-C1FE-B8C9-11B3-D53624FC41EB}"/>
          </ac:spMkLst>
        </pc:spChg>
        <pc:spChg chg="mod">
          <ac:chgData name="Diego Raul Guerrero Anaya" userId="0ce4d9aa-8e9a-49aa-b0f2-d17a32a3775a" providerId="ADAL" clId="{40073F68-D5FD-4935-B223-93F5B7479A5D}" dt="2025-07-02T20:16:04.552" v="1921" actId="20577"/>
          <ac:spMkLst>
            <pc:docMk/>
            <pc:sldMk cId="1408814012" sldId="276"/>
            <ac:spMk id="9" creationId="{93BF6B04-47FB-46D1-6390-2C9DA7827E82}"/>
          </ac:spMkLst>
        </pc:spChg>
        <pc:spChg chg="mod">
          <ac:chgData name="Diego Raul Guerrero Anaya" userId="0ce4d9aa-8e9a-49aa-b0f2-d17a32a3775a" providerId="ADAL" clId="{40073F68-D5FD-4935-B223-93F5B7479A5D}" dt="2025-07-02T20:15:42.766" v="1919" actId="20577"/>
          <ac:spMkLst>
            <pc:docMk/>
            <pc:sldMk cId="1408814012" sldId="276"/>
            <ac:spMk id="26" creationId="{1D4B4EC2-2B82-9176-5626-2B64202C2BEA}"/>
          </ac:spMkLst>
        </pc:spChg>
      </pc:sldChg>
      <pc:sldChg chg="modSp mod">
        <pc:chgData name="Diego Raul Guerrero Anaya" userId="0ce4d9aa-8e9a-49aa-b0f2-d17a32a3775a" providerId="ADAL" clId="{40073F68-D5FD-4935-B223-93F5B7479A5D}" dt="2025-07-03T13:18:31.962" v="2505" actId="1076"/>
        <pc:sldMkLst>
          <pc:docMk/>
          <pc:sldMk cId="458472891" sldId="311"/>
        </pc:sldMkLst>
        <pc:spChg chg="mod">
          <ac:chgData name="Diego Raul Guerrero Anaya" userId="0ce4d9aa-8e9a-49aa-b0f2-d17a32a3775a" providerId="ADAL" clId="{40073F68-D5FD-4935-B223-93F5B7479A5D}" dt="2025-07-02T20:19:59.916" v="1960" actId="20577"/>
          <ac:spMkLst>
            <pc:docMk/>
            <pc:sldMk cId="458472891" sldId="311"/>
            <ac:spMk id="2" creationId="{D741CCE3-A2F0-C75B-2695-53F2C71ABBFC}"/>
          </ac:spMkLst>
        </pc:spChg>
        <pc:spChg chg="mod">
          <ac:chgData name="Diego Raul Guerrero Anaya" userId="0ce4d9aa-8e9a-49aa-b0f2-d17a32a3775a" providerId="ADAL" clId="{40073F68-D5FD-4935-B223-93F5B7479A5D}" dt="2025-07-02T20:20:04.574" v="1962" actId="20577"/>
          <ac:spMkLst>
            <pc:docMk/>
            <pc:sldMk cId="458472891" sldId="311"/>
            <ac:spMk id="5" creationId="{4F47B6CB-1FFF-E256-3B60-80F96E2E701A}"/>
          </ac:spMkLst>
        </pc:spChg>
        <pc:spChg chg="mod">
          <ac:chgData name="Diego Raul Guerrero Anaya" userId="0ce4d9aa-8e9a-49aa-b0f2-d17a32a3775a" providerId="ADAL" clId="{40073F68-D5FD-4935-B223-93F5B7479A5D}" dt="2025-07-03T13:18:25.629" v="2504" actId="20577"/>
          <ac:spMkLst>
            <pc:docMk/>
            <pc:sldMk cId="458472891" sldId="311"/>
            <ac:spMk id="32" creationId="{65CF82E9-803D-78A7-6EE6-D761E7236721}"/>
          </ac:spMkLst>
        </pc:spChg>
        <pc:spChg chg="mod">
          <ac:chgData name="Diego Raul Guerrero Anaya" userId="0ce4d9aa-8e9a-49aa-b0f2-d17a32a3775a" providerId="ADAL" clId="{40073F68-D5FD-4935-B223-93F5B7479A5D}" dt="2025-07-02T20:20:07.692" v="1965" actId="20577"/>
          <ac:spMkLst>
            <pc:docMk/>
            <pc:sldMk cId="458472891" sldId="311"/>
            <ac:spMk id="35" creationId="{6B7CC1DA-AA9D-2D01-25C7-BAC063BC4F53}"/>
          </ac:spMkLst>
        </pc:spChg>
        <pc:graphicFrameChg chg="mod">
          <ac:chgData name="Diego Raul Guerrero Anaya" userId="0ce4d9aa-8e9a-49aa-b0f2-d17a32a3775a" providerId="ADAL" clId="{40073F68-D5FD-4935-B223-93F5B7479A5D}" dt="2025-07-03T13:18:31.962" v="2505" actId="1076"/>
          <ac:graphicFrameMkLst>
            <pc:docMk/>
            <pc:sldMk cId="458472891" sldId="311"/>
            <ac:graphicFrameMk id="7" creationId="{EF6E38B5-F75F-83F3-768F-5320BC939261}"/>
          </ac:graphicFrameMkLst>
        </pc:graphicFrameChg>
      </pc:sldChg>
      <pc:sldChg chg="addSp delSp modSp mod">
        <pc:chgData name="Diego Raul Guerrero Anaya" userId="0ce4d9aa-8e9a-49aa-b0f2-d17a32a3775a" providerId="ADAL" clId="{40073F68-D5FD-4935-B223-93F5B7479A5D}" dt="2025-07-16T13:46:34.746" v="3617" actId="403"/>
        <pc:sldMkLst>
          <pc:docMk/>
          <pc:sldMk cId="4132532602" sldId="312"/>
        </pc:sldMkLst>
        <pc:spChg chg="mod">
          <ac:chgData name="Diego Raul Guerrero Anaya" userId="0ce4d9aa-8e9a-49aa-b0f2-d17a32a3775a" providerId="ADAL" clId="{40073F68-D5FD-4935-B223-93F5B7479A5D}" dt="2025-07-02T20:37:27.176" v="2127" actId="20577"/>
          <ac:spMkLst>
            <pc:docMk/>
            <pc:sldMk cId="4132532602" sldId="312"/>
            <ac:spMk id="3" creationId="{165D408B-AC6B-609B-FEBE-219986426F61}"/>
          </ac:spMkLst>
        </pc:spChg>
        <pc:spChg chg="mod">
          <ac:chgData name="Diego Raul Guerrero Anaya" userId="0ce4d9aa-8e9a-49aa-b0f2-d17a32a3775a" providerId="ADAL" clId="{40073F68-D5FD-4935-B223-93F5B7479A5D}" dt="2025-07-02T20:46:23.881" v="2140" actId="20577"/>
          <ac:spMkLst>
            <pc:docMk/>
            <pc:sldMk cId="4132532602" sldId="312"/>
            <ac:spMk id="5" creationId="{002AF777-BED1-583A-F1E6-FE98022187DD}"/>
          </ac:spMkLst>
        </pc:spChg>
        <pc:spChg chg="mod">
          <ac:chgData name="Diego Raul Guerrero Anaya" userId="0ce4d9aa-8e9a-49aa-b0f2-d17a32a3775a" providerId="ADAL" clId="{40073F68-D5FD-4935-B223-93F5B7479A5D}" dt="2025-07-16T13:46:34.746" v="3617" actId="403"/>
          <ac:spMkLst>
            <pc:docMk/>
            <pc:sldMk cId="4132532602" sldId="312"/>
            <ac:spMk id="13" creationId="{BE2063A4-4852-0F3F-EFE5-2FABE52E56E3}"/>
          </ac:spMkLst>
        </pc:spChg>
        <pc:picChg chg="add mod">
          <ac:chgData name="Diego Raul Guerrero Anaya" userId="0ce4d9aa-8e9a-49aa-b0f2-d17a32a3775a" providerId="ADAL" clId="{40073F68-D5FD-4935-B223-93F5B7479A5D}" dt="2025-07-02T20:44:53.286" v="2137" actId="14100"/>
          <ac:picMkLst>
            <pc:docMk/>
            <pc:sldMk cId="4132532602" sldId="312"/>
            <ac:picMk id="6" creationId="{E2546B12-CE5A-EA93-C3F2-18FE80AA49A2}"/>
          </ac:picMkLst>
        </pc:picChg>
      </pc:sldChg>
      <pc:sldChg chg="modSp mod">
        <pc:chgData name="Diego Raul Guerrero Anaya" userId="0ce4d9aa-8e9a-49aa-b0f2-d17a32a3775a" providerId="ADAL" clId="{40073F68-D5FD-4935-B223-93F5B7479A5D}" dt="2025-07-02T20:15:32.269" v="1909" actId="20577"/>
        <pc:sldMkLst>
          <pc:docMk/>
          <pc:sldMk cId="1254772405" sldId="331"/>
        </pc:sldMkLst>
        <pc:spChg chg="mod">
          <ac:chgData name="Diego Raul Guerrero Anaya" userId="0ce4d9aa-8e9a-49aa-b0f2-d17a32a3775a" providerId="ADAL" clId="{40073F68-D5FD-4935-B223-93F5B7479A5D}" dt="2025-07-02T20:15:32.269" v="1909" actId="20577"/>
          <ac:spMkLst>
            <pc:docMk/>
            <pc:sldMk cId="1254772405" sldId="331"/>
            <ac:spMk id="16" creationId="{CAD1F5A1-A45B-7474-6EF8-7CEEC5771C78}"/>
          </ac:spMkLst>
        </pc:spChg>
      </pc:sldChg>
      <pc:sldChg chg="modSp mod">
        <pc:chgData name="Diego Raul Guerrero Anaya" userId="0ce4d9aa-8e9a-49aa-b0f2-d17a32a3775a" providerId="ADAL" clId="{40073F68-D5FD-4935-B223-93F5B7479A5D}" dt="2025-07-02T18:05:53.265" v="11" actId="20577"/>
        <pc:sldMkLst>
          <pc:docMk/>
          <pc:sldMk cId="3626027867" sldId="332"/>
        </pc:sldMkLst>
        <pc:spChg chg="mod">
          <ac:chgData name="Diego Raul Guerrero Anaya" userId="0ce4d9aa-8e9a-49aa-b0f2-d17a32a3775a" providerId="ADAL" clId="{40073F68-D5FD-4935-B223-93F5B7479A5D}" dt="2025-07-02T18:05:53.265" v="11" actId="20577"/>
          <ac:spMkLst>
            <pc:docMk/>
            <pc:sldMk cId="3626027867" sldId="332"/>
            <ac:spMk id="16" creationId="{7B31CB7F-F65F-251B-F642-C7D40861EB8B}"/>
          </ac:spMkLst>
        </pc:spChg>
      </pc:sldChg>
      <pc:sldChg chg="addSp delSp modSp mod">
        <pc:chgData name="Diego Raul Guerrero Anaya" userId="0ce4d9aa-8e9a-49aa-b0f2-d17a32a3775a" providerId="ADAL" clId="{40073F68-D5FD-4935-B223-93F5B7479A5D}" dt="2025-07-02T19:35:10.889" v="1762" actId="478"/>
        <pc:sldMkLst>
          <pc:docMk/>
          <pc:sldMk cId="1081019199" sldId="333"/>
        </pc:sldMkLst>
        <pc:spChg chg="add mod">
          <ac:chgData name="Diego Raul Guerrero Anaya" userId="0ce4d9aa-8e9a-49aa-b0f2-d17a32a3775a" providerId="ADAL" clId="{40073F68-D5FD-4935-B223-93F5B7479A5D}" dt="2025-07-02T18:12:05.801" v="32" actId="1076"/>
          <ac:spMkLst>
            <pc:docMk/>
            <pc:sldMk cId="1081019199" sldId="333"/>
            <ac:spMk id="2" creationId="{781E295D-2C0A-4EEA-216F-1F51D01B00DD}"/>
          </ac:spMkLst>
        </pc:spChg>
        <pc:spChg chg="mod">
          <ac:chgData name="Diego Raul Guerrero Anaya" userId="0ce4d9aa-8e9a-49aa-b0f2-d17a32a3775a" providerId="ADAL" clId="{40073F68-D5FD-4935-B223-93F5B7479A5D}" dt="2025-07-02T18:10:46.532" v="13" actId="20577"/>
          <ac:spMkLst>
            <pc:docMk/>
            <pc:sldMk cId="1081019199" sldId="333"/>
            <ac:spMk id="10" creationId="{EAD073F4-A477-AEE0-77F8-5D2AC485F9CF}"/>
          </ac:spMkLst>
        </pc:spChg>
        <pc:spChg chg="mod">
          <ac:chgData name="Diego Raul Guerrero Anaya" userId="0ce4d9aa-8e9a-49aa-b0f2-d17a32a3775a" providerId="ADAL" clId="{40073F68-D5FD-4935-B223-93F5B7479A5D}" dt="2025-07-02T18:12:19.122" v="34" actId="313"/>
          <ac:spMkLst>
            <pc:docMk/>
            <pc:sldMk cId="1081019199" sldId="333"/>
            <ac:spMk id="12" creationId="{1A100F43-6350-86BC-BFE8-EB7D82D0A2CF}"/>
          </ac:spMkLst>
        </pc:spChg>
        <pc:spChg chg="mod">
          <ac:chgData name="Diego Raul Guerrero Anaya" userId="0ce4d9aa-8e9a-49aa-b0f2-d17a32a3775a" providerId="ADAL" clId="{40073F68-D5FD-4935-B223-93F5B7479A5D}" dt="2025-07-02T18:15:55.439" v="93" actId="5793"/>
          <ac:spMkLst>
            <pc:docMk/>
            <pc:sldMk cId="1081019199" sldId="333"/>
            <ac:spMk id="15" creationId="{155A1899-F51E-9451-B8A7-0A68A2BA8466}"/>
          </ac:spMkLst>
        </pc:spChg>
        <pc:spChg chg="mod">
          <ac:chgData name="Diego Raul Guerrero Anaya" userId="0ce4d9aa-8e9a-49aa-b0f2-d17a32a3775a" providerId="ADAL" clId="{40073F68-D5FD-4935-B223-93F5B7479A5D}" dt="2025-07-02T18:12:29.583" v="44" actId="20577"/>
          <ac:spMkLst>
            <pc:docMk/>
            <pc:sldMk cId="1081019199" sldId="333"/>
            <ac:spMk id="26" creationId="{1D4B4EC2-2B82-9176-5626-2B64202C2BEA}"/>
          </ac:spMkLst>
        </pc:spChg>
        <pc:picChg chg="add mod">
          <ac:chgData name="Diego Raul Guerrero Anaya" userId="0ce4d9aa-8e9a-49aa-b0f2-d17a32a3775a" providerId="ADAL" clId="{40073F68-D5FD-4935-B223-93F5B7479A5D}" dt="2025-07-02T18:12:11.904" v="33" actId="1076"/>
          <ac:picMkLst>
            <pc:docMk/>
            <pc:sldMk cId="1081019199" sldId="333"/>
            <ac:picMk id="4" creationId="{BC58F7CD-DD33-B009-7CE4-45D7A9516366}"/>
          </ac:picMkLst>
        </pc:picChg>
      </pc:sldChg>
      <pc:sldChg chg="addSp delSp modSp mod">
        <pc:chgData name="Diego Raul Guerrero Anaya" userId="0ce4d9aa-8e9a-49aa-b0f2-d17a32a3775a" providerId="ADAL" clId="{40073F68-D5FD-4935-B223-93F5B7479A5D}" dt="2025-07-03T13:11:19.397" v="2453" actId="20577"/>
        <pc:sldMkLst>
          <pc:docMk/>
          <pc:sldMk cId="3879780745" sldId="334"/>
        </pc:sldMkLst>
        <pc:spChg chg="mod">
          <ac:chgData name="Diego Raul Guerrero Anaya" userId="0ce4d9aa-8e9a-49aa-b0f2-d17a32a3775a" providerId="ADAL" clId="{40073F68-D5FD-4935-B223-93F5B7479A5D}" dt="2025-07-03T13:09:57.555" v="2445" actId="20577"/>
          <ac:spMkLst>
            <pc:docMk/>
            <pc:sldMk cId="3879780745" sldId="334"/>
            <ac:spMk id="3" creationId="{5517A915-85AE-5FA2-8B73-8C6D4927CC78}"/>
          </ac:spMkLst>
        </pc:spChg>
        <pc:spChg chg="add del">
          <ac:chgData name="Diego Raul Guerrero Anaya" userId="0ce4d9aa-8e9a-49aa-b0f2-d17a32a3775a" providerId="ADAL" clId="{40073F68-D5FD-4935-B223-93F5B7479A5D}" dt="2025-07-02T18:16:37.482" v="106" actId="478"/>
          <ac:spMkLst>
            <pc:docMk/>
            <pc:sldMk cId="3879780745" sldId="334"/>
            <ac:spMk id="8" creationId="{E148BC7B-FA01-522B-AFFE-4B9D33C4532B}"/>
          </ac:spMkLst>
        </pc:spChg>
        <pc:spChg chg="add mod">
          <ac:chgData name="Diego Raul Guerrero Anaya" userId="0ce4d9aa-8e9a-49aa-b0f2-d17a32a3775a" providerId="ADAL" clId="{40073F68-D5FD-4935-B223-93F5B7479A5D}" dt="2025-07-02T18:17:02.325" v="113"/>
          <ac:spMkLst>
            <pc:docMk/>
            <pc:sldMk cId="3879780745" sldId="334"/>
            <ac:spMk id="15" creationId="{7CD93BE8-6BDE-7E93-BC6E-2512101AF54D}"/>
          </ac:spMkLst>
        </pc:spChg>
        <pc:spChg chg="add mod">
          <ac:chgData name="Diego Raul Guerrero Anaya" userId="0ce4d9aa-8e9a-49aa-b0f2-d17a32a3775a" providerId="ADAL" clId="{40073F68-D5FD-4935-B223-93F5B7479A5D}" dt="2025-07-02T18:17:02.325" v="113"/>
          <ac:spMkLst>
            <pc:docMk/>
            <pc:sldMk cId="3879780745" sldId="334"/>
            <ac:spMk id="17" creationId="{7966B387-CF78-468A-C72A-A2EA9C25D403}"/>
          </ac:spMkLst>
        </pc:spChg>
        <pc:spChg chg="add mod">
          <ac:chgData name="Diego Raul Guerrero Anaya" userId="0ce4d9aa-8e9a-49aa-b0f2-d17a32a3775a" providerId="ADAL" clId="{40073F68-D5FD-4935-B223-93F5B7479A5D}" dt="2025-07-03T13:11:19.397" v="2453" actId="20577"/>
          <ac:spMkLst>
            <pc:docMk/>
            <pc:sldMk cId="3879780745" sldId="334"/>
            <ac:spMk id="23" creationId="{663FA1E0-15E2-7076-43A6-55F2EAA7ADB7}"/>
          </ac:spMkLst>
        </pc:spChg>
        <pc:spChg chg="mod">
          <ac:chgData name="Diego Raul Guerrero Anaya" userId="0ce4d9aa-8e9a-49aa-b0f2-d17a32a3775a" providerId="ADAL" clId="{40073F68-D5FD-4935-B223-93F5B7479A5D}" dt="2025-07-02T18:24:06.718" v="204" actId="20577"/>
          <ac:spMkLst>
            <pc:docMk/>
            <pc:sldMk cId="3879780745" sldId="334"/>
            <ac:spMk id="29" creationId="{C54A186A-8BB1-885B-9A38-62E4927CA8C1}"/>
          </ac:spMkLst>
        </pc:spChg>
        <pc:picChg chg="add mod">
          <ac:chgData name="Diego Raul Guerrero Anaya" userId="0ce4d9aa-8e9a-49aa-b0f2-d17a32a3775a" providerId="ADAL" clId="{40073F68-D5FD-4935-B223-93F5B7479A5D}" dt="2025-07-03T13:09:50.485" v="2441" actId="14100"/>
          <ac:picMkLst>
            <pc:docMk/>
            <pc:sldMk cId="3879780745" sldId="334"/>
            <ac:picMk id="2" creationId="{943A9A8E-271F-52F6-0245-CDE9C10AC16D}"/>
          </ac:picMkLst>
        </pc:picChg>
        <pc:picChg chg="add del">
          <ac:chgData name="Diego Raul Guerrero Anaya" userId="0ce4d9aa-8e9a-49aa-b0f2-d17a32a3775a" providerId="ADAL" clId="{40073F68-D5FD-4935-B223-93F5B7479A5D}" dt="2025-07-02T18:16:37.066" v="105" actId="478"/>
          <ac:picMkLst>
            <pc:docMk/>
            <pc:sldMk cId="3879780745" sldId="334"/>
            <ac:picMk id="4" creationId="{CA0D3349-9D68-E2A3-5D11-A671C433FF38}"/>
          </ac:picMkLst>
        </pc:picChg>
        <pc:picChg chg="add mod">
          <ac:chgData name="Diego Raul Guerrero Anaya" userId="0ce4d9aa-8e9a-49aa-b0f2-d17a32a3775a" providerId="ADAL" clId="{40073F68-D5FD-4935-B223-93F5B7479A5D}" dt="2025-07-03T13:11:00.697" v="2451" actId="14100"/>
          <ac:picMkLst>
            <pc:docMk/>
            <pc:sldMk cId="3879780745" sldId="334"/>
            <ac:picMk id="5" creationId="{262EF9D7-CA9A-4776-8362-8C8B6D2C3E33}"/>
          </ac:picMkLst>
        </pc:picChg>
        <pc:picChg chg="add mod">
          <ac:chgData name="Diego Raul Guerrero Anaya" userId="0ce4d9aa-8e9a-49aa-b0f2-d17a32a3775a" providerId="ADAL" clId="{40073F68-D5FD-4935-B223-93F5B7479A5D}" dt="2025-07-02T18:17:02.325" v="113"/>
          <ac:picMkLst>
            <pc:docMk/>
            <pc:sldMk cId="3879780745" sldId="334"/>
            <ac:picMk id="13" creationId="{E27C1E56-21E1-0BB0-BC5B-8D2061349E24}"/>
          </ac:picMkLst>
        </pc:picChg>
        <pc:picChg chg="add mod">
          <ac:chgData name="Diego Raul Guerrero Anaya" userId="0ce4d9aa-8e9a-49aa-b0f2-d17a32a3775a" providerId="ADAL" clId="{40073F68-D5FD-4935-B223-93F5B7479A5D}" dt="2025-07-02T18:17:02.325" v="113"/>
          <ac:picMkLst>
            <pc:docMk/>
            <pc:sldMk cId="3879780745" sldId="334"/>
            <ac:picMk id="16" creationId="{E8533C18-6E2D-E568-ED7A-5A7A69D530DA}"/>
          </ac:picMkLst>
        </pc:picChg>
        <pc:picChg chg="add mod">
          <ac:chgData name="Diego Raul Guerrero Anaya" userId="0ce4d9aa-8e9a-49aa-b0f2-d17a32a3775a" providerId="ADAL" clId="{40073F68-D5FD-4935-B223-93F5B7479A5D}" dt="2025-07-02T18:17:02.325" v="113"/>
          <ac:picMkLst>
            <pc:docMk/>
            <pc:sldMk cId="3879780745" sldId="334"/>
            <ac:picMk id="24" creationId="{20668043-CA19-2522-4305-0B1ABD43647B}"/>
          </ac:picMkLst>
        </pc:picChg>
      </pc:sldChg>
      <pc:sldChg chg="modSp mod">
        <pc:chgData name="Diego Raul Guerrero Anaya" userId="0ce4d9aa-8e9a-49aa-b0f2-d17a32a3775a" providerId="ADAL" clId="{40073F68-D5FD-4935-B223-93F5B7479A5D}" dt="2025-07-16T14:09:50.704" v="3629"/>
        <pc:sldMkLst>
          <pc:docMk/>
          <pc:sldMk cId="1507660225" sldId="338"/>
        </pc:sldMkLst>
        <pc:spChg chg="mod">
          <ac:chgData name="Diego Raul Guerrero Anaya" userId="0ce4d9aa-8e9a-49aa-b0f2-d17a32a3775a" providerId="ADAL" clId="{40073F68-D5FD-4935-B223-93F5B7479A5D}" dt="2025-07-03T14:00:44.268" v="3226" actId="20577"/>
          <ac:spMkLst>
            <pc:docMk/>
            <pc:sldMk cId="1507660225" sldId="338"/>
            <ac:spMk id="3" creationId="{B0F05580-970C-3B47-2FA1-062F3CB6FABE}"/>
          </ac:spMkLst>
        </pc:spChg>
        <pc:spChg chg="mod">
          <ac:chgData name="Diego Raul Guerrero Anaya" userId="0ce4d9aa-8e9a-49aa-b0f2-d17a32a3775a" providerId="ADAL" clId="{40073F68-D5FD-4935-B223-93F5B7479A5D}" dt="2025-07-03T14:00:59.301" v="3227"/>
          <ac:spMkLst>
            <pc:docMk/>
            <pc:sldMk cId="1507660225" sldId="338"/>
            <ac:spMk id="5" creationId="{F8FC5B52-84CC-1785-457F-D9DE24ADACD3}"/>
          </ac:spMkLst>
        </pc:spChg>
        <pc:spChg chg="mod">
          <ac:chgData name="Diego Raul Guerrero Anaya" userId="0ce4d9aa-8e9a-49aa-b0f2-d17a32a3775a" providerId="ADAL" clId="{40073F68-D5FD-4935-B223-93F5B7479A5D}" dt="2025-07-16T14:09:50.704" v="3629"/>
          <ac:spMkLst>
            <pc:docMk/>
            <pc:sldMk cId="1507660225" sldId="338"/>
            <ac:spMk id="7" creationId="{56A4DBAB-E9E5-9222-062F-37485377F7C4}"/>
          </ac:spMkLst>
        </pc:spChg>
      </pc:sldChg>
      <pc:sldChg chg="del">
        <pc:chgData name="Diego Raul Guerrero Anaya" userId="0ce4d9aa-8e9a-49aa-b0f2-d17a32a3775a" providerId="ADAL" clId="{40073F68-D5FD-4935-B223-93F5B7479A5D}" dt="2025-07-03T14:00:13.109" v="3206" actId="2696"/>
        <pc:sldMkLst>
          <pc:docMk/>
          <pc:sldMk cId="361658754" sldId="339"/>
        </pc:sldMkLst>
      </pc:sldChg>
      <pc:sldChg chg="addSp delSp modSp mod">
        <pc:chgData name="Diego Raul Guerrero Anaya" userId="0ce4d9aa-8e9a-49aa-b0f2-d17a32a3775a" providerId="ADAL" clId="{40073F68-D5FD-4935-B223-93F5B7479A5D}" dt="2025-07-16T13:47:48.868" v="3623" actId="403"/>
        <pc:sldMkLst>
          <pc:docMk/>
          <pc:sldMk cId="2549534976" sldId="344"/>
        </pc:sldMkLst>
        <pc:spChg chg="mod">
          <ac:chgData name="Diego Raul Guerrero Anaya" userId="0ce4d9aa-8e9a-49aa-b0f2-d17a32a3775a" providerId="ADAL" clId="{40073F68-D5FD-4935-B223-93F5B7479A5D}" dt="2025-07-02T20:50:02.306" v="2167" actId="20577"/>
          <ac:spMkLst>
            <pc:docMk/>
            <pc:sldMk cId="2549534976" sldId="344"/>
            <ac:spMk id="2" creationId="{FEA26E1E-4ACA-672A-001E-BC93500F1F11}"/>
          </ac:spMkLst>
        </pc:spChg>
        <pc:spChg chg="mod">
          <ac:chgData name="Diego Raul Guerrero Anaya" userId="0ce4d9aa-8e9a-49aa-b0f2-d17a32a3775a" providerId="ADAL" clId="{40073F68-D5FD-4935-B223-93F5B7479A5D}" dt="2025-07-02T20:47:30.344" v="2158" actId="20577"/>
          <ac:spMkLst>
            <pc:docMk/>
            <pc:sldMk cId="2549534976" sldId="344"/>
            <ac:spMk id="3" creationId="{644BDCA9-2876-7713-D4AD-8FFE2E0B8B0B}"/>
          </ac:spMkLst>
        </pc:spChg>
        <pc:spChg chg="mod">
          <ac:chgData name="Diego Raul Guerrero Anaya" userId="0ce4d9aa-8e9a-49aa-b0f2-d17a32a3775a" providerId="ADAL" clId="{40073F68-D5FD-4935-B223-93F5B7479A5D}" dt="2025-07-16T13:47:48.868" v="3623" actId="403"/>
          <ac:spMkLst>
            <pc:docMk/>
            <pc:sldMk cId="2549534976" sldId="344"/>
            <ac:spMk id="14" creationId="{DD770501-E6E1-9A62-19AC-5020EA09D1EF}"/>
          </ac:spMkLst>
        </pc:spChg>
        <pc:picChg chg="add mod">
          <ac:chgData name="Diego Raul Guerrero Anaya" userId="0ce4d9aa-8e9a-49aa-b0f2-d17a32a3775a" providerId="ADAL" clId="{40073F68-D5FD-4935-B223-93F5B7479A5D}" dt="2025-07-02T20:50:28.916" v="2168" actId="14100"/>
          <ac:picMkLst>
            <pc:docMk/>
            <pc:sldMk cId="2549534976" sldId="344"/>
            <ac:picMk id="5" creationId="{B6ECC95F-A391-186B-047D-4A9D69D135A9}"/>
          </ac:picMkLst>
        </pc:picChg>
      </pc:sldChg>
      <pc:sldChg chg="addSp delSp modSp mod">
        <pc:chgData name="Diego Raul Guerrero Anaya" userId="0ce4d9aa-8e9a-49aa-b0f2-d17a32a3775a" providerId="ADAL" clId="{40073F68-D5FD-4935-B223-93F5B7479A5D}" dt="2025-07-16T13:48:09.491" v="3624"/>
        <pc:sldMkLst>
          <pc:docMk/>
          <pc:sldMk cId="3037264200" sldId="345"/>
        </pc:sldMkLst>
        <pc:spChg chg="mod">
          <ac:chgData name="Diego Raul Guerrero Anaya" userId="0ce4d9aa-8e9a-49aa-b0f2-d17a32a3775a" providerId="ADAL" clId="{40073F68-D5FD-4935-B223-93F5B7479A5D}" dt="2025-07-02T20:53:27.570" v="2171"/>
          <ac:spMkLst>
            <pc:docMk/>
            <pc:sldMk cId="3037264200" sldId="345"/>
            <ac:spMk id="3" creationId="{99B9BEE2-E8E1-6BE1-3194-C453921D2054}"/>
          </ac:spMkLst>
        </pc:spChg>
        <pc:spChg chg="mod">
          <ac:chgData name="Diego Raul Guerrero Anaya" userId="0ce4d9aa-8e9a-49aa-b0f2-d17a32a3775a" providerId="ADAL" clId="{40073F68-D5FD-4935-B223-93F5B7479A5D}" dt="2025-07-16T13:48:09.491" v="3624"/>
          <ac:spMkLst>
            <pc:docMk/>
            <pc:sldMk cId="3037264200" sldId="345"/>
            <ac:spMk id="12" creationId="{5F52B495-AB4B-2C78-3549-FF25FEEF8C6C}"/>
          </ac:spMkLst>
        </pc:spChg>
        <pc:spChg chg="mod">
          <ac:chgData name="Diego Raul Guerrero Anaya" userId="0ce4d9aa-8e9a-49aa-b0f2-d17a32a3775a" providerId="ADAL" clId="{40073F68-D5FD-4935-B223-93F5B7479A5D}" dt="2025-07-02T21:03:11.561" v="2312" actId="20577"/>
          <ac:spMkLst>
            <pc:docMk/>
            <pc:sldMk cId="3037264200" sldId="345"/>
            <ac:spMk id="13" creationId="{338B5C7A-6624-3767-68CA-A28CDEAF1966}"/>
          </ac:spMkLst>
        </pc:spChg>
        <pc:picChg chg="add mod">
          <ac:chgData name="Diego Raul Guerrero Anaya" userId="0ce4d9aa-8e9a-49aa-b0f2-d17a32a3775a" providerId="ADAL" clId="{40073F68-D5FD-4935-B223-93F5B7479A5D}" dt="2025-07-02T20:54:54.066" v="2175" actId="14100"/>
          <ac:picMkLst>
            <pc:docMk/>
            <pc:sldMk cId="3037264200" sldId="345"/>
            <ac:picMk id="2" creationId="{F6D8947E-1853-1987-7FCB-35617AD03AC8}"/>
          </ac:picMkLst>
        </pc:picChg>
      </pc:sldChg>
      <pc:sldChg chg="addSp delSp modSp mod">
        <pc:chgData name="Diego Raul Guerrero Anaya" userId="0ce4d9aa-8e9a-49aa-b0f2-d17a32a3775a" providerId="ADAL" clId="{40073F68-D5FD-4935-B223-93F5B7479A5D}" dt="2025-07-16T13:46:07.432" v="3615" actId="403"/>
        <pc:sldMkLst>
          <pc:docMk/>
          <pc:sldMk cId="2948970948" sldId="346"/>
        </pc:sldMkLst>
        <pc:spChg chg="mod">
          <ac:chgData name="Diego Raul Guerrero Anaya" userId="0ce4d9aa-8e9a-49aa-b0f2-d17a32a3775a" providerId="ADAL" clId="{40073F68-D5FD-4935-B223-93F5B7479A5D}" dt="2025-07-02T20:58:16.777" v="2252" actId="20577"/>
          <ac:spMkLst>
            <pc:docMk/>
            <pc:sldMk cId="2948970948" sldId="346"/>
            <ac:spMk id="3" creationId="{ED136A9A-EE4C-2EF2-19DC-55A397C497B9}"/>
          </ac:spMkLst>
        </pc:spChg>
        <pc:spChg chg="mod">
          <ac:chgData name="Diego Raul Guerrero Anaya" userId="0ce4d9aa-8e9a-49aa-b0f2-d17a32a3775a" providerId="ADAL" clId="{40073F68-D5FD-4935-B223-93F5B7479A5D}" dt="2025-07-16T13:46:07.432" v="3615" actId="403"/>
          <ac:spMkLst>
            <pc:docMk/>
            <pc:sldMk cId="2948970948" sldId="346"/>
            <ac:spMk id="12" creationId="{7D0CA726-6ABA-1A1C-BD83-BD1A5FDF33D0}"/>
          </ac:spMkLst>
        </pc:spChg>
        <pc:picChg chg="add mod">
          <ac:chgData name="Diego Raul Guerrero Anaya" userId="0ce4d9aa-8e9a-49aa-b0f2-d17a32a3775a" providerId="ADAL" clId="{40073F68-D5FD-4935-B223-93F5B7479A5D}" dt="2025-07-02T20:58:48.133" v="2260" actId="14100"/>
          <ac:picMkLst>
            <pc:docMk/>
            <pc:sldMk cId="2948970948" sldId="346"/>
            <ac:picMk id="7" creationId="{6FE75932-B8CC-7029-BB9A-A20C6573E137}"/>
          </ac:picMkLst>
        </pc:picChg>
      </pc:sldChg>
      <pc:sldChg chg="del">
        <pc:chgData name="Diego Raul Guerrero Anaya" userId="0ce4d9aa-8e9a-49aa-b0f2-d17a32a3775a" providerId="ADAL" clId="{40073F68-D5FD-4935-B223-93F5B7479A5D}" dt="2025-07-03T13:52:12.205" v="3013" actId="2696"/>
        <pc:sldMkLst>
          <pc:docMk/>
          <pc:sldMk cId="3564541686" sldId="347"/>
        </pc:sldMkLst>
      </pc:sldChg>
      <pc:sldChg chg="addSp delSp modSp mod">
        <pc:chgData name="Diego Raul Guerrero Anaya" userId="0ce4d9aa-8e9a-49aa-b0f2-d17a32a3775a" providerId="ADAL" clId="{40073F68-D5FD-4935-B223-93F5B7479A5D}" dt="2025-07-16T14:07:07.956" v="3627" actId="403"/>
        <pc:sldMkLst>
          <pc:docMk/>
          <pc:sldMk cId="2170750062" sldId="348"/>
        </pc:sldMkLst>
        <pc:spChg chg="mod">
          <ac:chgData name="Diego Raul Guerrero Anaya" userId="0ce4d9aa-8e9a-49aa-b0f2-d17a32a3775a" providerId="ADAL" clId="{40073F68-D5FD-4935-B223-93F5B7479A5D}" dt="2025-07-03T13:54:08.515" v="3070" actId="20577"/>
          <ac:spMkLst>
            <pc:docMk/>
            <pc:sldMk cId="2170750062" sldId="348"/>
            <ac:spMk id="2" creationId="{1CEBA107-A718-277C-D060-2AC766F67792}"/>
          </ac:spMkLst>
        </pc:spChg>
        <pc:spChg chg="mod">
          <ac:chgData name="Diego Raul Guerrero Anaya" userId="0ce4d9aa-8e9a-49aa-b0f2-d17a32a3775a" providerId="ADAL" clId="{40073F68-D5FD-4935-B223-93F5B7479A5D}" dt="2025-07-03T13:55:41.956" v="3101" actId="20577"/>
          <ac:spMkLst>
            <pc:docMk/>
            <pc:sldMk cId="2170750062" sldId="348"/>
            <ac:spMk id="3" creationId="{45C7A547-8EBD-2051-1FEA-1B86E508459D}"/>
          </ac:spMkLst>
        </pc:spChg>
        <pc:spChg chg="add mod">
          <ac:chgData name="Diego Raul Guerrero Anaya" userId="0ce4d9aa-8e9a-49aa-b0f2-d17a32a3775a" providerId="ADAL" clId="{40073F68-D5FD-4935-B223-93F5B7479A5D}" dt="2025-07-16T14:07:07.956" v="3627" actId="403"/>
          <ac:spMkLst>
            <pc:docMk/>
            <pc:sldMk cId="2170750062" sldId="348"/>
            <ac:spMk id="12" creationId="{E430F9FF-A82F-9A90-D63C-4DD254EA0D9E}"/>
          </ac:spMkLst>
        </pc:spChg>
        <pc:picChg chg="add mod">
          <ac:chgData name="Diego Raul Guerrero Anaya" userId="0ce4d9aa-8e9a-49aa-b0f2-d17a32a3775a" providerId="ADAL" clId="{40073F68-D5FD-4935-B223-93F5B7479A5D}" dt="2025-07-03T13:54:28.065" v="3074" actId="14100"/>
          <ac:picMkLst>
            <pc:docMk/>
            <pc:sldMk cId="2170750062" sldId="348"/>
            <ac:picMk id="7" creationId="{D450BF0C-B8DE-C775-AC5A-922D6FF132FC}"/>
          </ac:picMkLst>
        </pc:picChg>
      </pc:sldChg>
      <pc:sldChg chg="addSp delSp modSp mod">
        <pc:chgData name="Diego Raul Guerrero Anaya" userId="0ce4d9aa-8e9a-49aa-b0f2-d17a32a3775a" providerId="ADAL" clId="{40073F68-D5FD-4935-B223-93F5B7479A5D}" dt="2025-07-16T14:08:49.509" v="3628"/>
        <pc:sldMkLst>
          <pc:docMk/>
          <pc:sldMk cId="503955803" sldId="352"/>
        </pc:sldMkLst>
        <pc:spChg chg="mod">
          <ac:chgData name="Diego Raul Guerrero Anaya" userId="0ce4d9aa-8e9a-49aa-b0f2-d17a32a3775a" providerId="ADAL" clId="{40073F68-D5FD-4935-B223-93F5B7479A5D}" dt="2025-07-02T19:26:56.062" v="1697" actId="1076"/>
          <ac:spMkLst>
            <pc:docMk/>
            <pc:sldMk cId="503955803" sldId="352"/>
            <ac:spMk id="6" creationId="{AAD396DD-C8E6-6B8E-1B8D-C422E16A7E9B}"/>
          </ac:spMkLst>
        </pc:spChg>
        <pc:spChg chg="mod">
          <ac:chgData name="Diego Raul Guerrero Anaya" userId="0ce4d9aa-8e9a-49aa-b0f2-d17a32a3775a" providerId="ADAL" clId="{40073F68-D5FD-4935-B223-93F5B7479A5D}" dt="2025-07-16T14:08:49.509" v="3628"/>
          <ac:spMkLst>
            <pc:docMk/>
            <pc:sldMk cId="503955803" sldId="352"/>
            <ac:spMk id="10" creationId="{EF076188-86C6-21C3-D0E6-3445759ACEF9}"/>
          </ac:spMkLst>
        </pc:spChg>
        <pc:spChg chg="mod">
          <ac:chgData name="Diego Raul Guerrero Anaya" userId="0ce4d9aa-8e9a-49aa-b0f2-d17a32a3775a" providerId="ADAL" clId="{40073F68-D5FD-4935-B223-93F5B7479A5D}" dt="2025-07-02T19:01:55.352" v="1442" actId="20577"/>
          <ac:spMkLst>
            <pc:docMk/>
            <pc:sldMk cId="503955803" sldId="352"/>
            <ac:spMk id="30" creationId="{258CCD76-6B67-35C5-78CD-752D939DA505}"/>
          </ac:spMkLst>
        </pc:spChg>
        <pc:spChg chg="mod">
          <ac:chgData name="Diego Raul Guerrero Anaya" userId="0ce4d9aa-8e9a-49aa-b0f2-d17a32a3775a" providerId="ADAL" clId="{40073F68-D5FD-4935-B223-93F5B7479A5D}" dt="2025-07-02T19:15:54.133" v="1599" actId="20577"/>
          <ac:spMkLst>
            <pc:docMk/>
            <pc:sldMk cId="503955803" sldId="352"/>
            <ac:spMk id="31" creationId="{3B949CD5-8009-1C09-88F5-EC203AB3455C}"/>
          </ac:spMkLst>
        </pc:spChg>
        <pc:graphicFrameChg chg="mod">
          <ac:chgData name="Diego Raul Guerrero Anaya" userId="0ce4d9aa-8e9a-49aa-b0f2-d17a32a3775a" providerId="ADAL" clId="{40073F68-D5FD-4935-B223-93F5B7479A5D}" dt="2025-07-02T19:16:01.442" v="1600" actId="1076"/>
          <ac:graphicFrameMkLst>
            <pc:docMk/>
            <pc:sldMk cId="503955803" sldId="352"/>
            <ac:graphicFrameMk id="13" creationId="{4B972AC4-9CB9-BF38-E23E-A74EA16AE4AC}"/>
          </ac:graphicFrameMkLst>
        </pc:graphicFrameChg>
        <pc:picChg chg="add mod">
          <ac:chgData name="Diego Raul Guerrero Anaya" userId="0ce4d9aa-8e9a-49aa-b0f2-d17a32a3775a" providerId="ADAL" clId="{40073F68-D5FD-4935-B223-93F5B7479A5D}" dt="2025-07-02T19:26:30.106" v="1692" actId="14100"/>
          <ac:picMkLst>
            <pc:docMk/>
            <pc:sldMk cId="503955803" sldId="352"/>
            <ac:picMk id="15" creationId="{07B79B20-42BD-B3F1-22BB-1B0683785153}"/>
          </ac:picMkLst>
        </pc:picChg>
      </pc:sldChg>
      <pc:sldChg chg="addSp delSp modSp mod">
        <pc:chgData name="Diego Raul Guerrero Anaya" userId="0ce4d9aa-8e9a-49aa-b0f2-d17a32a3775a" providerId="ADAL" clId="{40073F68-D5FD-4935-B223-93F5B7479A5D}" dt="2025-07-16T14:28:06.276" v="3635"/>
        <pc:sldMkLst>
          <pc:docMk/>
          <pc:sldMk cId="927672507" sldId="353"/>
        </pc:sldMkLst>
        <pc:spChg chg="mod">
          <ac:chgData name="Diego Raul Guerrero Anaya" userId="0ce4d9aa-8e9a-49aa-b0f2-d17a32a3775a" providerId="ADAL" clId="{40073F68-D5FD-4935-B223-93F5B7479A5D}" dt="2025-07-02T19:25:49.069" v="1683" actId="14100"/>
          <ac:spMkLst>
            <pc:docMk/>
            <pc:sldMk cId="927672507" sldId="353"/>
            <ac:spMk id="6" creationId="{1BBFA755-0142-7649-A29A-918855F23B9F}"/>
          </ac:spMkLst>
        </pc:spChg>
        <pc:spChg chg="add mod">
          <ac:chgData name="Diego Raul Guerrero Anaya" userId="0ce4d9aa-8e9a-49aa-b0f2-d17a32a3775a" providerId="ADAL" clId="{40073F68-D5FD-4935-B223-93F5B7479A5D}" dt="2025-07-16T14:28:06.276" v="3635"/>
          <ac:spMkLst>
            <pc:docMk/>
            <pc:sldMk cId="927672507" sldId="353"/>
            <ac:spMk id="12" creationId="{6888C449-0716-96AD-3B34-F79A73842454}"/>
          </ac:spMkLst>
        </pc:spChg>
        <pc:spChg chg="mod">
          <ac:chgData name="Diego Raul Guerrero Anaya" userId="0ce4d9aa-8e9a-49aa-b0f2-d17a32a3775a" providerId="ADAL" clId="{40073F68-D5FD-4935-B223-93F5B7479A5D}" dt="2025-07-02T18:40:32.853" v="436" actId="20577"/>
          <ac:spMkLst>
            <pc:docMk/>
            <pc:sldMk cId="927672507" sldId="353"/>
            <ac:spMk id="30" creationId="{34C5FF2A-B91C-186B-3D4B-C76ECB4B9870}"/>
          </ac:spMkLst>
        </pc:spChg>
        <pc:spChg chg="mod">
          <ac:chgData name="Diego Raul Guerrero Anaya" userId="0ce4d9aa-8e9a-49aa-b0f2-d17a32a3775a" providerId="ADAL" clId="{40073F68-D5FD-4935-B223-93F5B7479A5D}" dt="2025-07-02T19:28:18.264" v="1713" actId="20577"/>
          <ac:spMkLst>
            <pc:docMk/>
            <pc:sldMk cId="927672507" sldId="353"/>
            <ac:spMk id="31" creationId="{E8423806-412A-088B-9430-AF48DB430174}"/>
          </ac:spMkLst>
        </pc:spChg>
        <pc:graphicFrameChg chg="mod">
          <ac:chgData name="Diego Raul Guerrero Anaya" userId="0ce4d9aa-8e9a-49aa-b0f2-d17a32a3775a" providerId="ADAL" clId="{40073F68-D5FD-4935-B223-93F5B7479A5D}" dt="2025-07-02T19:28:53.578" v="1720" actId="1076"/>
          <ac:graphicFrameMkLst>
            <pc:docMk/>
            <pc:sldMk cId="927672507" sldId="353"/>
            <ac:graphicFrameMk id="14" creationId="{093B6135-8E86-8EE0-DA04-61FE105BFEFA}"/>
          </ac:graphicFrameMkLst>
        </pc:graphicFrameChg>
        <pc:picChg chg="add mod">
          <ac:chgData name="Diego Raul Guerrero Anaya" userId="0ce4d9aa-8e9a-49aa-b0f2-d17a32a3775a" providerId="ADAL" clId="{40073F68-D5FD-4935-B223-93F5B7479A5D}" dt="2025-07-02T19:25:02.897" v="1675" actId="14100"/>
          <ac:picMkLst>
            <pc:docMk/>
            <pc:sldMk cId="927672507" sldId="353"/>
            <ac:picMk id="15" creationId="{4CA742DA-CB74-6152-E77B-89BDFAD29018}"/>
          </ac:picMkLst>
        </pc:picChg>
      </pc:sldChg>
      <pc:sldChg chg="addSp delSp modSp mod">
        <pc:chgData name="Diego Raul Guerrero Anaya" userId="0ce4d9aa-8e9a-49aa-b0f2-d17a32a3775a" providerId="ADAL" clId="{40073F68-D5FD-4935-B223-93F5B7479A5D}" dt="2025-07-04T19:21:02.813" v="3386" actId="20577"/>
        <pc:sldMkLst>
          <pc:docMk/>
          <pc:sldMk cId="3244617191" sldId="354"/>
        </pc:sldMkLst>
        <pc:spChg chg="mod">
          <ac:chgData name="Diego Raul Guerrero Anaya" userId="0ce4d9aa-8e9a-49aa-b0f2-d17a32a3775a" providerId="ADAL" clId="{40073F68-D5FD-4935-B223-93F5B7479A5D}" dt="2025-07-02T18:26:23.632" v="220" actId="20577"/>
          <ac:spMkLst>
            <pc:docMk/>
            <pc:sldMk cId="3244617191" sldId="354"/>
            <ac:spMk id="3" creationId="{822204D8-A801-5484-A730-68B575CD7204}"/>
          </ac:spMkLst>
        </pc:spChg>
        <pc:spChg chg="mod">
          <ac:chgData name="Diego Raul Guerrero Anaya" userId="0ce4d9aa-8e9a-49aa-b0f2-d17a32a3775a" providerId="ADAL" clId="{40073F68-D5FD-4935-B223-93F5B7479A5D}" dt="2025-07-02T18:26:12.960" v="218" actId="1076"/>
          <ac:spMkLst>
            <pc:docMk/>
            <pc:sldMk cId="3244617191" sldId="354"/>
            <ac:spMk id="6" creationId="{82359F3C-64F6-1870-6367-025E002D76DB}"/>
          </ac:spMkLst>
        </pc:spChg>
        <pc:spChg chg="mod">
          <ac:chgData name="Diego Raul Guerrero Anaya" userId="0ce4d9aa-8e9a-49aa-b0f2-d17a32a3775a" providerId="ADAL" clId="{40073F68-D5FD-4935-B223-93F5B7479A5D}" dt="2025-07-02T18:25:24.753" v="214" actId="20577"/>
          <ac:spMkLst>
            <pc:docMk/>
            <pc:sldMk cId="3244617191" sldId="354"/>
            <ac:spMk id="12" creationId="{A56C0D7C-16C6-2D3B-B087-A36CC226F911}"/>
          </ac:spMkLst>
        </pc:spChg>
        <pc:spChg chg="add mod">
          <ac:chgData name="Diego Raul Guerrero Anaya" userId="0ce4d9aa-8e9a-49aa-b0f2-d17a32a3775a" providerId="ADAL" clId="{40073F68-D5FD-4935-B223-93F5B7479A5D}" dt="2025-07-03T13:11:52.155" v="2457" actId="20577"/>
          <ac:spMkLst>
            <pc:docMk/>
            <pc:sldMk cId="3244617191" sldId="354"/>
            <ac:spMk id="14" creationId="{A3312F2B-AFC2-5EE2-6DC3-535BF7A6A8E4}"/>
          </ac:spMkLst>
        </pc:spChg>
        <pc:spChg chg="mod">
          <ac:chgData name="Diego Raul Guerrero Anaya" userId="0ce4d9aa-8e9a-49aa-b0f2-d17a32a3775a" providerId="ADAL" clId="{40073F68-D5FD-4935-B223-93F5B7479A5D}" dt="2025-07-03T13:13:16.387" v="2475" actId="20577"/>
          <ac:spMkLst>
            <pc:docMk/>
            <pc:sldMk cId="3244617191" sldId="354"/>
            <ac:spMk id="19" creationId="{DC45A2B3-CBE7-6AF2-715B-B91866D1BE66}"/>
          </ac:spMkLst>
        </pc:spChg>
        <pc:spChg chg="mod">
          <ac:chgData name="Diego Raul Guerrero Anaya" userId="0ce4d9aa-8e9a-49aa-b0f2-d17a32a3775a" providerId="ADAL" clId="{40073F68-D5FD-4935-B223-93F5B7479A5D}" dt="2025-07-04T19:21:02.813" v="3386" actId="20577"/>
          <ac:spMkLst>
            <pc:docMk/>
            <pc:sldMk cId="3244617191" sldId="354"/>
            <ac:spMk id="29" creationId="{7CF8D2E1-1556-C801-9A4E-C3B7E8B3951B}"/>
          </ac:spMkLst>
        </pc:spChg>
        <pc:spChg chg="mod">
          <ac:chgData name="Diego Raul Guerrero Anaya" userId="0ce4d9aa-8e9a-49aa-b0f2-d17a32a3775a" providerId="ADAL" clId="{40073F68-D5FD-4935-B223-93F5B7479A5D}" dt="2025-07-03T13:12:20.366" v="2462" actId="20577"/>
          <ac:spMkLst>
            <pc:docMk/>
            <pc:sldMk cId="3244617191" sldId="354"/>
            <ac:spMk id="31" creationId="{A9D9D877-17BF-C4B1-DBE2-2D740DCE891B}"/>
          </ac:spMkLst>
        </pc:spChg>
        <pc:spChg chg="mod">
          <ac:chgData name="Diego Raul Guerrero Anaya" userId="0ce4d9aa-8e9a-49aa-b0f2-d17a32a3775a" providerId="ADAL" clId="{40073F68-D5FD-4935-B223-93F5B7479A5D}" dt="2025-07-02T18:25:42.201" v="215" actId="1076"/>
          <ac:spMkLst>
            <pc:docMk/>
            <pc:sldMk cId="3244617191" sldId="354"/>
            <ac:spMk id="33" creationId="{9595DA4B-18B9-9B71-84E8-ADECDAB52887}"/>
          </ac:spMkLst>
        </pc:spChg>
        <pc:spChg chg="mod">
          <ac:chgData name="Diego Raul Guerrero Anaya" userId="0ce4d9aa-8e9a-49aa-b0f2-d17a32a3775a" providerId="ADAL" clId="{40073F68-D5FD-4935-B223-93F5B7479A5D}" dt="2025-07-02T18:25:56.184" v="217" actId="1076"/>
          <ac:spMkLst>
            <pc:docMk/>
            <pc:sldMk cId="3244617191" sldId="354"/>
            <ac:spMk id="34" creationId="{F7E81395-129E-34AB-56A2-C2BF691746BB}"/>
          </ac:spMkLst>
        </pc:spChg>
        <pc:graphicFrameChg chg="mod">
          <ac:chgData name="Diego Raul Guerrero Anaya" userId="0ce4d9aa-8e9a-49aa-b0f2-d17a32a3775a" providerId="ADAL" clId="{40073F68-D5FD-4935-B223-93F5B7479A5D}" dt="2025-07-03T13:12:44.708" v="2467" actId="1076"/>
          <ac:graphicFrameMkLst>
            <pc:docMk/>
            <pc:sldMk cId="3244617191" sldId="354"/>
            <ac:graphicFrameMk id="21" creationId="{D999FE1A-6116-4188-4598-09A426373573}"/>
          </ac:graphicFrameMkLst>
        </pc:graphicFrameChg>
        <pc:picChg chg="mod">
          <ac:chgData name="Diego Raul Guerrero Anaya" userId="0ce4d9aa-8e9a-49aa-b0f2-d17a32a3775a" providerId="ADAL" clId="{40073F68-D5FD-4935-B223-93F5B7479A5D}" dt="2025-07-02T18:26:12.960" v="218" actId="1076"/>
          <ac:picMkLst>
            <pc:docMk/>
            <pc:sldMk cId="3244617191" sldId="354"/>
            <ac:picMk id="2" creationId="{1F40C022-EC24-AD62-45FD-C18825EFF0C9}"/>
          </ac:picMkLst>
        </pc:picChg>
        <pc:picChg chg="mod">
          <ac:chgData name="Diego Raul Guerrero Anaya" userId="0ce4d9aa-8e9a-49aa-b0f2-d17a32a3775a" providerId="ADAL" clId="{40073F68-D5FD-4935-B223-93F5B7479A5D}" dt="2025-07-02T18:26:12.960" v="218" actId="1076"/>
          <ac:picMkLst>
            <pc:docMk/>
            <pc:sldMk cId="3244617191" sldId="354"/>
            <ac:picMk id="5" creationId="{083BFBD1-B8C8-AD84-F992-BC2995A91E6F}"/>
          </ac:picMkLst>
        </pc:picChg>
        <pc:picChg chg="add mod">
          <ac:chgData name="Diego Raul Guerrero Anaya" userId="0ce4d9aa-8e9a-49aa-b0f2-d17a32a3775a" providerId="ADAL" clId="{40073F68-D5FD-4935-B223-93F5B7479A5D}" dt="2025-07-03T13:13:11.366" v="2473" actId="1076"/>
          <ac:picMkLst>
            <pc:docMk/>
            <pc:sldMk cId="3244617191" sldId="354"/>
            <ac:picMk id="13" creationId="{52533CA3-02F5-50D3-9B6A-6FEB6C4B0540}"/>
          </ac:picMkLst>
        </pc:picChg>
        <pc:picChg chg="add mod">
          <ac:chgData name="Diego Raul Guerrero Anaya" userId="0ce4d9aa-8e9a-49aa-b0f2-d17a32a3775a" providerId="ADAL" clId="{40073F68-D5FD-4935-B223-93F5B7479A5D}" dt="2025-07-02T18:26:44.802" v="226" actId="1076"/>
          <ac:picMkLst>
            <pc:docMk/>
            <pc:sldMk cId="3244617191" sldId="354"/>
            <ac:picMk id="15" creationId="{BD77644B-5F27-08FF-CB13-FC041A08084A}"/>
          </ac:picMkLst>
        </pc:picChg>
        <pc:picChg chg="add mod">
          <ac:chgData name="Diego Raul Guerrero Anaya" userId="0ce4d9aa-8e9a-49aa-b0f2-d17a32a3775a" providerId="ADAL" clId="{40073F68-D5FD-4935-B223-93F5B7479A5D}" dt="2025-07-03T13:13:50.439" v="2481" actId="14100"/>
          <ac:picMkLst>
            <pc:docMk/>
            <pc:sldMk cId="3244617191" sldId="354"/>
            <ac:picMk id="16" creationId="{86124963-2803-5C3B-9BD6-036673C58DB6}"/>
          </ac:picMkLst>
        </pc:picChg>
        <pc:picChg chg="add mod">
          <ac:chgData name="Diego Raul Guerrero Anaya" userId="0ce4d9aa-8e9a-49aa-b0f2-d17a32a3775a" providerId="ADAL" clId="{40073F68-D5FD-4935-B223-93F5B7479A5D}" dt="2025-07-03T13:14:52.515" v="2489" actId="14100"/>
          <ac:picMkLst>
            <pc:docMk/>
            <pc:sldMk cId="3244617191" sldId="354"/>
            <ac:picMk id="18" creationId="{08AA87CE-C8CD-40D4-9217-DD60F3C8C84F}"/>
          </ac:picMkLst>
        </pc:picChg>
      </pc:sldChg>
      <pc:sldChg chg="delSp modSp del mod">
        <pc:chgData name="Diego Raul Guerrero Anaya" userId="0ce4d9aa-8e9a-49aa-b0f2-d17a32a3775a" providerId="ADAL" clId="{40073F68-D5FD-4935-B223-93F5B7479A5D}" dt="2025-07-03T13:09:09.830" v="2435" actId="2696"/>
        <pc:sldMkLst>
          <pc:docMk/>
          <pc:sldMk cId="3508524949" sldId="355"/>
        </pc:sldMkLst>
      </pc:sldChg>
      <pc:sldChg chg="modSp mod">
        <pc:chgData name="Diego Raul Guerrero Anaya" userId="0ce4d9aa-8e9a-49aa-b0f2-d17a32a3775a" providerId="ADAL" clId="{40073F68-D5FD-4935-B223-93F5B7479A5D}" dt="2025-07-16T14:27:13.508" v="3633"/>
        <pc:sldMkLst>
          <pc:docMk/>
          <pc:sldMk cId="1098523409" sldId="356"/>
        </pc:sldMkLst>
        <pc:spChg chg="mod">
          <ac:chgData name="Diego Raul Guerrero Anaya" userId="0ce4d9aa-8e9a-49aa-b0f2-d17a32a3775a" providerId="ADAL" clId="{40073F68-D5FD-4935-B223-93F5B7479A5D}" dt="2025-07-02T19:45:57.588" v="1891" actId="20577"/>
          <ac:spMkLst>
            <pc:docMk/>
            <pc:sldMk cId="1098523409" sldId="356"/>
            <ac:spMk id="3" creationId="{15ADFF86-FE31-4B56-EAEA-BFEA498A1FE1}"/>
          </ac:spMkLst>
        </pc:spChg>
        <pc:spChg chg="mod">
          <ac:chgData name="Diego Raul Guerrero Anaya" userId="0ce4d9aa-8e9a-49aa-b0f2-d17a32a3775a" providerId="ADAL" clId="{40073F68-D5FD-4935-B223-93F5B7479A5D}" dt="2025-07-16T14:27:13.508" v="3633"/>
          <ac:spMkLst>
            <pc:docMk/>
            <pc:sldMk cId="1098523409" sldId="356"/>
            <ac:spMk id="5" creationId="{17296255-1429-8319-3AE3-D8292FA69EAF}"/>
          </ac:spMkLst>
        </pc:spChg>
        <pc:spChg chg="mod">
          <ac:chgData name="Diego Raul Guerrero Anaya" userId="0ce4d9aa-8e9a-49aa-b0f2-d17a32a3775a" providerId="ADAL" clId="{40073F68-D5FD-4935-B223-93F5B7479A5D}" dt="2025-07-02T19:45:23.220" v="1868"/>
          <ac:spMkLst>
            <pc:docMk/>
            <pc:sldMk cId="1098523409" sldId="356"/>
            <ac:spMk id="10" creationId="{C00BC532-1B7F-DE39-E9EA-580341253B99}"/>
          </ac:spMkLst>
        </pc:spChg>
      </pc:sldChg>
      <pc:sldChg chg="modSp mod">
        <pc:chgData name="Diego Raul Guerrero Anaya" userId="0ce4d9aa-8e9a-49aa-b0f2-d17a32a3775a" providerId="ADAL" clId="{40073F68-D5FD-4935-B223-93F5B7479A5D}" dt="2025-07-15T16:31:44.246" v="3567"/>
        <pc:sldMkLst>
          <pc:docMk/>
          <pc:sldMk cId="102732767" sldId="357"/>
        </pc:sldMkLst>
        <pc:spChg chg="mod">
          <ac:chgData name="Diego Raul Guerrero Anaya" userId="0ce4d9aa-8e9a-49aa-b0f2-d17a32a3775a" providerId="ADAL" clId="{40073F68-D5FD-4935-B223-93F5B7479A5D}" dt="2025-07-02T19:44:27.705" v="1864"/>
          <ac:spMkLst>
            <pc:docMk/>
            <pc:sldMk cId="102732767" sldId="357"/>
            <ac:spMk id="3" creationId="{394AE54B-D2CA-EB1E-BE4E-9D9D7E7A2D2D}"/>
          </ac:spMkLst>
        </pc:spChg>
        <pc:spChg chg="mod">
          <ac:chgData name="Diego Raul Guerrero Anaya" userId="0ce4d9aa-8e9a-49aa-b0f2-d17a32a3775a" providerId="ADAL" clId="{40073F68-D5FD-4935-B223-93F5B7479A5D}" dt="2025-07-15T16:31:44.246" v="3567"/>
          <ac:spMkLst>
            <pc:docMk/>
            <pc:sldMk cId="102732767" sldId="357"/>
            <ac:spMk id="5" creationId="{978A5C05-AAE3-8782-EE0D-1F713CDEECFB}"/>
          </ac:spMkLst>
        </pc:spChg>
        <pc:spChg chg="mod">
          <ac:chgData name="Diego Raul Guerrero Anaya" userId="0ce4d9aa-8e9a-49aa-b0f2-d17a32a3775a" providerId="ADAL" clId="{40073F68-D5FD-4935-B223-93F5B7479A5D}" dt="2025-07-02T19:44:45.682" v="1865"/>
          <ac:spMkLst>
            <pc:docMk/>
            <pc:sldMk cId="102732767" sldId="357"/>
            <ac:spMk id="10" creationId="{0C99FCED-B3B3-3794-1668-4D236BCFACEC}"/>
          </ac:spMkLst>
        </pc:spChg>
      </pc:sldChg>
      <pc:sldChg chg="del">
        <pc:chgData name="Diego Raul Guerrero Anaya" userId="0ce4d9aa-8e9a-49aa-b0f2-d17a32a3775a" providerId="ADAL" clId="{40073F68-D5FD-4935-B223-93F5B7479A5D}" dt="2025-07-03T13:55:49.760" v="3102" actId="2696"/>
        <pc:sldMkLst>
          <pc:docMk/>
          <pc:sldMk cId="3278326653" sldId="358"/>
        </pc:sldMkLst>
      </pc:sldChg>
      <pc:sldChg chg="del">
        <pc:chgData name="Diego Raul Guerrero Anaya" userId="0ce4d9aa-8e9a-49aa-b0f2-d17a32a3775a" providerId="ADAL" clId="{40073F68-D5FD-4935-B223-93F5B7479A5D}" dt="2025-07-03T14:00:16.419" v="3207" actId="2696"/>
        <pc:sldMkLst>
          <pc:docMk/>
          <pc:sldMk cId="465631369" sldId="359"/>
        </pc:sldMkLst>
      </pc:sldChg>
      <pc:sldChg chg="del">
        <pc:chgData name="Diego Raul Guerrero Anaya" userId="0ce4d9aa-8e9a-49aa-b0f2-d17a32a3775a" providerId="ADAL" clId="{40073F68-D5FD-4935-B223-93F5B7479A5D}" dt="2025-07-03T14:00:19.521" v="3208" actId="2696"/>
        <pc:sldMkLst>
          <pc:docMk/>
          <pc:sldMk cId="235446010" sldId="360"/>
        </pc:sldMkLst>
      </pc:sldChg>
      <pc:sldChg chg="modSp add del mod ord">
        <pc:chgData name="Diego Raul Guerrero Anaya" userId="0ce4d9aa-8e9a-49aa-b0f2-d17a32a3775a" providerId="ADAL" clId="{40073F68-D5FD-4935-B223-93F5B7479A5D}" dt="2025-07-15T16:49:01.420" v="3569" actId="20577"/>
        <pc:sldMkLst>
          <pc:docMk/>
          <pc:sldMk cId="111384307" sldId="361"/>
        </pc:sldMkLst>
        <pc:spChg chg="mod">
          <ac:chgData name="Diego Raul Guerrero Anaya" userId="0ce4d9aa-8e9a-49aa-b0f2-d17a32a3775a" providerId="ADAL" clId="{40073F68-D5FD-4935-B223-93F5B7479A5D}" dt="2025-07-03T13:58:05.565" v="3149" actId="20577"/>
          <ac:spMkLst>
            <pc:docMk/>
            <pc:sldMk cId="111384307" sldId="361"/>
            <ac:spMk id="3" creationId="{5B71B624-8335-4512-DA4C-EF7EE64FF616}"/>
          </ac:spMkLst>
        </pc:spChg>
        <pc:spChg chg="mod">
          <ac:chgData name="Diego Raul Guerrero Anaya" userId="0ce4d9aa-8e9a-49aa-b0f2-d17a32a3775a" providerId="ADAL" clId="{40073F68-D5FD-4935-B223-93F5B7479A5D}" dt="2025-07-03T13:56:54.056" v="3121"/>
          <ac:spMkLst>
            <pc:docMk/>
            <pc:sldMk cId="111384307" sldId="361"/>
            <ac:spMk id="5" creationId="{0DFFE4B8-13FB-ABB0-BFBC-74FFCE8618FA}"/>
          </ac:spMkLst>
        </pc:spChg>
        <pc:spChg chg="mod">
          <ac:chgData name="Diego Raul Guerrero Anaya" userId="0ce4d9aa-8e9a-49aa-b0f2-d17a32a3775a" providerId="ADAL" clId="{40073F68-D5FD-4935-B223-93F5B7479A5D}" dt="2025-07-15T16:49:01.420" v="3569" actId="20577"/>
          <ac:spMkLst>
            <pc:docMk/>
            <pc:sldMk cId="111384307" sldId="361"/>
            <ac:spMk id="7" creationId="{20EE4ACA-59EE-FFEC-19FE-E9C36071562E}"/>
          </ac:spMkLst>
        </pc:spChg>
      </pc:sldChg>
      <pc:sldChg chg="del">
        <pc:chgData name="Diego Raul Guerrero Anaya" userId="0ce4d9aa-8e9a-49aa-b0f2-d17a32a3775a" providerId="ADAL" clId="{40073F68-D5FD-4935-B223-93F5B7479A5D}" dt="2025-07-03T14:00:22.546" v="3209" actId="2696"/>
        <pc:sldMkLst>
          <pc:docMk/>
          <pc:sldMk cId="3171661591" sldId="362"/>
        </pc:sldMkLst>
      </pc:sldChg>
      <pc:sldChg chg="del">
        <pc:chgData name="Diego Raul Guerrero Anaya" userId="0ce4d9aa-8e9a-49aa-b0f2-d17a32a3775a" providerId="ADAL" clId="{40073F68-D5FD-4935-B223-93F5B7479A5D}" dt="2025-07-03T14:00:25.613" v="3210" actId="2696"/>
        <pc:sldMkLst>
          <pc:docMk/>
          <pc:sldMk cId="4285717554" sldId="363"/>
        </pc:sldMkLst>
      </pc:sldChg>
      <pc:sldChg chg="addSp delSp modSp add mod ord">
        <pc:chgData name="Diego Raul Guerrero Anaya" userId="0ce4d9aa-8e9a-49aa-b0f2-d17a32a3775a" providerId="ADAL" clId="{40073F68-D5FD-4935-B223-93F5B7479A5D}" dt="2025-07-16T14:28:55.602" v="3636"/>
        <pc:sldMkLst>
          <pc:docMk/>
          <pc:sldMk cId="3010174008" sldId="364"/>
        </pc:sldMkLst>
        <pc:spChg chg="mod">
          <ac:chgData name="Diego Raul Guerrero Anaya" userId="0ce4d9aa-8e9a-49aa-b0f2-d17a32a3775a" providerId="ADAL" clId="{40073F68-D5FD-4935-B223-93F5B7479A5D}" dt="2025-07-02T19:25:32.944" v="1681" actId="1076"/>
          <ac:spMkLst>
            <pc:docMk/>
            <pc:sldMk cId="3010174008" sldId="364"/>
            <ac:spMk id="6" creationId="{695D13A6-7470-6865-7056-1270800E29CC}"/>
          </ac:spMkLst>
        </pc:spChg>
        <pc:spChg chg="mod">
          <ac:chgData name="Diego Raul Guerrero Anaya" userId="0ce4d9aa-8e9a-49aa-b0f2-d17a32a3775a" providerId="ADAL" clId="{40073F68-D5FD-4935-B223-93F5B7479A5D}" dt="2025-07-16T14:28:55.602" v="3636"/>
          <ac:spMkLst>
            <pc:docMk/>
            <pc:sldMk cId="3010174008" sldId="364"/>
            <ac:spMk id="12" creationId="{A2DFF132-F7A4-CD2A-E31F-4E444A78D774}"/>
          </ac:spMkLst>
        </pc:spChg>
        <pc:spChg chg="mod">
          <ac:chgData name="Diego Raul Guerrero Anaya" userId="0ce4d9aa-8e9a-49aa-b0f2-d17a32a3775a" providerId="ADAL" clId="{40073F68-D5FD-4935-B223-93F5B7479A5D}" dt="2025-07-02T18:51:34.974" v="982" actId="20577"/>
          <ac:spMkLst>
            <pc:docMk/>
            <pc:sldMk cId="3010174008" sldId="364"/>
            <ac:spMk id="30" creationId="{42D09D9E-E9E1-3815-5AB3-4CC1341BDEF4}"/>
          </ac:spMkLst>
        </pc:spChg>
        <pc:spChg chg="mod">
          <ac:chgData name="Diego Raul Guerrero Anaya" userId="0ce4d9aa-8e9a-49aa-b0f2-d17a32a3775a" providerId="ADAL" clId="{40073F68-D5FD-4935-B223-93F5B7479A5D}" dt="2025-07-02T19:27:57.545" v="1707" actId="20577"/>
          <ac:spMkLst>
            <pc:docMk/>
            <pc:sldMk cId="3010174008" sldId="364"/>
            <ac:spMk id="31" creationId="{9EFA6497-61F8-7F98-A157-BFAC55BDC611}"/>
          </ac:spMkLst>
        </pc:spChg>
        <pc:graphicFrameChg chg="mod">
          <ac:chgData name="Diego Raul Guerrero Anaya" userId="0ce4d9aa-8e9a-49aa-b0f2-d17a32a3775a" providerId="ADAL" clId="{40073F68-D5FD-4935-B223-93F5B7479A5D}" dt="2025-07-02T19:28:01.805" v="1708" actId="1076"/>
          <ac:graphicFrameMkLst>
            <pc:docMk/>
            <pc:sldMk cId="3010174008" sldId="364"/>
            <ac:graphicFrameMk id="14" creationId="{054CEED1-9FBE-DE43-182C-B99D70A5C600}"/>
          </ac:graphicFrameMkLst>
        </pc:graphicFrameChg>
        <pc:picChg chg="add mod">
          <ac:chgData name="Diego Raul Guerrero Anaya" userId="0ce4d9aa-8e9a-49aa-b0f2-d17a32a3775a" providerId="ADAL" clId="{40073F68-D5FD-4935-B223-93F5B7479A5D}" dt="2025-07-02T19:24:54.738" v="1674" actId="14100"/>
          <ac:picMkLst>
            <pc:docMk/>
            <pc:sldMk cId="3010174008" sldId="364"/>
            <ac:picMk id="16" creationId="{9A2559BE-15C5-881F-0064-4F5DEAB92533}"/>
          </ac:picMkLst>
        </pc:picChg>
      </pc:sldChg>
      <pc:sldChg chg="add del">
        <pc:chgData name="Diego Raul Guerrero Anaya" userId="0ce4d9aa-8e9a-49aa-b0f2-d17a32a3775a" providerId="ADAL" clId="{40073F68-D5FD-4935-B223-93F5B7479A5D}" dt="2025-07-02T19:29:36.194" v="1722" actId="2696"/>
        <pc:sldMkLst>
          <pc:docMk/>
          <pc:sldMk cId="2240833876" sldId="365"/>
        </pc:sldMkLst>
      </pc:sldChg>
      <pc:sldChg chg="addSp delSp modSp add del mod ord">
        <pc:chgData name="Diego Raul Guerrero Anaya" userId="0ce4d9aa-8e9a-49aa-b0f2-d17a32a3775a" providerId="ADAL" clId="{40073F68-D5FD-4935-B223-93F5B7479A5D}" dt="2025-07-03T13:09:16.948" v="2436" actId="2696"/>
        <pc:sldMkLst>
          <pc:docMk/>
          <pc:sldMk cId="2446438292" sldId="365"/>
        </pc:sldMkLst>
      </pc:sldChg>
      <pc:sldChg chg="modSp add mod">
        <pc:chgData name="Diego Raul Guerrero Anaya" userId="0ce4d9aa-8e9a-49aa-b0f2-d17a32a3775a" providerId="ADAL" clId="{40073F68-D5FD-4935-B223-93F5B7479A5D}" dt="2025-07-16T14:27:43.790" v="3634"/>
        <pc:sldMkLst>
          <pc:docMk/>
          <pc:sldMk cId="73220245" sldId="366"/>
        </pc:sldMkLst>
        <pc:spChg chg="mod">
          <ac:chgData name="Diego Raul Guerrero Anaya" userId="0ce4d9aa-8e9a-49aa-b0f2-d17a32a3775a" providerId="ADAL" clId="{40073F68-D5FD-4935-B223-93F5B7479A5D}" dt="2025-07-02T19:46:35.867" v="1896" actId="20577"/>
          <ac:spMkLst>
            <pc:docMk/>
            <pc:sldMk cId="73220245" sldId="366"/>
            <ac:spMk id="3" creationId="{9FF8A8A6-4A26-BD46-6CBF-196F34BD5147}"/>
          </ac:spMkLst>
        </pc:spChg>
        <pc:spChg chg="mod">
          <ac:chgData name="Diego Raul Guerrero Anaya" userId="0ce4d9aa-8e9a-49aa-b0f2-d17a32a3775a" providerId="ADAL" clId="{40073F68-D5FD-4935-B223-93F5B7479A5D}" dt="2025-07-16T14:27:43.790" v="3634"/>
          <ac:spMkLst>
            <pc:docMk/>
            <pc:sldMk cId="73220245" sldId="366"/>
            <ac:spMk id="5" creationId="{CA65B957-9421-A6E8-D2D3-D266FEB90ADE}"/>
          </ac:spMkLst>
        </pc:spChg>
        <pc:spChg chg="mod">
          <ac:chgData name="Diego Raul Guerrero Anaya" userId="0ce4d9aa-8e9a-49aa-b0f2-d17a32a3775a" providerId="ADAL" clId="{40073F68-D5FD-4935-B223-93F5B7479A5D}" dt="2025-07-02T19:46:48.958" v="1897"/>
          <ac:spMkLst>
            <pc:docMk/>
            <pc:sldMk cId="73220245" sldId="366"/>
            <ac:spMk id="10" creationId="{DF7DB9AF-878F-8E36-9A77-A5A5885ED851}"/>
          </ac:spMkLst>
        </pc:spChg>
      </pc:sldChg>
      <pc:sldChg chg="addSp delSp modSp add mod ord">
        <pc:chgData name="Diego Raul Guerrero Anaya" userId="0ce4d9aa-8e9a-49aa-b0f2-d17a32a3775a" providerId="ADAL" clId="{40073F68-D5FD-4935-B223-93F5B7479A5D}" dt="2025-07-16T14:30:04.089" v="3638" actId="403"/>
        <pc:sldMkLst>
          <pc:docMk/>
          <pc:sldMk cId="2051792291" sldId="367"/>
        </pc:sldMkLst>
        <pc:spChg chg="mod">
          <ac:chgData name="Diego Raul Guerrero Anaya" userId="0ce4d9aa-8e9a-49aa-b0f2-d17a32a3775a" providerId="ADAL" clId="{40073F68-D5FD-4935-B223-93F5B7479A5D}" dt="2025-07-02T21:00:42.893" v="2304" actId="20577"/>
          <ac:spMkLst>
            <pc:docMk/>
            <pc:sldMk cId="2051792291" sldId="367"/>
            <ac:spMk id="3" creationId="{BB418C20-DC82-4A2A-A5C9-EB3D7EF1D27D}"/>
          </ac:spMkLst>
        </pc:spChg>
        <pc:spChg chg="mod">
          <ac:chgData name="Diego Raul Guerrero Anaya" userId="0ce4d9aa-8e9a-49aa-b0f2-d17a32a3775a" providerId="ADAL" clId="{40073F68-D5FD-4935-B223-93F5B7479A5D}" dt="2025-07-16T14:30:04.089" v="3638" actId="403"/>
          <ac:spMkLst>
            <pc:docMk/>
            <pc:sldMk cId="2051792291" sldId="367"/>
            <ac:spMk id="12" creationId="{770E316A-AA6E-4A7D-60E9-78075B81D344}"/>
          </ac:spMkLst>
        </pc:spChg>
        <pc:spChg chg="mod">
          <ac:chgData name="Diego Raul Guerrero Anaya" userId="0ce4d9aa-8e9a-49aa-b0f2-d17a32a3775a" providerId="ADAL" clId="{40073F68-D5FD-4935-B223-93F5B7479A5D}" dt="2025-07-02T21:03:06.707" v="2311" actId="20577"/>
          <ac:spMkLst>
            <pc:docMk/>
            <pc:sldMk cId="2051792291" sldId="367"/>
            <ac:spMk id="13" creationId="{8A7E772A-7A1A-455C-2BCA-03E91C857C2D}"/>
          </ac:spMkLst>
        </pc:spChg>
        <pc:picChg chg="add mod">
          <ac:chgData name="Diego Raul Guerrero Anaya" userId="0ce4d9aa-8e9a-49aa-b0f2-d17a32a3775a" providerId="ADAL" clId="{40073F68-D5FD-4935-B223-93F5B7479A5D}" dt="2025-07-02T21:01:03.695" v="2308" actId="14100"/>
          <ac:picMkLst>
            <pc:docMk/>
            <pc:sldMk cId="2051792291" sldId="367"/>
            <ac:picMk id="6" creationId="{155DED10-7AE6-B194-B5F7-FB5A61F85A34}"/>
          </ac:picMkLst>
        </pc:picChg>
      </pc:sldChg>
      <pc:sldChg chg="addSp delSp modSp add mod">
        <pc:chgData name="Diego Raul Guerrero Anaya" userId="0ce4d9aa-8e9a-49aa-b0f2-d17a32a3775a" providerId="ADAL" clId="{40073F68-D5FD-4935-B223-93F5B7479A5D}" dt="2025-07-16T14:30:21.242" v="3639" actId="403"/>
        <pc:sldMkLst>
          <pc:docMk/>
          <pc:sldMk cId="3537418374" sldId="368"/>
        </pc:sldMkLst>
        <pc:spChg chg="mod">
          <ac:chgData name="Diego Raul Guerrero Anaya" userId="0ce4d9aa-8e9a-49aa-b0f2-d17a32a3775a" providerId="ADAL" clId="{40073F68-D5FD-4935-B223-93F5B7479A5D}" dt="2025-07-02T21:03:47.201" v="2317" actId="20577"/>
          <ac:spMkLst>
            <pc:docMk/>
            <pc:sldMk cId="3537418374" sldId="368"/>
            <ac:spMk id="3" creationId="{BE04D403-799D-A23E-76B7-AAB5B7FBA470}"/>
          </ac:spMkLst>
        </pc:spChg>
        <pc:spChg chg="mod">
          <ac:chgData name="Diego Raul Guerrero Anaya" userId="0ce4d9aa-8e9a-49aa-b0f2-d17a32a3775a" providerId="ADAL" clId="{40073F68-D5FD-4935-B223-93F5B7479A5D}" dt="2025-07-16T14:30:21.242" v="3639" actId="403"/>
          <ac:spMkLst>
            <pc:docMk/>
            <pc:sldMk cId="3537418374" sldId="368"/>
            <ac:spMk id="12" creationId="{48ACFE2F-BEED-1156-B262-DFC198424796}"/>
          </ac:spMkLst>
        </pc:spChg>
        <pc:spChg chg="mod">
          <ac:chgData name="Diego Raul Guerrero Anaya" userId="0ce4d9aa-8e9a-49aa-b0f2-d17a32a3775a" providerId="ADAL" clId="{40073F68-D5FD-4935-B223-93F5B7479A5D}" dt="2025-07-02T21:05:04.816" v="2343" actId="20577"/>
          <ac:spMkLst>
            <pc:docMk/>
            <pc:sldMk cId="3537418374" sldId="368"/>
            <ac:spMk id="13" creationId="{DA101BB9-8B21-1D42-0CD5-67C085D59286}"/>
          </ac:spMkLst>
        </pc:spChg>
        <pc:picChg chg="add mod">
          <ac:chgData name="Diego Raul Guerrero Anaya" userId="0ce4d9aa-8e9a-49aa-b0f2-d17a32a3775a" providerId="ADAL" clId="{40073F68-D5FD-4935-B223-93F5B7479A5D}" dt="2025-07-02T21:04:10.412" v="2322" actId="1076"/>
          <ac:picMkLst>
            <pc:docMk/>
            <pc:sldMk cId="3537418374" sldId="368"/>
            <ac:picMk id="2" creationId="{B94730FF-CFBD-8C1F-1083-5D0B96A1BB52}"/>
          </ac:picMkLst>
        </pc:picChg>
      </pc:sldChg>
      <pc:sldChg chg="addSp delSp modSp add mod">
        <pc:chgData name="Diego Raul Guerrero Anaya" userId="0ce4d9aa-8e9a-49aa-b0f2-d17a32a3775a" providerId="ADAL" clId="{40073F68-D5FD-4935-B223-93F5B7479A5D}" dt="2025-07-15T17:33:07.815" v="3587"/>
        <pc:sldMkLst>
          <pc:docMk/>
          <pc:sldMk cId="2752626407" sldId="369"/>
        </pc:sldMkLst>
        <pc:spChg chg="mod">
          <ac:chgData name="Diego Raul Guerrero Anaya" userId="0ce4d9aa-8e9a-49aa-b0f2-d17a32a3775a" providerId="ADAL" clId="{40073F68-D5FD-4935-B223-93F5B7479A5D}" dt="2025-07-02T21:10:57.247" v="2350" actId="20577"/>
          <ac:spMkLst>
            <pc:docMk/>
            <pc:sldMk cId="2752626407" sldId="369"/>
            <ac:spMk id="3" creationId="{347D6B54-7250-8EDC-FA6F-66AA126278A5}"/>
          </ac:spMkLst>
        </pc:spChg>
        <pc:spChg chg="mod">
          <ac:chgData name="Diego Raul Guerrero Anaya" userId="0ce4d9aa-8e9a-49aa-b0f2-d17a32a3775a" providerId="ADAL" clId="{40073F68-D5FD-4935-B223-93F5B7479A5D}" dt="2025-07-15T17:33:07.815" v="3587"/>
          <ac:spMkLst>
            <pc:docMk/>
            <pc:sldMk cId="2752626407" sldId="369"/>
            <ac:spMk id="12" creationId="{0EE4B718-592C-4E52-408C-120F0D089AB6}"/>
          </ac:spMkLst>
        </pc:spChg>
        <pc:spChg chg="mod">
          <ac:chgData name="Diego Raul Guerrero Anaya" userId="0ce4d9aa-8e9a-49aa-b0f2-d17a32a3775a" providerId="ADAL" clId="{40073F68-D5FD-4935-B223-93F5B7479A5D}" dt="2025-07-03T13:25:18.693" v="2666" actId="20577"/>
          <ac:spMkLst>
            <pc:docMk/>
            <pc:sldMk cId="2752626407" sldId="369"/>
            <ac:spMk id="13" creationId="{DE21D792-2030-6DAE-5E30-576EC25D4396}"/>
          </ac:spMkLst>
        </pc:spChg>
        <pc:picChg chg="add mod">
          <ac:chgData name="Diego Raul Guerrero Anaya" userId="0ce4d9aa-8e9a-49aa-b0f2-d17a32a3775a" providerId="ADAL" clId="{40073F68-D5FD-4935-B223-93F5B7479A5D}" dt="2025-07-02T21:11:23.011" v="2356" actId="14100"/>
          <ac:picMkLst>
            <pc:docMk/>
            <pc:sldMk cId="2752626407" sldId="369"/>
            <ac:picMk id="6" creationId="{62CE1150-8196-877A-EA24-07BD876B0F96}"/>
          </ac:picMkLst>
        </pc:picChg>
      </pc:sldChg>
      <pc:sldChg chg="addSp delSp modSp add mod">
        <pc:chgData name="Diego Raul Guerrero Anaya" userId="0ce4d9aa-8e9a-49aa-b0f2-d17a32a3775a" providerId="ADAL" clId="{40073F68-D5FD-4935-B223-93F5B7479A5D}" dt="2025-07-15T18:40:20.742" v="3597" actId="20577"/>
        <pc:sldMkLst>
          <pc:docMk/>
          <pc:sldMk cId="2005288587" sldId="370"/>
        </pc:sldMkLst>
        <pc:spChg chg="mod">
          <ac:chgData name="Diego Raul Guerrero Anaya" userId="0ce4d9aa-8e9a-49aa-b0f2-d17a32a3775a" providerId="ADAL" clId="{40073F68-D5FD-4935-B223-93F5B7479A5D}" dt="2025-07-02T21:18:28.438" v="2398" actId="20577"/>
          <ac:spMkLst>
            <pc:docMk/>
            <pc:sldMk cId="2005288587" sldId="370"/>
            <ac:spMk id="3" creationId="{8AE76483-2277-EE25-9B5E-B3832FFE54C3}"/>
          </ac:spMkLst>
        </pc:spChg>
        <pc:spChg chg="mod">
          <ac:chgData name="Diego Raul Guerrero Anaya" userId="0ce4d9aa-8e9a-49aa-b0f2-d17a32a3775a" providerId="ADAL" clId="{40073F68-D5FD-4935-B223-93F5B7479A5D}" dt="2025-07-15T18:40:20.742" v="3597" actId="20577"/>
          <ac:spMkLst>
            <pc:docMk/>
            <pc:sldMk cId="2005288587" sldId="370"/>
            <ac:spMk id="12" creationId="{A173EDC9-9B86-B41A-E8BF-6DE55FA55698}"/>
          </ac:spMkLst>
        </pc:spChg>
        <pc:spChg chg="mod">
          <ac:chgData name="Diego Raul Guerrero Anaya" userId="0ce4d9aa-8e9a-49aa-b0f2-d17a32a3775a" providerId="ADAL" clId="{40073F68-D5FD-4935-B223-93F5B7479A5D}" dt="2025-07-02T21:19:07.973" v="2405"/>
          <ac:spMkLst>
            <pc:docMk/>
            <pc:sldMk cId="2005288587" sldId="370"/>
            <ac:spMk id="13" creationId="{51CA7A15-62DF-699B-A71A-B9F0D089567C}"/>
          </ac:spMkLst>
        </pc:spChg>
        <pc:picChg chg="add mod">
          <ac:chgData name="Diego Raul Guerrero Anaya" userId="0ce4d9aa-8e9a-49aa-b0f2-d17a32a3775a" providerId="ADAL" clId="{40073F68-D5FD-4935-B223-93F5B7479A5D}" dt="2025-07-02T21:18:53.149" v="2404" actId="14100"/>
          <ac:picMkLst>
            <pc:docMk/>
            <pc:sldMk cId="2005288587" sldId="370"/>
            <ac:picMk id="5" creationId="{8BF2718F-0349-306E-BDB5-582A33598267}"/>
          </ac:picMkLst>
        </pc:picChg>
      </pc:sldChg>
      <pc:sldChg chg="addSp delSp modSp add mod">
        <pc:chgData name="Diego Raul Guerrero Anaya" userId="0ce4d9aa-8e9a-49aa-b0f2-d17a32a3775a" providerId="ADAL" clId="{40073F68-D5FD-4935-B223-93F5B7479A5D}" dt="2025-07-16T13:17:44.655" v="3606" actId="20577"/>
        <pc:sldMkLst>
          <pc:docMk/>
          <pc:sldMk cId="3824062648" sldId="371"/>
        </pc:sldMkLst>
        <pc:spChg chg="mod">
          <ac:chgData name="Diego Raul Guerrero Anaya" userId="0ce4d9aa-8e9a-49aa-b0f2-d17a32a3775a" providerId="ADAL" clId="{40073F68-D5FD-4935-B223-93F5B7479A5D}" dt="2025-07-02T21:24:55.947" v="2428" actId="20577"/>
          <ac:spMkLst>
            <pc:docMk/>
            <pc:sldMk cId="3824062648" sldId="371"/>
            <ac:spMk id="3" creationId="{98AF8B92-4E02-FD08-9443-28BE9B5A825F}"/>
          </ac:spMkLst>
        </pc:spChg>
        <pc:spChg chg="mod">
          <ac:chgData name="Diego Raul Guerrero Anaya" userId="0ce4d9aa-8e9a-49aa-b0f2-d17a32a3775a" providerId="ADAL" clId="{40073F68-D5FD-4935-B223-93F5B7479A5D}" dt="2025-07-16T13:17:44.655" v="3606" actId="20577"/>
          <ac:spMkLst>
            <pc:docMk/>
            <pc:sldMk cId="3824062648" sldId="371"/>
            <ac:spMk id="12" creationId="{898A632D-8D3E-D9CB-C71A-A4CCF340E1D2}"/>
          </ac:spMkLst>
        </pc:spChg>
        <pc:spChg chg="mod">
          <ac:chgData name="Diego Raul Guerrero Anaya" userId="0ce4d9aa-8e9a-49aa-b0f2-d17a32a3775a" providerId="ADAL" clId="{40073F68-D5FD-4935-B223-93F5B7479A5D}" dt="2025-07-03T13:53:08.269" v="3021" actId="20577"/>
          <ac:spMkLst>
            <pc:docMk/>
            <pc:sldMk cId="3824062648" sldId="371"/>
            <ac:spMk id="13" creationId="{6D7072B7-F7C3-7718-3622-996FCABB0A0E}"/>
          </ac:spMkLst>
        </pc:spChg>
        <pc:picChg chg="add mod">
          <ac:chgData name="Diego Raul Guerrero Anaya" userId="0ce4d9aa-8e9a-49aa-b0f2-d17a32a3775a" providerId="ADAL" clId="{40073F68-D5FD-4935-B223-93F5B7479A5D}" dt="2025-07-02T21:25:00.587" v="2429" actId="14100"/>
          <ac:picMkLst>
            <pc:docMk/>
            <pc:sldMk cId="3824062648" sldId="371"/>
            <ac:picMk id="2" creationId="{0BDE289C-E2FD-6409-81BE-65100AE7DABA}"/>
          </ac:picMkLst>
        </pc:picChg>
      </pc:sldChg>
      <pc:sldChg chg="addSp delSp modSp add mod">
        <pc:chgData name="Diego Raul Guerrero Anaya" userId="0ce4d9aa-8e9a-49aa-b0f2-d17a32a3775a" providerId="ADAL" clId="{40073F68-D5FD-4935-B223-93F5B7479A5D}" dt="2025-07-16T14:11:10.186" v="3631" actId="403"/>
        <pc:sldMkLst>
          <pc:docMk/>
          <pc:sldMk cId="2171170721" sldId="372"/>
        </pc:sldMkLst>
        <pc:spChg chg="mod">
          <ac:chgData name="Diego Raul Guerrero Anaya" userId="0ce4d9aa-8e9a-49aa-b0f2-d17a32a3775a" providerId="ADAL" clId="{40073F68-D5FD-4935-B223-93F5B7479A5D}" dt="2025-07-03T13:42:32.842" v="2915" actId="20577"/>
          <ac:spMkLst>
            <pc:docMk/>
            <pc:sldMk cId="2171170721" sldId="372"/>
            <ac:spMk id="3" creationId="{C3657BB7-83F4-9E4C-D2E4-C80FCD29A548}"/>
          </ac:spMkLst>
        </pc:spChg>
        <pc:spChg chg="mod">
          <ac:chgData name="Diego Raul Guerrero Anaya" userId="0ce4d9aa-8e9a-49aa-b0f2-d17a32a3775a" providerId="ADAL" clId="{40073F68-D5FD-4935-B223-93F5B7479A5D}" dt="2025-07-16T14:11:10.186" v="3631" actId="403"/>
          <ac:spMkLst>
            <pc:docMk/>
            <pc:sldMk cId="2171170721" sldId="372"/>
            <ac:spMk id="12" creationId="{082DCA24-6E42-FF18-4281-99AA9676CA9E}"/>
          </ac:spMkLst>
        </pc:spChg>
        <pc:spChg chg="add mod">
          <ac:chgData name="Diego Raul Guerrero Anaya" userId="0ce4d9aa-8e9a-49aa-b0f2-d17a32a3775a" providerId="ADAL" clId="{40073F68-D5FD-4935-B223-93F5B7479A5D}" dt="2025-07-03T13:45:40.722" v="2939" actId="14100"/>
          <ac:spMkLst>
            <pc:docMk/>
            <pc:sldMk cId="2171170721" sldId="372"/>
            <ac:spMk id="13" creationId="{412ACAC2-9017-7988-4BDD-88E6F509B028}"/>
          </ac:spMkLst>
        </pc:spChg>
        <pc:picChg chg="add mod">
          <ac:chgData name="Diego Raul Guerrero Anaya" userId="0ce4d9aa-8e9a-49aa-b0f2-d17a32a3775a" providerId="ADAL" clId="{40073F68-D5FD-4935-B223-93F5B7479A5D}" dt="2025-07-03T13:45:13.611" v="2933" actId="14100"/>
          <ac:picMkLst>
            <pc:docMk/>
            <pc:sldMk cId="2171170721" sldId="372"/>
            <ac:picMk id="5" creationId="{2E865BE1-1710-A518-D9F8-883E69FAC255}"/>
          </ac:picMkLst>
        </pc:picChg>
      </pc:sldChg>
      <pc:sldChg chg="addSp delSp modSp add mod">
        <pc:chgData name="Diego Raul Guerrero Anaya" userId="0ce4d9aa-8e9a-49aa-b0f2-d17a32a3775a" providerId="ADAL" clId="{40073F68-D5FD-4935-B223-93F5B7479A5D}" dt="2025-07-16T14:32:23.132" v="3641" actId="403"/>
        <pc:sldMkLst>
          <pc:docMk/>
          <pc:sldMk cId="1510060465" sldId="373"/>
        </pc:sldMkLst>
        <pc:spChg chg="mod">
          <ac:chgData name="Diego Raul Guerrero Anaya" userId="0ce4d9aa-8e9a-49aa-b0f2-d17a32a3775a" providerId="ADAL" clId="{40073F68-D5FD-4935-B223-93F5B7479A5D}" dt="2025-07-03T13:46:43.448" v="2971" actId="20577"/>
          <ac:spMkLst>
            <pc:docMk/>
            <pc:sldMk cId="1510060465" sldId="373"/>
            <ac:spMk id="3" creationId="{8BA44872-0B73-FB89-1680-D8B3FE61F801}"/>
          </ac:spMkLst>
        </pc:spChg>
        <pc:spChg chg="add mod">
          <ac:chgData name="Diego Raul Guerrero Anaya" userId="0ce4d9aa-8e9a-49aa-b0f2-d17a32a3775a" providerId="ADAL" clId="{40073F68-D5FD-4935-B223-93F5B7479A5D}" dt="2025-07-03T13:47:24.126" v="2978"/>
          <ac:spMkLst>
            <pc:docMk/>
            <pc:sldMk cId="1510060465" sldId="373"/>
            <ac:spMk id="6" creationId="{15CE5A8A-A5DC-EC15-9548-731674F9F744}"/>
          </ac:spMkLst>
        </pc:spChg>
        <pc:spChg chg="mod">
          <ac:chgData name="Diego Raul Guerrero Anaya" userId="0ce4d9aa-8e9a-49aa-b0f2-d17a32a3775a" providerId="ADAL" clId="{40073F68-D5FD-4935-B223-93F5B7479A5D}" dt="2025-07-16T14:32:23.132" v="3641" actId="403"/>
          <ac:spMkLst>
            <pc:docMk/>
            <pc:sldMk cId="1510060465" sldId="373"/>
            <ac:spMk id="12" creationId="{E24FDFE9-9E62-5145-8BDC-13037CBB0C6D}"/>
          </ac:spMkLst>
        </pc:spChg>
        <pc:picChg chg="add mod">
          <ac:chgData name="Diego Raul Guerrero Anaya" userId="0ce4d9aa-8e9a-49aa-b0f2-d17a32a3775a" providerId="ADAL" clId="{40073F68-D5FD-4935-B223-93F5B7479A5D}" dt="2025-07-03T13:47:08.514" v="2976" actId="14100"/>
          <ac:picMkLst>
            <pc:docMk/>
            <pc:sldMk cId="1510060465" sldId="373"/>
            <ac:picMk id="2" creationId="{412007F8-F08F-B8BC-07C4-E95D0506952A}"/>
          </ac:picMkLst>
        </pc:picChg>
      </pc:sldChg>
      <pc:sldChg chg="modSp add mod">
        <pc:chgData name="Diego Raul Guerrero Anaya" userId="0ce4d9aa-8e9a-49aa-b0f2-d17a32a3775a" providerId="ADAL" clId="{40073F68-D5FD-4935-B223-93F5B7479A5D}" dt="2025-07-16T13:44:38.217" v="3613"/>
        <pc:sldMkLst>
          <pc:docMk/>
          <pc:sldMk cId="59235949" sldId="374"/>
        </pc:sldMkLst>
        <pc:spChg chg="mod">
          <ac:chgData name="Diego Raul Guerrero Anaya" userId="0ce4d9aa-8e9a-49aa-b0f2-d17a32a3775a" providerId="ADAL" clId="{40073F68-D5FD-4935-B223-93F5B7479A5D}" dt="2025-07-03T13:49:35.094" v="2996" actId="20577"/>
          <ac:spMkLst>
            <pc:docMk/>
            <pc:sldMk cId="59235949" sldId="374"/>
            <ac:spMk id="3" creationId="{E29C4C48-11C2-B80A-CD26-92B720E11129}"/>
          </ac:spMkLst>
        </pc:spChg>
        <pc:spChg chg="mod">
          <ac:chgData name="Diego Raul Guerrero Anaya" userId="0ce4d9aa-8e9a-49aa-b0f2-d17a32a3775a" providerId="ADAL" clId="{40073F68-D5FD-4935-B223-93F5B7479A5D}" dt="2025-07-16T13:44:38.217" v="3613"/>
          <ac:spMkLst>
            <pc:docMk/>
            <pc:sldMk cId="59235949" sldId="374"/>
            <ac:spMk id="12" creationId="{28FA9B46-7B30-E06E-C8C8-705B39844804}"/>
          </ac:spMkLst>
        </pc:spChg>
      </pc:sldChg>
      <pc:sldChg chg="modSp add mod">
        <pc:chgData name="Diego Raul Guerrero Anaya" userId="0ce4d9aa-8e9a-49aa-b0f2-d17a32a3775a" providerId="ADAL" clId="{40073F68-D5FD-4935-B223-93F5B7479A5D}" dt="2025-07-15T16:51:27.414" v="3570"/>
        <pc:sldMkLst>
          <pc:docMk/>
          <pc:sldMk cId="442886564" sldId="375"/>
        </pc:sldMkLst>
        <pc:spChg chg="mod">
          <ac:chgData name="Diego Raul Guerrero Anaya" userId="0ce4d9aa-8e9a-49aa-b0f2-d17a32a3775a" providerId="ADAL" clId="{40073F68-D5FD-4935-B223-93F5B7479A5D}" dt="2025-07-03T13:58:30.669" v="3186" actId="20577"/>
          <ac:spMkLst>
            <pc:docMk/>
            <pc:sldMk cId="442886564" sldId="375"/>
            <ac:spMk id="3" creationId="{285F287C-3F20-0A2C-D2DD-6DFD49E3D3B3}"/>
          </ac:spMkLst>
        </pc:spChg>
        <pc:spChg chg="mod">
          <ac:chgData name="Diego Raul Guerrero Anaya" userId="0ce4d9aa-8e9a-49aa-b0f2-d17a32a3775a" providerId="ADAL" clId="{40073F68-D5FD-4935-B223-93F5B7479A5D}" dt="2025-07-03T13:58:43.241" v="3187"/>
          <ac:spMkLst>
            <pc:docMk/>
            <pc:sldMk cId="442886564" sldId="375"/>
            <ac:spMk id="5" creationId="{ACE6AE98-C3FD-DF4F-8EDC-B8344899E919}"/>
          </ac:spMkLst>
        </pc:spChg>
        <pc:spChg chg="mod">
          <ac:chgData name="Diego Raul Guerrero Anaya" userId="0ce4d9aa-8e9a-49aa-b0f2-d17a32a3775a" providerId="ADAL" clId="{40073F68-D5FD-4935-B223-93F5B7479A5D}" dt="2025-07-15T16:51:27.414" v="3570"/>
          <ac:spMkLst>
            <pc:docMk/>
            <pc:sldMk cId="442886564" sldId="375"/>
            <ac:spMk id="7" creationId="{DDFC2AF6-9A7F-EF58-DE4A-E928DD55D04A}"/>
          </ac:spMkLst>
        </pc:spChg>
      </pc:sldChg>
      <pc:sldChg chg="modSp add mod">
        <pc:chgData name="Diego Raul Guerrero Anaya" userId="0ce4d9aa-8e9a-49aa-b0f2-d17a32a3775a" providerId="ADAL" clId="{40073F68-D5FD-4935-B223-93F5B7479A5D}" dt="2025-07-15T17:34:36.260" v="3588"/>
        <pc:sldMkLst>
          <pc:docMk/>
          <pc:sldMk cId="558781250" sldId="376"/>
        </pc:sldMkLst>
        <pc:spChg chg="mod">
          <ac:chgData name="Diego Raul Guerrero Anaya" userId="0ce4d9aa-8e9a-49aa-b0f2-d17a32a3775a" providerId="ADAL" clId="{40073F68-D5FD-4935-B223-93F5B7479A5D}" dt="2025-07-03T13:59:22.288" v="3202" actId="20577"/>
          <ac:spMkLst>
            <pc:docMk/>
            <pc:sldMk cId="558781250" sldId="376"/>
            <ac:spMk id="3" creationId="{59CCA2D4-5DF5-B890-7CF1-CABB094D68C1}"/>
          </ac:spMkLst>
        </pc:spChg>
        <pc:spChg chg="mod">
          <ac:chgData name="Diego Raul Guerrero Anaya" userId="0ce4d9aa-8e9a-49aa-b0f2-d17a32a3775a" providerId="ADAL" clId="{40073F68-D5FD-4935-B223-93F5B7479A5D}" dt="2025-07-03T13:59:32.428" v="3203"/>
          <ac:spMkLst>
            <pc:docMk/>
            <pc:sldMk cId="558781250" sldId="376"/>
            <ac:spMk id="5" creationId="{3CEBA708-7AF4-6FB5-622C-770C0F4FF016}"/>
          </ac:spMkLst>
        </pc:spChg>
        <pc:spChg chg="mod">
          <ac:chgData name="Diego Raul Guerrero Anaya" userId="0ce4d9aa-8e9a-49aa-b0f2-d17a32a3775a" providerId="ADAL" clId="{40073F68-D5FD-4935-B223-93F5B7479A5D}" dt="2025-07-15T17:34:36.260" v="3588"/>
          <ac:spMkLst>
            <pc:docMk/>
            <pc:sldMk cId="558781250" sldId="376"/>
            <ac:spMk id="7" creationId="{55549DC3-A112-5D7A-CB9B-8B03813E45DF}"/>
          </ac:spMkLst>
        </pc:spChg>
      </pc:sldChg>
      <pc:sldChg chg="modSp add mod">
        <pc:chgData name="Diego Raul Guerrero Anaya" userId="0ce4d9aa-8e9a-49aa-b0f2-d17a32a3775a" providerId="ADAL" clId="{40073F68-D5FD-4935-B223-93F5B7479A5D}" dt="2025-07-16T14:11:42.500" v="3632"/>
        <pc:sldMkLst>
          <pc:docMk/>
          <pc:sldMk cId="1619484843" sldId="377"/>
        </pc:sldMkLst>
        <pc:spChg chg="mod">
          <ac:chgData name="Diego Raul Guerrero Anaya" userId="0ce4d9aa-8e9a-49aa-b0f2-d17a32a3775a" providerId="ADAL" clId="{40073F68-D5FD-4935-B223-93F5B7479A5D}" dt="2025-07-03T14:02:14.784" v="3281" actId="20577"/>
          <ac:spMkLst>
            <pc:docMk/>
            <pc:sldMk cId="1619484843" sldId="377"/>
            <ac:spMk id="3" creationId="{37730FF3-9285-8C0F-34C4-B3889ED5D7B0}"/>
          </ac:spMkLst>
        </pc:spChg>
        <pc:spChg chg="mod">
          <ac:chgData name="Diego Raul Guerrero Anaya" userId="0ce4d9aa-8e9a-49aa-b0f2-d17a32a3775a" providerId="ADAL" clId="{40073F68-D5FD-4935-B223-93F5B7479A5D}" dt="2025-07-03T14:02:32.124" v="3282"/>
          <ac:spMkLst>
            <pc:docMk/>
            <pc:sldMk cId="1619484843" sldId="377"/>
            <ac:spMk id="5" creationId="{6A72F5BA-44B9-3AAA-DBE8-6D6C95ECCF35}"/>
          </ac:spMkLst>
        </pc:spChg>
        <pc:spChg chg="mod">
          <ac:chgData name="Diego Raul Guerrero Anaya" userId="0ce4d9aa-8e9a-49aa-b0f2-d17a32a3775a" providerId="ADAL" clId="{40073F68-D5FD-4935-B223-93F5B7479A5D}" dt="2025-07-16T14:11:42.500" v="3632"/>
          <ac:spMkLst>
            <pc:docMk/>
            <pc:sldMk cId="1619484843" sldId="377"/>
            <ac:spMk id="7" creationId="{694B3E4F-DF18-C4DF-5038-C87E07DC04A9}"/>
          </ac:spMkLst>
        </pc:spChg>
      </pc:sldChg>
    </pc:docChg>
  </pc:docChgLst>
  <pc:docChgLst>
    <pc:chgData name="Diego Raul Guerrero Anaya" userId="0ce4d9aa-8e9a-49aa-b0f2-d17a32a3775a" providerId="ADAL" clId="{5662A781-BFEB-4167-BC8B-6C14CC8AF6A3}"/>
    <pc:docChg chg="undo custSel addSld delSld modSld sldOrd modSection">
      <pc:chgData name="Diego Raul Guerrero Anaya" userId="0ce4d9aa-8e9a-49aa-b0f2-d17a32a3775a" providerId="ADAL" clId="{5662A781-BFEB-4167-BC8B-6C14CC8AF6A3}" dt="2025-04-30T20:03:46.676" v="4372" actId="14100"/>
      <pc:docMkLst>
        <pc:docMk/>
      </pc:docMkLst>
      <pc:sldChg chg="addSp delSp modSp mod">
        <pc:chgData name="Diego Raul Guerrero Anaya" userId="0ce4d9aa-8e9a-49aa-b0f2-d17a32a3775a" providerId="ADAL" clId="{5662A781-BFEB-4167-BC8B-6C14CC8AF6A3}" dt="2025-04-30T19:19:29.384" v="3420" actId="1076"/>
        <pc:sldMkLst>
          <pc:docMk/>
          <pc:sldMk cId="342973568" sldId="257"/>
        </pc:sldMkLst>
        <pc:spChg chg="mod">
          <ac:chgData name="Diego Raul Guerrero Anaya" userId="0ce4d9aa-8e9a-49aa-b0f2-d17a32a3775a" providerId="ADAL" clId="{5662A781-BFEB-4167-BC8B-6C14CC8AF6A3}" dt="2025-04-30T18:02:15.061" v="1783" actId="20577"/>
          <ac:spMkLst>
            <pc:docMk/>
            <pc:sldMk cId="342973568" sldId="257"/>
            <ac:spMk id="3" creationId="{5517A915-85AE-5FA2-8B73-8C6D4927CC78}"/>
          </ac:spMkLst>
        </pc:spChg>
        <pc:spChg chg="mod">
          <ac:chgData name="Diego Raul Guerrero Anaya" userId="0ce4d9aa-8e9a-49aa-b0f2-d17a32a3775a" providerId="ADAL" clId="{5662A781-BFEB-4167-BC8B-6C14CC8AF6A3}" dt="2025-04-30T10:31:38.863" v="931" actId="1076"/>
          <ac:spMkLst>
            <pc:docMk/>
            <pc:sldMk cId="342973568" sldId="257"/>
            <ac:spMk id="8" creationId="{E148BC7B-FA01-522B-AFFE-4B9D33C4532B}"/>
          </ac:spMkLst>
        </pc:spChg>
        <pc:spChg chg="add mod">
          <ac:chgData name="Diego Raul Guerrero Anaya" userId="0ce4d9aa-8e9a-49aa-b0f2-d17a32a3775a" providerId="ADAL" clId="{5662A781-BFEB-4167-BC8B-6C14CC8AF6A3}" dt="2025-04-30T16:22:48.701" v="962" actId="20577"/>
          <ac:spMkLst>
            <pc:docMk/>
            <pc:sldMk cId="342973568" sldId="257"/>
            <ac:spMk id="10" creationId="{455C021E-C081-F470-1561-7A72B77C082E}"/>
          </ac:spMkLst>
        </pc:spChg>
        <pc:spChg chg="add mod">
          <ac:chgData name="Diego Raul Guerrero Anaya" userId="0ce4d9aa-8e9a-49aa-b0f2-d17a32a3775a" providerId="ADAL" clId="{5662A781-BFEB-4167-BC8B-6C14CC8AF6A3}" dt="2025-04-30T16:22:51.247" v="964" actId="20577"/>
          <ac:spMkLst>
            <pc:docMk/>
            <pc:sldMk cId="342973568" sldId="257"/>
            <ac:spMk id="18" creationId="{12E3D6B0-A00A-E70F-93B8-155EDCA8A27A}"/>
          </ac:spMkLst>
        </pc:spChg>
        <pc:spChg chg="add mod">
          <ac:chgData name="Diego Raul Guerrero Anaya" userId="0ce4d9aa-8e9a-49aa-b0f2-d17a32a3775a" providerId="ADAL" clId="{5662A781-BFEB-4167-BC8B-6C14CC8AF6A3}" dt="2025-04-30T10:31:59.167" v="934"/>
          <ac:spMkLst>
            <pc:docMk/>
            <pc:sldMk cId="342973568" sldId="257"/>
            <ac:spMk id="22" creationId="{D5B6787F-8ADF-7197-8419-53AB256C2BC6}"/>
          </ac:spMkLst>
        </pc:spChg>
        <pc:spChg chg="add mod">
          <ac:chgData name="Diego Raul Guerrero Anaya" userId="0ce4d9aa-8e9a-49aa-b0f2-d17a32a3775a" providerId="ADAL" clId="{5662A781-BFEB-4167-BC8B-6C14CC8AF6A3}" dt="2025-04-30T16:22:11.821" v="959" actId="20577"/>
          <ac:spMkLst>
            <pc:docMk/>
            <pc:sldMk cId="342973568" sldId="257"/>
            <ac:spMk id="24" creationId="{6EBCA8F0-41A7-36C1-4588-E417E68D56B2}"/>
          </ac:spMkLst>
        </pc:spChg>
        <pc:spChg chg="mod">
          <ac:chgData name="Diego Raul Guerrero Anaya" userId="0ce4d9aa-8e9a-49aa-b0f2-d17a32a3775a" providerId="ADAL" clId="{5662A781-BFEB-4167-BC8B-6C14CC8AF6A3}" dt="2025-04-30T16:21:59.629" v="955" actId="20577"/>
          <ac:spMkLst>
            <pc:docMk/>
            <pc:sldMk cId="342973568" sldId="257"/>
            <ac:spMk id="29" creationId="{C54A186A-8BB1-885B-9A38-62E4927CA8C1}"/>
          </ac:spMkLst>
        </pc:spChg>
        <pc:spChg chg="mod">
          <ac:chgData name="Diego Raul Guerrero Anaya" userId="0ce4d9aa-8e9a-49aa-b0f2-d17a32a3775a" providerId="ADAL" clId="{5662A781-BFEB-4167-BC8B-6C14CC8AF6A3}" dt="2025-04-30T18:12:31.206" v="1811" actId="1076"/>
          <ac:spMkLst>
            <pc:docMk/>
            <pc:sldMk cId="342973568" sldId="257"/>
            <ac:spMk id="44" creationId="{CBFD5C63-9190-FCFB-F015-5ECE2AE5FF00}"/>
          </ac:spMkLst>
        </pc:spChg>
        <pc:picChg chg="add mod">
          <ac:chgData name="Diego Raul Guerrero Anaya" userId="0ce4d9aa-8e9a-49aa-b0f2-d17a32a3775a" providerId="ADAL" clId="{5662A781-BFEB-4167-BC8B-6C14CC8AF6A3}" dt="2025-04-30T10:31:59.167" v="934"/>
          <ac:picMkLst>
            <pc:docMk/>
            <pc:sldMk cId="342973568" sldId="257"/>
            <ac:picMk id="5" creationId="{C709C55F-0166-B9FA-EC86-83D8E9245043}"/>
          </ac:picMkLst>
        </pc:picChg>
        <pc:picChg chg="add mod">
          <ac:chgData name="Diego Raul Guerrero Anaya" userId="0ce4d9aa-8e9a-49aa-b0f2-d17a32a3775a" providerId="ADAL" clId="{5662A781-BFEB-4167-BC8B-6C14CC8AF6A3}" dt="2025-04-30T10:31:59.167" v="934"/>
          <ac:picMkLst>
            <pc:docMk/>
            <pc:sldMk cId="342973568" sldId="257"/>
            <ac:picMk id="14" creationId="{A8473A83-AB6C-CC2E-2439-8AB2F9612257}"/>
          </ac:picMkLst>
        </pc:picChg>
        <pc:picChg chg="add mod">
          <ac:chgData name="Diego Raul Guerrero Anaya" userId="0ce4d9aa-8e9a-49aa-b0f2-d17a32a3775a" providerId="ADAL" clId="{5662A781-BFEB-4167-BC8B-6C14CC8AF6A3}" dt="2025-04-30T10:31:59.167" v="934"/>
          <ac:picMkLst>
            <pc:docMk/>
            <pc:sldMk cId="342973568" sldId="257"/>
            <ac:picMk id="19" creationId="{641EBE12-80C7-75F8-17A7-C97EE37AA40A}"/>
          </ac:picMkLst>
        </pc:picChg>
        <pc:picChg chg="add mod">
          <ac:chgData name="Diego Raul Guerrero Anaya" userId="0ce4d9aa-8e9a-49aa-b0f2-d17a32a3775a" providerId="ADAL" clId="{5662A781-BFEB-4167-BC8B-6C14CC8AF6A3}" dt="2025-04-30T10:31:59.167" v="934"/>
          <ac:picMkLst>
            <pc:docMk/>
            <pc:sldMk cId="342973568" sldId="257"/>
            <ac:picMk id="23" creationId="{59C38FF5-B202-95E4-AD2F-E73B8F48C9F7}"/>
          </ac:picMkLst>
        </pc:picChg>
      </pc:sldChg>
      <pc:sldChg chg="addSp delSp modSp mod">
        <pc:chgData name="Diego Raul Guerrero Anaya" userId="0ce4d9aa-8e9a-49aa-b0f2-d17a32a3775a" providerId="ADAL" clId="{5662A781-BFEB-4167-BC8B-6C14CC8AF6A3}" dt="2025-04-30T18:29:09.915" v="2149" actId="14100"/>
        <pc:sldMkLst>
          <pc:docMk/>
          <pc:sldMk cId="318633944" sldId="261"/>
        </pc:sldMkLst>
        <pc:spChg chg="mod">
          <ac:chgData name="Diego Raul Guerrero Anaya" userId="0ce4d9aa-8e9a-49aa-b0f2-d17a32a3775a" providerId="ADAL" clId="{5662A781-BFEB-4167-BC8B-6C14CC8AF6A3}" dt="2025-04-30T16:31:45.878" v="1042" actId="20577"/>
          <ac:spMkLst>
            <pc:docMk/>
            <pc:sldMk cId="318633944" sldId="261"/>
            <ac:spMk id="15" creationId="{A88ED2A4-2DAA-EC7D-CD02-DB70F5C1796C}"/>
          </ac:spMkLst>
        </pc:spChg>
        <pc:spChg chg="mod">
          <ac:chgData name="Diego Raul Guerrero Anaya" userId="0ce4d9aa-8e9a-49aa-b0f2-d17a32a3775a" providerId="ADAL" clId="{5662A781-BFEB-4167-BC8B-6C14CC8AF6A3}" dt="2025-04-30T18:18:00.093" v="1850" actId="20577"/>
          <ac:spMkLst>
            <pc:docMk/>
            <pc:sldMk cId="318633944" sldId="261"/>
            <ac:spMk id="16" creationId="{D8063B67-3175-923E-34E7-99003649E402}"/>
          </ac:spMkLst>
        </pc:spChg>
        <pc:spChg chg="mod">
          <ac:chgData name="Diego Raul Guerrero Anaya" userId="0ce4d9aa-8e9a-49aa-b0f2-d17a32a3775a" providerId="ADAL" clId="{5662A781-BFEB-4167-BC8B-6C14CC8AF6A3}" dt="2025-04-30T18:18:06.532" v="1854" actId="20577"/>
          <ac:spMkLst>
            <pc:docMk/>
            <pc:sldMk cId="318633944" sldId="261"/>
            <ac:spMk id="19" creationId="{48E46499-D46B-C1F8-52AE-10C2A0EC5845}"/>
          </ac:spMkLst>
        </pc:spChg>
        <pc:spChg chg="mod">
          <ac:chgData name="Diego Raul Guerrero Anaya" userId="0ce4d9aa-8e9a-49aa-b0f2-d17a32a3775a" providerId="ADAL" clId="{5662A781-BFEB-4167-BC8B-6C14CC8AF6A3}" dt="2025-04-30T18:17:44.741" v="1845" actId="20577"/>
          <ac:spMkLst>
            <pc:docMk/>
            <pc:sldMk cId="318633944" sldId="261"/>
            <ac:spMk id="31" creationId="{3DDA9517-13BA-FD7C-D421-287A572F0437}"/>
          </ac:spMkLst>
        </pc:spChg>
        <pc:spChg chg="mod">
          <ac:chgData name="Diego Raul Guerrero Anaya" userId="0ce4d9aa-8e9a-49aa-b0f2-d17a32a3775a" providerId="ADAL" clId="{5662A781-BFEB-4167-BC8B-6C14CC8AF6A3}" dt="2025-04-30T18:25:53.478" v="2136" actId="1076"/>
          <ac:spMkLst>
            <pc:docMk/>
            <pc:sldMk cId="318633944" sldId="261"/>
            <ac:spMk id="67" creationId="{7BA7F248-4154-5DBD-2F41-565B0C8AAA76}"/>
          </ac:spMkLst>
        </pc:spChg>
        <pc:graphicFrameChg chg="add mod">
          <ac:chgData name="Diego Raul Guerrero Anaya" userId="0ce4d9aa-8e9a-49aa-b0f2-d17a32a3775a" providerId="ADAL" clId="{5662A781-BFEB-4167-BC8B-6C14CC8AF6A3}" dt="2025-04-30T18:17:55.266" v="1847" actId="1076"/>
          <ac:graphicFrameMkLst>
            <pc:docMk/>
            <pc:sldMk cId="318633944" sldId="261"/>
            <ac:graphicFrameMk id="20" creationId="{92965821-EEF8-82F8-36AD-00C2C91967BB}"/>
          </ac:graphicFrameMkLst>
        </pc:graphicFrameChg>
      </pc:sldChg>
      <pc:sldChg chg="addSp modSp mod">
        <pc:chgData name="Diego Raul Guerrero Anaya" userId="0ce4d9aa-8e9a-49aa-b0f2-d17a32a3775a" providerId="ADAL" clId="{5662A781-BFEB-4167-BC8B-6C14CC8AF6A3}" dt="2025-04-30T09:34:09.483" v="49" actId="20577"/>
        <pc:sldMkLst>
          <pc:docMk/>
          <pc:sldMk cId="1408814012" sldId="276"/>
        </pc:sldMkLst>
        <pc:spChg chg="add mod">
          <ac:chgData name="Diego Raul Guerrero Anaya" userId="0ce4d9aa-8e9a-49aa-b0f2-d17a32a3775a" providerId="ADAL" clId="{5662A781-BFEB-4167-BC8B-6C14CC8AF6A3}" dt="2025-04-30T09:33:07.491" v="45" actId="20577"/>
          <ac:spMkLst>
            <pc:docMk/>
            <pc:sldMk cId="1408814012" sldId="276"/>
            <ac:spMk id="7" creationId="{2E4BF149-DD05-3CE2-EDEB-136F84DDAAAB}"/>
          </ac:spMkLst>
        </pc:spChg>
        <pc:spChg chg="mod">
          <ac:chgData name="Diego Raul Guerrero Anaya" userId="0ce4d9aa-8e9a-49aa-b0f2-d17a32a3775a" providerId="ADAL" clId="{5662A781-BFEB-4167-BC8B-6C14CC8AF6A3}" dt="2025-04-30T09:34:09.483" v="49" actId="20577"/>
          <ac:spMkLst>
            <pc:docMk/>
            <pc:sldMk cId="1408814012" sldId="276"/>
            <ac:spMk id="9" creationId="{93BF6B04-47FB-46D1-6390-2C9DA7827E82}"/>
          </ac:spMkLst>
        </pc:spChg>
        <pc:spChg chg="mod">
          <ac:chgData name="Diego Raul Guerrero Anaya" userId="0ce4d9aa-8e9a-49aa-b0f2-d17a32a3775a" providerId="ADAL" clId="{5662A781-BFEB-4167-BC8B-6C14CC8AF6A3}" dt="2025-04-30T09:32:41.474" v="27" actId="20577"/>
          <ac:spMkLst>
            <pc:docMk/>
            <pc:sldMk cId="1408814012" sldId="276"/>
            <ac:spMk id="12" creationId="{B212B304-DE28-710D-590C-0138E2CAD040}"/>
          </ac:spMkLst>
        </pc:spChg>
        <pc:spChg chg="mod">
          <ac:chgData name="Diego Raul Guerrero Anaya" userId="0ce4d9aa-8e9a-49aa-b0f2-d17a32a3775a" providerId="ADAL" clId="{5662A781-BFEB-4167-BC8B-6C14CC8AF6A3}" dt="2025-04-30T09:29:25.286" v="19" actId="20577"/>
          <ac:spMkLst>
            <pc:docMk/>
            <pc:sldMk cId="1408814012" sldId="276"/>
            <ac:spMk id="26" creationId="{1D4B4EC2-2B82-9176-5626-2B64202C2BEA}"/>
          </ac:spMkLst>
        </pc:spChg>
        <pc:picChg chg="add mod">
          <ac:chgData name="Diego Raul Guerrero Anaya" userId="0ce4d9aa-8e9a-49aa-b0f2-d17a32a3775a" providerId="ADAL" clId="{5662A781-BFEB-4167-BC8B-6C14CC8AF6A3}" dt="2025-04-30T09:32:18.466" v="21" actId="1076"/>
          <ac:picMkLst>
            <pc:docMk/>
            <pc:sldMk cId="1408814012" sldId="276"/>
            <ac:picMk id="6" creationId="{768C5AF0-168D-D76C-3583-2098A5726F6B}"/>
          </ac:picMkLst>
        </pc:picChg>
      </pc:sldChg>
      <pc:sldChg chg="addSp delSp modSp mod">
        <pc:chgData name="Diego Raul Guerrero Anaya" userId="0ce4d9aa-8e9a-49aa-b0f2-d17a32a3775a" providerId="ADAL" clId="{5662A781-BFEB-4167-BC8B-6C14CC8AF6A3}" dt="2025-04-30T18:16:13.399" v="1840" actId="20577"/>
        <pc:sldMkLst>
          <pc:docMk/>
          <pc:sldMk cId="458472891" sldId="311"/>
        </pc:sldMkLst>
        <pc:spChg chg="mod">
          <ac:chgData name="Diego Raul Guerrero Anaya" userId="0ce4d9aa-8e9a-49aa-b0f2-d17a32a3775a" providerId="ADAL" clId="{5662A781-BFEB-4167-BC8B-6C14CC8AF6A3}" dt="2025-04-30T16:27:57.776" v="992" actId="20577"/>
          <ac:spMkLst>
            <pc:docMk/>
            <pc:sldMk cId="458472891" sldId="311"/>
            <ac:spMk id="2" creationId="{D741CCE3-A2F0-C75B-2695-53F2C71ABBFC}"/>
          </ac:spMkLst>
        </pc:spChg>
        <pc:spChg chg="mod">
          <ac:chgData name="Diego Raul Guerrero Anaya" userId="0ce4d9aa-8e9a-49aa-b0f2-d17a32a3775a" providerId="ADAL" clId="{5662A781-BFEB-4167-BC8B-6C14CC8AF6A3}" dt="2025-04-30T16:28:04.827" v="997" actId="20577"/>
          <ac:spMkLst>
            <pc:docMk/>
            <pc:sldMk cId="458472891" sldId="311"/>
            <ac:spMk id="5" creationId="{4F47B6CB-1FFF-E256-3B60-80F96E2E701A}"/>
          </ac:spMkLst>
        </pc:spChg>
        <pc:spChg chg="mod">
          <ac:chgData name="Diego Raul Guerrero Anaya" userId="0ce4d9aa-8e9a-49aa-b0f2-d17a32a3775a" providerId="ADAL" clId="{5662A781-BFEB-4167-BC8B-6C14CC8AF6A3}" dt="2025-04-30T16:29:28.918" v="1009" actId="20577"/>
          <ac:spMkLst>
            <pc:docMk/>
            <pc:sldMk cId="458472891" sldId="311"/>
            <ac:spMk id="26" creationId="{34B3AD1F-D607-BE1B-3508-F6F4A2648F08}"/>
          </ac:spMkLst>
        </pc:spChg>
        <pc:spChg chg="mod">
          <ac:chgData name="Diego Raul Guerrero Anaya" userId="0ce4d9aa-8e9a-49aa-b0f2-d17a32a3775a" providerId="ADAL" clId="{5662A781-BFEB-4167-BC8B-6C14CC8AF6A3}" dt="2025-04-30T18:15:39.243" v="1830" actId="20577"/>
          <ac:spMkLst>
            <pc:docMk/>
            <pc:sldMk cId="458472891" sldId="311"/>
            <ac:spMk id="32" creationId="{65CF82E9-803D-78A7-6EE6-D761E7236721}"/>
          </ac:spMkLst>
        </pc:spChg>
        <pc:spChg chg="mod">
          <ac:chgData name="Diego Raul Guerrero Anaya" userId="0ce4d9aa-8e9a-49aa-b0f2-d17a32a3775a" providerId="ADAL" clId="{5662A781-BFEB-4167-BC8B-6C14CC8AF6A3}" dt="2025-04-30T18:16:13.399" v="1840" actId="20577"/>
          <ac:spMkLst>
            <pc:docMk/>
            <pc:sldMk cId="458472891" sldId="311"/>
            <ac:spMk id="35" creationId="{6B7CC1DA-AA9D-2D01-25C7-BAC063BC4F53}"/>
          </ac:spMkLst>
        </pc:spChg>
        <pc:graphicFrameChg chg="add mod">
          <ac:chgData name="Diego Raul Guerrero Anaya" userId="0ce4d9aa-8e9a-49aa-b0f2-d17a32a3775a" providerId="ADAL" clId="{5662A781-BFEB-4167-BC8B-6C14CC8AF6A3}" dt="2025-04-30T18:16:08.054" v="1837" actId="1076"/>
          <ac:graphicFrameMkLst>
            <pc:docMk/>
            <pc:sldMk cId="458472891" sldId="311"/>
            <ac:graphicFrameMk id="7" creationId="{EF6E38B5-F75F-83F3-768F-5320BC939261}"/>
          </ac:graphicFrameMkLst>
        </pc:graphicFrameChg>
      </pc:sldChg>
      <pc:sldChg chg="addSp delSp modSp mod">
        <pc:chgData name="Diego Raul Guerrero Anaya" userId="0ce4d9aa-8e9a-49aa-b0f2-d17a32a3775a" providerId="ADAL" clId="{5662A781-BFEB-4167-BC8B-6C14CC8AF6A3}" dt="2025-04-30T17:28:18.583" v="1610" actId="14100"/>
        <pc:sldMkLst>
          <pc:docMk/>
          <pc:sldMk cId="4132532602" sldId="312"/>
        </pc:sldMkLst>
        <pc:spChg chg="mod">
          <ac:chgData name="Diego Raul Guerrero Anaya" userId="0ce4d9aa-8e9a-49aa-b0f2-d17a32a3775a" providerId="ADAL" clId="{5662A781-BFEB-4167-BC8B-6C14CC8AF6A3}" dt="2025-04-30T17:19:00.354" v="1351" actId="20577"/>
          <ac:spMkLst>
            <pc:docMk/>
            <pc:sldMk cId="4132532602" sldId="312"/>
            <ac:spMk id="3" creationId="{165D408B-AC6B-609B-FEBE-219986426F61}"/>
          </ac:spMkLst>
        </pc:spChg>
        <pc:spChg chg="mod">
          <ac:chgData name="Diego Raul Guerrero Anaya" userId="0ce4d9aa-8e9a-49aa-b0f2-d17a32a3775a" providerId="ADAL" clId="{5662A781-BFEB-4167-BC8B-6C14CC8AF6A3}" dt="2025-04-30T17:23:22.478" v="1576" actId="20577"/>
          <ac:spMkLst>
            <pc:docMk/>
            <pc:sldMk cId="4132532602" sldId="312"/>
            <ac:spMk id="5" creationId="{002AF777-BED1-583A-F1E6-FE98022187DD}"/>
          </ac:spMkLst>
        </pc:spChg>
        <pc:spChg chg="mod">
          <ac:chgData name="Diego Raul Guerrero Anaya" userId="0ce4d9aa-8e9a-49aa-b0f2-d17a32a3775a" providerId="ADAL" clId="{5662A781-BFEB-4167-BC8B-6C14CC8AF6A3}" dt="2025-04-30T17:28:18.583" v="1610" actId="14100"/>
          <ac:spMkLst>
            <pc:docMk/>
            <pc:sldMk cId="4132532602" sldId="312"/>
            <ac:spMk id="13" creationId="{BE2063A4-4852-0F3F-EFE5-2FABE52E56E3}"/>
          </ac:spMkLst>
        </pc:spChg>
      </pc:sldChg>
      <pc:sldChg chg="del">
        <pc:chgData name="Diego Raul Guerrero Anaya" userId="0ce4d9aa-8e9a-49aa-b0f2-d17a32a3775a" providerId="ADAL" clId="{5662A781-BFEB-4167-BC8B-6C14CC8AF6A3}" dt="2025-04-30T19:14:42.914" v="3403" actId="47"/>
        <pc:sldMkLst>
          <pc:docMk/>
          <pc:sldMk cId="3272317102" sldId="325"/>
        </pc:sldMkLst>
      </pc:sldChg>
      <pc:sldChg chg="modSp mod">
        <pc:chgData name="Diego Raul Guerrero Anaya" userId="0ce4d9aa-8e9a-49aa-b0f2-d17a32a3775a" providerId="ADAL" clId="{5662A781-BFEB-4167-BC8B-6C14CC8AF6A3}" dt="2025-04-30T19:40:32.465" v="3867" actId="20577"/>
        <pc:sldMkLst>
          <pc:docMk/>
          <pc:sldMk cId="1823940296" sldId="330"/>
        </pc:sldMkLst>
        <pc:spChg chg="mod">
          <ac:chgData name="Diego Raul Guerrero Anaya" userId="0ce4d9aa-8e9a-49aa-b0f2-d17a32a3775a" providerId="ADAL" clId="{5662A781-BFEB-4167-BC8B-6C14CC8AF6A3}" dt="2025-04-30T19:40:32.465" v="3867" actId="20577"/>
          <ac:spMkLst>
            <pc:docMk/>
            <pc:sldMk cId="1823940296" sldId="330"/>
            <ac:spMk id="12" creationId="{AB5F9E34-F9D1-C801-8326-DC19EDAF8D21}"/>
          </ac:spMkLst>
        </pc:spChg>
      </pc:sldChg>
      <pc:sldChg chg="modSp mod">
        <pc:chgData name="Diego Raul Guerrero Anaya" userId="0ce4d9aa-8e9a-49aa-b0f2-d17a32a3775a" providerId="ADAL" clId="{5662A781-BFEB-4167-BC8B-6C14CC8AF6A3}" dt="2025-04-29T22:52:39.968" v="9" actId="20577"/>
        <pc:sldMkLst>
          <pc:docMk/>
          <pc:sldMk cId="1254772405" sldId="331"/>
        </pc:sldMkLst>
        <pc:spChg chg="mod">
          <ac:chgData name="Diego Raul Guerrero Anaya" userId="0ce4d9aa-8e9a-49aa-b0f2-d17a32a3775a" providerId="ADAL" clId="{5662A781-BFEB-4167-BC8B-6C14CC8AF6A3}" dt="2025-04-29T22:52:39.968" v="9" actId="20577"/>
          <ac:spMkLst>
            <pc:docMk/>
            <pc:sldMk cId="1254772405" sldId="331"/>
            <ac:spMk id="16" creationId="{CAD1F5A1-A45B-7474-6EF8-7CEEC5771C78}"/>
          </ac:spMkLst>
        </pc:spChg>
      </pc:sldChg>
      <pc:sldChg chg="addSp delSp modSp mod">
        <pc:chgData name="Diego Raul Guerrero Anaya" userId="0ce4d9aa-8e9a-49aa-b0f2-d17a32a3775a" providerId="ADAL" clId="{5662A781-BFEB-4167-BC8B-6C14CC8AF6A3}" dt="2025-04-30T09:38:48.845" v="99" actId="20577"/>
        <pc:sldMkLst>
          <pc:docMk/>
          <pc:sldMk cId="1081019199" sldId="333"/>
        </pc:sldMkLst>
        <pc:spChg chg="add mod">
          <ac:chgData name="Diego Raul Guerrero Anaya" userId="0ce4d9aa-8e9a-49aa-b0f2-d17a32a3775a" providerId="ADAL" clId="{5662A781-BFEB-4167-BC8B-6C14CC8AF6A3}" dt="2025-04-30T09:37:50.815" v="64"/>
          <ac:spMkLst>
            <pc:docMk/>
            <pc:sldMk cId="1081019199" sldId="333"/>
            <ac:spMk id="3" creationId="{36FB5FE9-B5FF-430C-70DD-1A98F0726A7D}"/>
          </ac:spMkLst>
        </pc:spChg>
        <pc:spChg chg="add mod">
          <ac:chgData name="Diego Raul Guerrero Anaya" userId="0ce4d9aa-8e9a-49aa-b0f2-d17a32a3775a" providerId="ADAL" clId="{5662A781-BFEB-4167-BC8B-6C14CC8AF6A3}" dt="2025-04-30T09:38:20.803" v="68" actId="20577"/>
          <ac:spMkLst>
            <pc:docMk/>
            <pc:sldMk cId="1081019199" sldId="333"/>
            <ac:spMk id="10" creationId="{EAD073F4-A477-AEE0-77F8-5D2AC485F9CF}"/>
          </ac:spMkLst>
        </pc:spChg>
        <pc:spChg chg="add mod">
          <ac:chgData name="Diego Raul Guerrero Anaya" userId="0ce4d9aa-8e9a-49aa-b0f2-d17a32a3775a" providerId="ADAL" clId="{5662A781-BFEB-4167-BC8B-6C14CC8AF6A3}" dt="2025-04-30T09:38:26.930" v="70" actId="20577"/>
          <ac:spMkLst>
            <pc:docMk/>
            <pc:sldMk cId="1081019199" sldId="333"/>
            <ac:spMk id="12" creationId="{1A100F43-6350-86BC-BFE8-EB7D82D0A2CF}"/>
          </ac:spMkLst>
        </pc:spChg>
        <pc:spChg chg="mod">
          <ac:chgData name="Diego Raul Guerrero Anaya" userId="0ce4d9aa-8e9a-49aa-b0f2-d17a32a3775a" providerId="ADAL" clId="{5662A781-BFEB-4167-BC8B-6C14CC8AF6A3}" dt="2025-04-30T09:35:54.666" v="59" actId="20577"/>
          <ac:spMkLst>
            <pc:docMk/>
            <pc:sldMk cId="1081019199" sldId="333"/>
            <ac:spMk id="26" creationId="{1D4B4EC2-2B82-9176-5626-2B64202C2BEA}"/>
          </ac:spMkLst>
        </pc:spChg>
        <pc:picChg chg="add mod">
          <ac:chgData name="Diego Raul Guerrero Anaya" userId="0ce4d9aa-8e9a-49aa-b0f2-d17a32a3775a" providerId="ADAL" clId="{5662A781-BFEB-4167-BC8B-6C14CC8AF6A3}" dt="2025-04-30T09:37:57.114" v="65"/>
          <ac:picMkLst>
            <pc:docMk/>
            <pc:sldMk cId="1081019199" sldId="333"/>
            <ac:picMk id="5" creationId="{1C9301DA-7D65-61FA-00C5-DCF2DF3F7662}"/>
          </ac:picMkLst>
        </pc:picChg>
        <pc:picChg chg="add mod">
          <ac:chgData name="Diego Raul Guerrero Anaya" userId="0ce4d9aa-8e9a-49aa-b0f2-d17a32a3775a" providerId="ADAL" clId="{5662A781-BFEB-4167-BC8B-6C14CC8AF6A3}" dt="2025-04-30T09:38:10.095" v="66"/>
          <ac:picMkLst>
            <pc:docMk/>
            <pc:sldMk cId="1081019199" sldId="333"/>
            <ac:picMk id="9" creationId="{B0A9F72B-E537-E615-BDF3-E778A4C02645}"/>
          </ac:picMkLst>
        </pc:picChg>
        <pc:picChg chg="add mod">
          <ac:chgData name="Diego Raul Guerrero Anaya" userId="0ce4d9aa-8e9a-49aa-b0f2-d17a32a3775a" providerId="ADAL" clId="{5662A781-BFEB-4167-BC8B-6C14CC8AF6A3}" dt="2025-04-30T09:38:10.095" v="66"/>
          <ac:picMkLst>
            <pc:docMk/>
            <pc:sldMk cId="1081019199" sldId="333"/>
            <ac:picMk id="11" creationId="{E20A277C-F2F0-93DA-EA64-922FBA47CD4A}"/>
          </ac:picMkLst>
        </pc:picChg>
      </pc:sldChg>
      <pc:sldChg chg="addSp delSp modSp mod">
        <pc:chgData name="Diego Raul Guerrero Anaya" userId="0ce4d9aa-8e9a-49aa-b0f2-d17a32a3775a" providerId="ADAL" clId="{5662A781-BFEB-4167-BC8B-6C14CC8AF6A3}" dt="2025-04-30T20:03:46.676" v="4372" actId="14100"/>
        <pc:sldMkLst>
          <pc:docMk/>
          <pc:sldMk cId="3879780745" sldId="334"/>
        </pc:sldMkLst>
      </pc:sldChg>
      <pc:sldChg chg="addSp delSp modSp del mod ord">
        <pc:chgData name="Diego Raul Guerrero Anaya" userId="0ce4d9aa-8e9a-49aa-b0f2-d17a32a3775a" providerId="ADAL" clId="{5662A781-BFEB-4167-BC8B-6C14CC8AF6A3}" dt="2025-04-30T19:59:25.147" v="4365" actId="47"/>
        <pc:sldMkLst>
          <pc:docMk/>
          <pc:sldMk cId="3957929565" sldId="335"/>
        </pc:sldMkLst>
      </pc:sldChg>
      <pc:sldChg chg="addSp delSp modSp del mod">
        <pc:chgData name="Diego Raul Guerrero Anaya" userId="0ce4d9aa-8e9a-49aa-b0f2-d17a32a3775a" providerId="ADAL" clId="{5662A781-BFEB-4167-BC8B-6C14CC8AF6A3}" dt="2025-04-30T10:24:05.260" v="682" actId="2696"/>
        <pc:sldMkLst>
          <pc:docMk/>
          <pc:sldMk cId="511676516" sldId="337"/>
        </pc:sldMkLst>
      </pc:sldChg>
      <pc:sldChg chg="modSp mod">
        <pc:chgData name="Diego Raul Guerrero Anaya" userId="0ce4d9aa-8e9a-49aa-b0f2-d17a32a3775a" providerId="ADAL" clId="{5662A781-BFEB-4167-BC8B-6C14CC8AF6A3}" dt="2025-04-30T19:26:10.968" v="3461" actId="313"/>
        <pc:sldMkLst>
          <pc:docMk/>
          <pc:sldMk cId="1507660225" sldId="338"/>
        </pc:sldMkLst>
        <pc:spChg chg="mod">
          <ac:chgData name="Diego Raul Guerrero Anaya" userId="0ce4d9aa-8e9a-49aa-b0f2-d17a32a3775a" providerId="ADAL" clId="{5662A781-BFEB-4167-BC8B-6C14CC8AF6A3}" dt="2025-04-30T19:25:23.035" v="3457" actId="20577"/>
          <ac:spMkLst>
            <pc:docMk/>
            <pc:sldMk cId="1507660225" sldId="338"/>
            <ac:spMk id="3" creationId="{B0F05580-970C-3B47-2FA1-062F3CB6FABE}"/>
          </ac:spMkLst>
        </pc:spChg>
        <pc:spChg chg="mod">
          <ac:chgData name="Diego Raul Guerrero Anaya" userId="0ce4d9aa-8e9a-49aa-b0f2-d17a32a3775a" providerId="ADAL" clId="{5662A781-BFEB-4167-BC8B-6C14CC8AF6A3}" dt="2025-04-30T19:26:10.968" v="3461" actId="313"/>
          <ac:spMkLst>
            <pc:docMk/>
            <pc:sldMk cId="1507660225" sldId="338"/>
            <ac:spMk id="5" creationId="{F8FC5B52-84CC-1785-457F-D9DE24ADACD3}"/>
          </ac:spMkLst>
        </pc:spChg>
        <pc:spChg chg="mod">
          <ac:chgData name="Diego Raul Guerrero Anaya" userId="0ce4d9aa-8e9a-49aa-b0f2-d17a32a3775a" providerId="ADAL" clId="{5662A781-BFEB-4167-BC8B-6C14CC8AF6A3}" dt="2025-04-30T19:25:54.952" v="3460" actId="20577"/>
          <ac:spMkLst>
            <pc:docMk/>
            <pc:sldMk cId="1507660225" sldId="338"/>
            <ac:spMk id="7" creationId="{56A4DBAB-E9E5-9222-062F-37485377F7C4}"/>
          </ac:spMkLst>
        </pc:spChg>
      </pc:sldChg>
      <pc:sldChg chg="modSp mod">
        <pc:chgData name="Diego Raul Guerrero Anaya" userId="0ce4d9aa-8e9a-49aa-b0f2-d17a32a3775a" providerId="ADAL" clId="{5662A781-BFEB-4167-BC8B-6C14CC8AF6A3}" dt="2025-04-30T19:27:23.109" v="3480" actId="20577"/>
        <pc:sldMkLst>
          <pc:docMk/>
          <pc:sldMk cId="361658754" sldId="339"/>
        </pc:sldMkLst>
      </pc:sldChg>
      <pc:sldChg chg="del">
        <pc:chgData name="Diego Raul Guerrero Anaya" userId="0ce4d9aa-8e9a-49aa-b0f2-d17a32a3775a" providerId="ADAL" clId="{5662A781-BFEB-4167-BC8B-6C14CC8AF6A3}" dt="2025-04-30T19:29:51.846" v="3493" actId="47"/>
        <pc:sldMkLst>
          <pc:docMk/>
          <pc:sldMk cId="1239987690" sldId="340"/>
        </pc:sldMkLst>
      </pc:sldChg>
      <pc:sldChg chg="del">
        <pc:chgData name="Diego Raul Guerrero Anaya" userId="0ce4d9aa-8e9a-49aa-b0f2-d17a32a3775a" providerId="ADAL" clId="{5662A781-BFEB-4167-BC8B-6C14CC8AF6A3}" dt="2025-04-30T19:14:41.400" v="3402" actId="47"/>
        <pc:sldMkLst>
          <pc:docMk/>
          <pc:sldMk cId="1289236783" sldId="341"/>
        </pc:sldMkLst>
      </pc:sldChg>
      <pc:sldChg chg="del">
        <pc:chgData name="Diego Raul Guerrero Anaya" userId="0ce4d9aa-8e9a-49aa-b0f2-d17a32a3775a" providerId="ADAL" clId="{5662A781-BFEB-4167-BC8B-6C14CC8AF6A3}" dt="2025-04-30T19:29:53.355" v="3494" actId="47"/>
        <pc:sldMkLst>
          <pc:docMk/>
          <pc:sldMk cId="389141832" sldId="342"/>
        </pc:sldMkLst>
      </pc:sldChg>
      <pc:sldChg chg="del">
        <pc:chgData name="Diego Raul Guerrero Anaya" userId="0ce4d9aa-8e9a-49aa-b0f2-d17a32a3775a" providerId="ADAL" clId="{5662A781-BFEB-4167-BC8B-6C14CC8AF6A3}" dt="2025-04-30T19:14:40.614" v="3401" actId="47"/>
        <pc:sldMkLst>
          <pc:docMk/>
          <pc:sldMk cId="95358513" sldId="343"/>
        </pc:sldMkLst>
      </pc:sldChg>
      <pc:sldChg chg="addSp delSp modSp mod">
        <pc:chgData name="Diego Raul Guerrero Anaya" userId="0ce4d9aa-8e9a-49aa-b0f2-d17a32a3775a" providerId="ADAL" clId="{5662A781-BFEB-4167-BC8B-6C14CC8AF6A3}" dt="2025-04-30T17:36:42.228" v="1770" actId="1076"/>
        <pc:sldMkLst>
          <pc:docMk/>
          <pc:sldMk cId="2549534976" sldId="344"/>
        </pc:sldMkLst>
        <pc:spChg chg="mod">
          <ac:chgData name="Diego Raul Guerrero Anaya" userId="0ce4d9aa-8e9a-49aa-b0f2-d17a32a3775a" providerId="ADAL" clId="{5662A781-BFEB-4167-BC8B-6C14CC8AF6A3}" dt="2025-04-30T17:36:42.228" v="1770" actId="1076"/>
          <ac:spMkLst>
            <pc:docMk/>
            <pc:sldMk cId="2549534976" sldId="344"/>
            <ac:spMk id="2" creationId="{FEA26E1E-4ACA-672A-001E-BC93500F1F11}"/>
          </ac:spMkLst>
        </pc:spChg>
        <pc:spChg chg="mod">
          <ac:chgData name="Diego Raul Guerrero Anaya" userId="0ce4d9aa-8e9a-49aa-b0f2-d17a32a3775a" providerId="ADAL" clId="{5662A781-BFEB-4167-BC8B-6C14CC8AF6A3}" dt="2025-04-30T17:26:44.374" v="1602" actId="20577"/>
          <ac:spMkLst>
            <pc:docMk/>
            <pc:sldMk cId="2549534976" sldId="344"/>
            <ac:spMk id="3" creationId="{644BDCA9-2876-7713-D4AD-8FFE2E0B8B0B}"/>
          </ac:spMkLst>
        </pc:spChg>
        <pc:spChg chg="mod">
          <ac:chgData name="Diego Raul Guerrero Anaya" userId="0ce4d9aa-8e9a-49aa-b0f2-d17a32a3775a" providerId="ADAL" clId="{5662A781-BFEB-4167-BC8B-6C14CC8AF6A3}" dt="2025-04-30T17:28:32.795" v="1612" actId="14100"/>
          <ac:spMkLst>
            <pc:docMk/>
            <pc:sldMk cId="2549534976" sldId="344"/>
            <ac:spMk id="14" creationId="{DD770501-E6E1-9A62-19AC-5020EA09D1EF}"/>
          </ac:spMkLst>
        </pc:spChg>
      </pc:sldChg>
      <pc:sldChg chg="addSp delSp modSp mod">
        <pc:chgData name="Diego Raul Guerrero Anaya" userId="0ce4d9aa-8e9a-49aa-b0f2-d17a32a3775a" providerId="ADAL" clId="{5662A781-BFEB-4167-BC8B-6C14CC8AF6A3}" dt="2025-04-30T18:41:41.864" v="2506" actId="20577"/>
        <pc:sldMkLst>
          <pc:docMk/>
          <pc:sldMk cId="3037264200" sldId="345"/>
        </pc:sldMkLst>
        <pc:spChg chg="mod">
          <ac:chgData name="Diego Raul Guerrero Anaya" userId="0ce4d9aa-8e9a-49aa-b0f2-d17a32a3775a" providerId="ADAL" clId="{5662A781-BFEB-4167-BC8B-6C14CC8AF6A3}" dt="2025-04-30T18:33:29.561" v="2184" actId="20577"/>
          <ac:spMkLst>
            <pc:docMk/>
            <pc:sldMk cId="3037264200" sldId="345"/>
            <ac:spMk id="3" creationId="{99B9BEE2-E8E1-6BE1-3194-C453921D2054}"/>
          </ac:spMkLst>
        </pc:spChg>
        <pc:spChg chg="mod">
          <ac:chgData name="Diego Raul Guerrero Anaya" userId="0ce4d9aa-8e9a-49aa-b0f2-d17a32a3775a" providerId="ADAL" clId="{5662A781-BFEB-4167-BC8B-6C14CC8AF6A3}" dt="2025-04-30T18:36:35.583" v="2203" actId="14100"/>
          <ac:spMkLst>
            <pc:docMk/>
            <pc:sldMk cId="3037264200" sldId="345"/>
            <ac:spMk id="12" creationId="{5F52B495-AB4B-2C78-3549-FF25FEEF8C6C}"/>
          </ac:spMkLst>
        </pc:spChg>
        <pc:spChg chg="add mod">
          <ac:chgData name="Diego Raul Guerrero Anaya" userId="0ce4d9aa-8e9a-49aa-b0f2-d17a32a3775a" providerId="ADAL" clId="{5662A781-BFEB-4167-BC8B-6C14CC8AF6A3}" dt="2025-04-30T18:41:41.864" v="2506" actId="20577"/>
          <ac:spMkLst>
            <pc:docMk/>
            <pc:sldMk cId="3037264200" sldId="345"/>
            <ac:spMk id="13" creationId="{338B5C7A-6624-3767-68CA-A28CDEAF1966}"/>
          </ac:spMkLst>
        </pc:spChg>
      </pc:sldChg>
      <pc:sldChg chg="addSp delSp modSp mod">
        <pc:chgData name="Diego Raul Guerrero Anaya" userId="0ce4d9aa-8e9a-49aa-b0f2-d17a32a3775a" providerId="ADAL" clId="{5662A781-BFEB-4167-BC8B-6C14CC8AF6A3}" dt="2025-04-30T18:51:25.143" v="2722" actId="20577"/>
        <pc:sldMkLst>
          <pc:docMk/>
          <pc:sldMk cId="2948970948" sldId="346"/>
        </pc:sldMkLst>
        <pc:spChg chg="mod">
          <ac:chgData name="Diego Raul Guerrero Anaya" userId="0ce4d9aa-8e9a-49aa-b0f2-d17a32a3775a" providerId="ADAL" clId="{5662A781-BFEB-4167-BC8B-6C14CC8AF6A3}" dt="2025-04-30T18:45:25.567" v="2544" actId="20577"/>
          <ac:spMkLst>
            <pc:docMk/>
            <pc:sldMk cId="2948970948" sldId="346"/>
            <ac:spMk id="3" creationId="{ED136A9A-EE4C-2EF2-19DC-55A397C497B9}"/>
          </ac:spMkLst>
        </pc:spChg>
        <pc:spChg chg="mod">
          <ac:chgData name="Diego Raul Guerrero Anaya" userId="0ce4d9aa-8e9a-49aa-b0f2-d17a32a3775a" providerId="ADAL" clId="{5662A781-BFEB-4167-BC8B-6C14CC8AF6A3}" dt="2025-04-30T18:44:37.120" v="2516" actId="14100"/>
          <ac:spMkLst>
            <pc:docMk/>
            <pc:sldMk cId="2948970948" sldId="346"/>
            <ac:spMk id="12" creationId="{7D0CA726-6ABA-1A1C-BD83-BD1A5FDF33D0}"/>
          </ac:spMkLst>
        </pc:spChg>
      </pc:sldChg>
      <pc:sldChg chg="addSp delSp modSp mod">
        <pc:chgData name="Diego Raul Guerrero Anaya" userId="0ce4d9aa-8e9a-49aa-b0f2-d17a32a3775a" providerId="ADAL" clId="{5662A781-BFEB-4167-BC8B-6C14CC8AF6A3}" dt="2025-04-30T19:01:17.645" v="3082" actId="20577"/>
        <pc:sldMkLst>
          <pc:docMk/>
          <pc:sldMk cId="3564541686" sldId="347"/>
        </pc:sldMkLst>
      </pc:sldChg>
      <pc:sldChg chg="addSp delSp modSp mod">
        <pc:chgData name="Diego Raul Guerrero Anaya" userId="0ce4d9aa-8e9a-49aa-b0f2-d17a32a3775a" providerId="ADAL" clId="{5662A781-BFEB-4167-BC8B-6C14CC8AF6A3}" dt="2025-04-30T19:06:50.618" v="3258" actId="20577"/>
        <pc:sldMkLst>
          <pc:docMk/>
          <pc:sldMk cId="2170750062" sldId="348"/>
        </pc:sldMkLst>
        <pc:spChg chg="mod">
          <ac:chgData name="Diego Raul Guerrero Anaya" userId="0ce4d9aa-8e9a-49aa-b0f2-d17a32a3775a" providerId="ADAL" clId="{5662A781-BFEB-4167-BC8B-6C14CC8AF6A3}" dt="2025-04-30T19:06:50.618" v="3258" actId="20577"/>
          <ac:spMkLst>
            <pc:docMk/>
            <pc:sldMk cId="2170750062" sldId="348"/>
            <ac:spMk id="2" creationId="{1CEBA107-A718-277C-D060-2AC766F67792}"/>
          </ac:spMkLst>
        </pc:spChg>
        <pc:spChg chg="mod">
          <ac:chgData name="Diego Raul Guerrero Anaya" userId="0ce4d9aa-8e9a-49aa-b0f2-d17a32a3775a" providerId="ADAL" clId="{5662A781-BFEB-4167-BC8B-6C14CC8AF6A3}" dt="2025-04-30T19:02:59.896" v="3118" actId="20577"/>
          <ac:spMkLst>
            <pc:docMk/>
            <pc:sldMk cId="2170750062" sldId="348"/>
            <ac:spMk id="3" creationId="{45C7A547-8EBD-2051-1FEA-1B86E508459D}"/>
          </ac:spMkLst>
        </pc:spChg>
      </pc:sldChg>
      <pc:sldChg chg="del">
        <pc:chgData name="Diego Raul Guerrero Anaya" userId="0ce4d9aa-8e9a-49aa-b0f2-d17a32a3775a" providerId="ADAL" clId="{5662A781-BFEB-4167-BC8B-6C14CC8AF6A3}" dt="2025-04-30T19:14:35.598" v="3398" actId="47"/>
        <pc:sldMkLst>
          <pc:docMk/>
          <pc:sldMk cId="2439014390" sldId="349"/>
        </pc:sldMkLst>
      </pc:sldChg>
      <pc:sldChg chg="del">
        <pc:chgData name="Diego Raul Guerrero Anaya" userId="0ce4d9aa-8e9a-49aa-b0f2-d17a32a3775a" providerId="ADAL" clId="{5662A781-BFEB-4167-BC8B-6C14CC8AF6A3}" dt="2025-04-30T19:14:37.285" v="3399" actId="47"/>
        <pc:sldMkLst>
          <pc:docMk/>
          <pc:sldMk cId="36709805" sldId="350"/>
        </pc:sldMkLst>
      </pc:sldChg>
      <pc:sldChg chg="del">
        <pc:chgData name="Diego Raul Guerrero Anaya" userId="0ce4d9aa-8e9a-49aa-b0f2-d17a32a3775a" providerId="ADAL" clId="{5662A781-BFEB-4167-BC8B-6C14CC8AF6A3}" dt="2025-04-30T19:14:39.351" v="3400" actId="47"/>
        <pc:sldMkLst>
          <pc:docMk/>
          <pc:sldMk cId="480113249" sldId="351"/>
        </pc:sldMkLst>
      </pc:sldChg>
      <pc:sldChg chg="addSp delSp modSp mod ord">
        <pc:chgData name="Diego Raul Guerrero Anaya" userId="0ce4d9aa-8e9a-49aa-b0f2-d17a32a3775a" providerId="ADAL" clId="{5662A781-BFEB-4167-BC8B-6C14CC8AF6A3}" dt="2025-04-30T19:58:50.896" v="4364" actId="20577"/>
        <pc:sldMkLst>
          <pc:docMk/>
          <pc:sldMk cId="503955803" sldId="352"/>
        </pc:sldMkLst>
        <pc:spChg chg="mod">
          <ac:chgData name="Diego Raul Guerrero Anaya" userId="0ce4d9aa-8e9a-49aa-b0f2-d17a32a3775a" providerId="ADAL" clId="{5662A781-BFEB-4167-BC8B-6C14CC8AF6A3}" dt="2025-04-30T10:14:55.641" v="564" actId="20577"/>
          <ac:spMkLst>
            <pc:docMk/>
            <pc:sldMk cId="503955803" sldId="352"/>
            <ac:spMk id="3" creationId="{4B8D11F4-9FFB-8947-537B-C29F88C237D7}"/>
          </ac:spMkLst>
        </pc:spChg>
        <pc:spChg chg="mod">
          <ac:chgData name="Diego Raul Guerrero Anaya" userId="0ce4d9aa-8e9a-49aa-b0f2-d17a32a3775a" providerId="ADAL" clId="{5662A781-BFEB-4167-BC8B-6C14CC8AF6A3}" dt="2025-04-30T19:58:50.896" v="4364" actId="20577"/>
          <ac:spMkLst>
            <pc:docMk/>
            <pc:sldMk cId="503955803" sldId="352"/>
            <ac:spMk id="6" creationId="{AAD396DD-C8E6-6B8E-1B8D-C422E16A7E9B}"/>
          </ac:spMkLst>
        </pc:spChg>
        <pc:spChg chg="add del">
          <ac:chgData name="Diego Raul Guerrero Anaya" userId="0ce4d9aa-8e9a-49aa-b0f2-d17a32a3775a" providerId="ADAL" clId="{5662A781-BFEB-4167-BC8B-6C14CC8AF6A3}" dt="2025-04-30T10:18:46.528" v="626" actId="478"/>
          <ac:spMkLst>
            <pc:docMk/>
            <pc:sldMk cId="503955803" sldId="352"/>
            <ac:spMk id="8" creationId="{38BBC252-4283-722E-9C51-E2C8E046B75C}"/>
          </ac:spMkLst>
        </pc:spChg>
        <pc:spChg chg="mod">
          <ac:chgData name="Diego Raul Guerrero Anaya" userId="0ce4d9aa-8e9a-49aa-b0f2-d17a32a3775a" providerId="ADAL" clId="{5662A781-BFEB-4167-BC8B-6C14CC8AF6A3}" dt="2025-04-30T17:13:25.969" v="1318" actId="20577"/>
          <ac:spMkLst>
            <pc:docMk/>
            <pc:sldMk cId="503955803" sldId="352"/>
            <ac:spMk id="10" creationId="{EF076188-86C6-21C3-D0E6-3445759ACEF9}"/>
          </ac:spMkLst>
        </pc:spChg>
        <pc:spChg chg="mod">
          <ac:chgData name="Diego Raul Guerrero Anaya" userId="0ce4d9aa-8e9a-49aa-b0f2-d17a32a3775a" providerId="ADAL" clId="{5662A781-BFEB-4167-BC8B-6C14CC8AF6A3}" dt="2025-04-30T10:14:45.748" v="550" actId="20577"/>
          <ac:spMkLst>
            <pc:docMk/>
            <pc:sldMk cId="503955803" sldId="352"/>
            <ac:spMk id="30" creationId="{258CCD76-6B67-35C5-78CD-752D939DA505}"/>
          </ac:spMkLst>
        </pc:spChg>
        <pc:spChg chg="mod">
          <ac:chgData name="Diego Raul Guerrero Anaya" userId="0ce4d9aa-8e9a-49aa-b0f2-d17a32a3775a" providerId="ADAL" clId="{5662A781-BFEB-4167-BC8B-6C14CC8AF6A3}" dt="2025-04-30T10:19:27.466" v="633" actId="1076"/>
          <ac:spMkLst>
            <pc:docMk/>
            <pc:sldMk cId="503955803" sldId="352"/>
            <ac:spMk id="31" creationId="{3B949CD5-8009-1C09-88F5-EC203AB3455C}"/>
          </ac:spMkLst>
        </pc:spChg>
        <pc:graphicFrameChg chg="add mod">
          <ac:chgData name="Diego Raul Guerrero Anaya" userId="0ce4d9aa-8e9a-49aa-b0f2-d17a32a3775a" providerId="ADAL" clId="{5662A781-BFEB-4167-BC8B-6C14CC8AF6A3}" dt="2025-04-30T10:19:33.270" v="634" actId="1076"/>
          <ac:graphicFrameMkLst>
            <pc:docMk/>
            <pc:sldMk cId="503955803" sldId="352"/>
            <ac:graphicFrameMk id="13" creationId="{4B972AC4-9CB9-BF38-E23E-A74EA16AE4AC}"/>
          </ac:graphicFrameMkLst>
        </pc:graphicFrameChg>
      </pc:sldChg>
      <pc:sldChg chg="addSp delSp modSp mod ord">
        <pc:chgData name="Diego Raul Guerrero Anaya" userId="0ce4d9aa-8e9a-49aa-b0f2-d17a32a3775a" providerId="ADAL" clId="{5662A781-BFEB-4167-BC8B-6C14CC8AF6A3}" dt="2025-04-30T19:54:35.494" v="4073" actId="20577"/>
        <pc:sldMkLst>
          <pc:docMk/>
          <pc:sldMk cId="927672507" sldId="353"/>
        </pc:sldMkLst>
        <pc:spChg chg="mod">
          <ac:chgData name="Diego Raul Guerrero Anaya" userId="0ce4d9aa-8e9a-49aa-b0f2-d17a32a3775a" providerId="ADAL" clId="{5662A781-BFEB-4167-BC8B-6C14CC8AF6A3}" dt="2025-04-30T10:21:49.377" v="662" actId="20577"/>
          <ac:spMkLst>
            <pc:docMk/>
            <pc:sldMk cId="927672507" sldId="353"/>
            <ac:spMk id="3" creationId="{538D001C-83C6-38F6-498C-4915B35E5398}"/>
          </ac:spMkLst>
        </pc:spChg>
        <pc:spChg chg="mod">
          <ac:chgData name="Diego Raul Guerrero Anaya" userId="0ce4d9aa-8e9a-49aa-b0f2-d17a32a3775a" providerId="ADAL" clId="{5662A781-BFEB-4167-BC8B-6C14CC8AF6A3}" dt="2025-04-30T19:54:35.494" v="4073" actId="20577"/>
          <ac:spMkLst>
            <pc:docMk/>
            <pc:sldMk cId="927672507" sldId="353"/>
            <ac:spMk id="6" creationId="{1BBFA755-0142-7649-A29A-918855F23B9F}"/>
          </ac:spMkLst>
        </pc:spChg>
        <pc:spChg chg="mod">
          <ac:chgData name="Diego Raul Guerrero Anaya" userId="0ce4d9aa-8e9a-49aa-b0f2-d17a32a3775a" providerId="ADAL" clId="{5662A781-BFEB-4167-BC8B-6C14CC8AF6A3}" dt="2025-04-30T10:20:10.033" v="645" actId="20577"/>
          <ac:spMkLst>
            <pc:docMk/>
            <pc:sldMk cId="927672507" sldId="353"/>
            <ac:spMk id="30" creationId="{34C5FF2A-B91C-186B-3D4B-C76ECB4B9870}"/>
          </ac:spMkLst>
        </pc:spChg>
        <pc:spChg chg="mod">
          <ac:chgData name="Diego Raul Guerrero Anaya" userId="0ce4d9aa-8e9a-49aa-b0f2-d17a32a3775a" providerId="ADAL" clId="{5662A781-BFEB-4167-BC8B-6C14CC8AF6A3}" dt="2025-04-30T10:23:16.203" v="680" actId="1076"/>
          <ac:spMkLst>
            <pc:docMk/>
            <pc:sldMk cId="927672507" sldId="353"/>
            <ac:spMk id="31" creationId="{E8423806-412A-088B-9430-AF48DB430174}"/>
          </ac:spMkLst>
        </pc:spChg>
        <pc:graphicFrameChg chg="add mod">
          <ac:chgData name="Diego Raul Guerrero Anaya" userId="0ce4d9aa-8e9a-49aa-b0f2-d17a32a3775a" providerId="ADAL" clId="{5662A781-BFEB-4167-BC8B-6C14CC8AF6A3}" dt="2025-04-30T10:23:26.801" v="681" actId="1076"/>
          <ac:graphicFrameMkLst>
            <pc:docMk/>
            <pc:sldMk cId="927672507" sldId="353"/>
            <ac:graphicFrameMk id="14" creationId="{093B6135-8E86-8EE0-DA04-61FE105BFEFA}"/>
          </ac:graphicFrameMkLst>
        </pc:graphicFrameChg>
      </pc:sldChg>
      <pc:sldChg chg="addSp delSp modSp mod">
        <pc:chgData name="Diego Raul Guerrero Anaya" userId="0ce4d9aa-8e9a-49aa-b0f2-d17a32a3775a" providerId="ADAL" clId="{5662A781-BFEB-4167-BC8B-6C14CC8AF6A3}" dt="2025-04-30T19:42:24.643" v="4059" actId="20577"/>
        <pc:sldMkLst>
          <pc:docMk/>
          <pc:sldMk cId="3244617191" sldId="354"/>
        </pc:sldMkLst>
        <pc:spChg chg="mod">
          <ac:chgData name="Diego Raul Guerrero Anaya" userId="0ce4d9aa-8e9a-49aa-b0f2-d17a32a3775a" providerId="ADAL" clId="{5662A781-BFEB-4167-BC8B-6C14CC8AF6A3}" dt="2025-04-30T09:44:16.601" v="144" actId="20577"/>
          <ac:spMkLst>
            <pc:docMk/>
            <pc:sldMk cId="3244617191" sldId="354"/>
            <ac:spMk id="3" creationId="{822204D8-A801-5484-A730-68B575CD7204}"/>
          </ac:spMkLst>
        </pc:spChg>
        <pc:spChg chg="mod">
          <ac:chgData name="Diego Raul Guerrero Anaya" userId="0ce4d9aa-8e9a-49aa-b0f2-d17a32a3775a" providerId="ADAL" clId="{5662A781-BFEB-4167-BC8B-6C14CC8AF6A3}" dt="2025-04-30T09:44:12.472" v="142" actId="20577"/>
          <ac:spMkLst>
            <pc:docMk/>
            <pc:sldMk cId="3244617191" sldId="354"/>
            <ac:spMk id="12" creationId="{A56C0D7C-16C6-2D3B-B087-A36CC226F911}"/>
          </ac:spMkLst>
        </pc:spChg>
        <pc:spChg chg="mod">
          <ac:chgData name="Diego Raul Guerrero Anaya" userId="0ce4d9aa-8e9a-49aa-b0f2-d17a32a3775a" providerId="ADAL" clId="{5662A781-BFEB-4167-BC8B-6C14CC8AF6A3}" dt="2025-04-30T09:47:17.709" v="161" actId="20577"/>
          <ac:spMkLst>
            <pc:docMk/>
            <pc:sldMk cId="3244617191" sldId="354"/>
            <ac:spMk id="19" creationId="{DC45A2B3-CBE7-6AF2-715B-B91866D1BE66}"/>
          </ac:spMkLst>
        </pc:spChg>
        <pc:spChg chg="add del mod">
          <ac:chgData name="Diego Raul Guerrero Anaya" userId="0ce4d9aa-8e9a-49aa-b0f2-d17a32a3775a" providerId="ADAL" clId="{5662A781-BFEB-4167-BC8B-6C14CC8AF6A3}" dt="2025-04-30T19:42:24.643" v="4059" actId="20577"/>
          <ac:spMkLst>
            <pc:docMk/>
            <pc:sldMk cId="3244617191" sldId="354"/>
            <ac:spMk id="29" creationId="{7CF8D2E1-1556-C801-9A4E-C3B7E8B3951B}"/>
          </ac:spMkLst>
        </pc:spChg>
        <pc:spChg chg="mod">
          <ac:chgData name="Diego Raul Guerrero Anaya" userId="0ce4d9aa-8e9a-49aa-b0f2-d17a32a3775a" providerId="ADAL" clId="{5662A781-BFEB-4167-BC8B-6C14CC8AF6A3}" dt="2025-04-30T09:51:56.478" v="299" actId="20577"/>
          <ac:spMkLst>
            <pc:docMk/>
            <pc:sldMk cId="3244617191" sldId="354"/>
            <ac:spMk id="31" creationId="{A9D9D877-17BF-C4B1-DBE2-2D740DCE891B}"/>
          </ac:spMkLst>
        </pc:spChg>
        <pc:graphicFrameChg chg="add mod">
          <ac:chgData name="Diego Raul Guerrero Anaya" userId="0ce4d9aa-8e9a-49aa-b0f2-d17a32a3775a" providerId="ADAL" clId="{5662A781-BFEB-4167-BC8B-6C14CC8AF6A3}" dt="2025-04-30T10:04:45.079" v="378" actId="1076"/>
          <ac:graphicFrameMkLst>
            <pc:docMk/>
            <pc:sldMk cId="3244617191" sldId="354"/>
            <ac:graphicFrameMk id="21" creationId="{D999FE1A-6116-4188-4598-09A426373573}"/>
          </ac:graphicFrameMkLst>
        </pc:graphicFrameChg>
      </pc:sldChg>
      <pc:sldChg chg="modSp add mod ord">
        <pc:chgData name="Diego Raul Guerrero Anaya" userId="0ce4d9aa-8e9a-49aa-b0f2-d17a32a3775a" providerId="ADAL" clId="{5662A781-BFEB-4167-BC8B-6C14CC8AF6A3}" dt="2025-04-30T17:13:39.470" v="1321" actId="5793"/>
        <pc:sldMkLst>
          <pc:docMk/>
          <pc:sldMk cId="3508524949" sldId="355"/>
        </pc:sldMkLst>
      </pc:sldChg>
      <pc:sldChg chg="modSp add mod">
        <pc:chgData name="Diego Raul Guerrero Anaya" userId="0ce4d9aa-8e9a-49aa-b0f2-d17a32a3775a" providerId="ADAL" clId="{5662A781-BFEB-4167-BC8B-6C14CC8AF6A3}" dt="2025-04-30T17:00:06.368" v="1306" actId="20577"/>
        <pc:sldMkLst>
          <pc:docMk/>
          <pc:sldMk cId="1098523409" sldId="356"/>
        </pc:sldMkLst>
        <pc:spChg chg="mod">
          <ac:chgData name="Diego Raul Guerrero Anaya" userId="0ce4d9aa-8e9a-49aa-b0f2-d17a32a3775a" providerId="ADAL" clId="{5662A781-BFEB-4167-BC8B-6C14CC8AF6A3}" dt="2025-04-30T16:58:04.045" v="1301" actId="20577"/>
          <ac:spMkLst>
            <pc:docMk/>
            <pc:sldMk cId="1098523409" sldId="356"/>
            <ac:spMk id="3" creationId="{15ADFF86-FE31-4B56-EAEA-BFEA498A1FE1}"/>
          </ac:spMkLst>
        </pc:spChg>
        <pc:spChg chg="mod">
          <ac:chgData name="Diego Raul Guerrero Anaya" userId="0ce4d9aa-8e9a-49aa-b0f2-d17a32a3775a" providerId="ADAL" clId="{5662A781-BFEB-4167-BC8B-6C14CC8AF6A3}" dt="2025-04-30T17:00:06.368" v="1306" actId="20577"/>
          <ac:spMkLst>
            <pc:docMk/>
            <pc:sldMk cId="1098523409" sldId="356"/>
            <ac:spMk id="5" creationId="{17296255-1429-8319-3AE3-D8292FA69EAF}"/>
          </ac:spMkLst>
        </pc:spChg>
        <pc:spChg chg="mod">
          <ac:chgData name="Diego Raul Guerrero Anaya" userId="0ce4d9aa-8e9a-49aa-b0f2-d17a32a3775a" providerId="ADAL" clId="{5662A781-BFEB-4167-BC8B-6C14CC8AF6A3}" dt="2025-04-30T16:59:45.422" v="1304" actId="313"/>
          <ac:spMkLst>
            <pc:docMk/>
            <pc:sldMk cId="1098523409" sldId="356"/>
            <ac:spMk id="10" creationId="{C00BC532-1B7F-DE39-E9EA-580341253B99}"/>
          </ac:spMkLst>
        </pc:spChg>
      </pc:sldChg>
      <pc:sldChg chg="modSp add mod">
        <pc:chgData name="Diego Raul Guerrero Anaya" userId="0ce4d9aa-8e9a-49aa-b0f2-d17a32a3775a" providerId="ADAL" clId="{5662A781-BFEB-4167-BC8B-6C14CC8AF6A3}" dt="2025-04-30T16:57:19.305" v="1267" actId="20577"/>
        <pc:sldMkLst>
          <pc:docMk/>
          <pc:sldMk cId="102732767" sldId="357"/>
        </pc:sldMkLst>
        <pc:spChg chg="mod">
          <ac:chgData name="Diego Raul Guerrero Anaya" userId="0ce4d9aa-8e9a-49aa-b0f2-d17a32a3775a" providerId="ADAL" clId="{5662A781-BFEB-4167-BC8B-6C14CC8AF6A3}" dt="2025-04-30T16:56:07.095" v="1251" actId="20577"/>
          <ac:spMkLst>
            <pc:docMk/>
            <pc:sldMk cId="102732767" sldId="357"/>
            <ac:spMk id="3" creationId="{394AE54B-D2CA-EB1E-BE4E-9D9D7E7A2D2D}"/>
          </ac:spMkLst>
        </pc:spChg>
        <pc:spChg chg="mod">
          <ac:chgData name="Diego Raul Guerrero Anaya" userId="0ce4d9aa-8e9a-49aa-b0f2-d17a32a3775a" providerId="ADAL" clId="{5662A781-BFEB-4167-BC8B-6C14CC8AF6A3}" dt="2025-04-30T16:57:19.305" v="1267" actId="20577"/>
          <ac:spMkLst>
            <pc:docMk/>
            <pc:sldMk cId="102732767" sldId="357"/>
            <ac:spMk id="5" creationId="{978A5C05-AAE3-8782-EE0D-1F713CDEECFB}"/>
          </ac:spMkLst>
        </pc:spChg>
        <pc:spChg chg="mod">
          <ac:chgData name="Diego Raul Guerrero Anaya" userId="0ce4d9aa-8e9a-49aa-b0f2-d17a32a3775a" providerId="ADAL" clId="{5662A781-BFEB-4167-BC8B-6C14CC8AF6A3}" dt="2025-04-30T16:56:39.131" v="1265" actId="20577"/>
          <ac:spMkLst>
            <pc:docMk/>
            <pc:sldMk cId="102732767" sldId="357"/>
            <ac:spMk id="10" creationId="{0C99FCED-B3B3-3794-1668-4D236BCFACEC}"/>
          </ac:spMkLst>
        </pc:spChg>
      </pc:sldChg>
      <pc:sldChg chg="addSp delSp modSp add mod">
        <pc:chgData name="Diego Raul Guerrero Anaya" userId="0ce4d9aa-8e9a-49aa-b0f2-d17a32a3775a" providerId="ADAL" clId="{5662A781-BFEB-4167-BC8B-6C14CC8AF6A3}" dt="2025-04-30T19:13:45.577" v="3397" actId="20577"/>
        <pc:sldMkLst>
          <pc:docMk/>
          <pc:sldMk cId="3278326653" sldId="358"/>
        </pc:sldMkLst>
      </pc:sldChg>
      <pc:sldChg chg="new del">
        <pc:chgData name="Diego Raul Guerrero Anaya" userId="0ce4d9aa-8e9a-49aa-b0f2-d17a32a3775a" providerId="ADAL" clId="{5662A781-BFEB-4167-BC8B-6C14CC8AF6A3}" dt="2025-04-30T17:22:29.160" v="1535" actId="680"/>
        <pc:sldMkLst>
          <pc:docMk/>
          <pc:sldMk cId="3764426732" sldId="358"/>
        </pc:sldMkLst>
      </pc:sldChg>
      <pc:sldChg chg="modSp add mod">
        <pc:chgData name="Diego Raul Guerrero Anaya" userId="0ce4d9aa-8e9a-49aa-b0f2-d17a32a3775a" providerId="ADAL" clId="{5662A781-BFEB-4167-BC8B-6C14CC8AF6A3}" dt="2025-04-30T19:28:18.381" v="3484" actId="20577"/>
        <pc:sldMkLst>
          <pc:docMk/>
          <pc:sldMk cId="465631369" sldId="359"/>
        </pc:sldMkLst>
      </pc:sldChg>
      <pc:sldChg chg="modSp add mod">
        <pc:chgData name="Diego Raul Guerrero Anaya" userId="0ce4d9aa-8e9a-49aa-b0f2-d17a32a3775a" providerId="ADAL" clId="{5662A781-BFEB-4167-BC8B-6C14CC8AF6A3}" dt="2025-04-30T19:29:19.774" v="3492" actId="14100"/>
        <pc:sldMkLst>
          <pc:docMk/>
          <pc:sldMk cId="235446010" sldId="360"/>
        </pc:sldMkLst>
      </pc:sldChg>
      <pc:sldChg chg="modSp add mod">
        <pc:chgData name="Diego Raul Guerrero Anaya" userId="0ce4d9aa-8e9a-49aa-b0f2-d17a32a3775a" providerId="ADAL" clId="{5662A781-BFEB-4167-BC8B-6C14CC8AF6A3}" dt="2025-04-30T19:31:29.838" v="3511" actId="20577"/>
        <pc:sldMkLst>
          <pc:docMk/>
          <pc:sldMk cId="111384307" sldId="361"/>
        </pc:sldMkLst>
        <pc:spChg chg="mod">
          <ac:chgData name="Diego Raul Guerrero Anaya" userId="0ce4d9aa-8e9a-49aa-b0f2-d17a32a3775a" providerId="ADAL" clId="{5662A781-BFEB-4167-BC8B-6C14CC8AF6A3}" dt="2025-04-30T19:30:58.643" v="3506" actId="20577"/>
          <ac:spMkLst>
            <pc:docMk/>
            <pc:sldMk cId="111384307" sldId="361"/>
            <ac:spMk id="3" creationId="{5B71B624-8335-4512-DA4C-EF7EE64FF616}"/>
          </ac:spMkLst>
        </pc:spChg>
        <pc:spChg chg="mod">
          <ac:chgData name="Diego Raul Guerrero Anaya" userId="0ce4d9aa-8e9a-49aa-b0f2-d17a32a3775a" providerId="ADAL" clId="{5662A781-BFEB-4167-BC8B-6C14CC8AF6A3}" dt="2025-04-30T19:30:34.819" v="3496"/>
          <ac:spMkLst>
            <pc:docMk/>
            <pc:sldMk cId="111384307" sldId="361"/>
            <ac:spMk id="5" creationId="{0DFFE4B8-13FB-ABB0-BFBC-74FFCE8618FA}"/>
          </ac:spMkLst>
        </pc:spChg>
        <pc:spChg chg="mod">
          <ac:chgData name="Diego Raul Guerrero Anaya" userId="0ce4d9aa-8e9a-49aa-b0f2-d17a32a3775a" providerId="ADAL" clId="{5662A781-BFEB-4167-BC8B-6C14CC8AF6A3}" dt="2025-04-30T19:31:29.838" v="3511" actId="20577"/>
          <ac:spMkLst>
            <pc:docMk/>
            <pc:sldMk cId="111384307" sldId="361"/>
            <ac:spMk id="7" creationId="{20EE4ACA-59EE-FFEC-19FE-E9C36071562E}"/>
          </ac:spMkLst>
        </pc:spChg>
      </pc:sldChg>
      <pc:sldChg chg="modSp add mod">
        <pc:chgData name="Diego Raul Guerrero Anaya" userId="0ce4d9aa-8e9a-49aa-b0f2-d17a32a3775a" providerId="ADAL" clId="{5662A781-BFEB-4167-BC8B-6C14CC8AF6A3}" dt="2025-04-30T19:34:37.860" v="3523" actId="20577"/>
        <pc:sldMkLst>
          <pc:docMk/>
          <pc:sldMk cId="3171661591" sldId="362"/>
        </pc:sldMkLst>
      </pc:sldChg>
      <pc:sldChg chg="modSp add mod">
        <pc:chgData name="Diego Raul Guerrero Anaya" userId="0ce4d9aa-8e9a-49aa-b0f2-d17a32a3775a" providerId="ADAL" clId="{5662A781-BFEB-4167-BC8B-6C14CC8AF6A3}" dt="2025-04-30T19:35:25.586" v="3527" actId="20577"/>
        <pc:sldMkLst>
          <pc:docMk/>
          <pc:sldMk cId="4285717554" sldId="36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84</c:v>
                </c:pt>
                <c:pt idx="1">
                  <c:v>16</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7FA-45D9-A405-A5766A2FE751}"/>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7FA-45D9-A405-A5766A2FE751}"/>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7FA-45D9-A405-A5766A2FE751}"/>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7FA-45D9-A405-A5766A2FE751}"/>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6.1</c:v>
                </c:pt>
                <c:pt idx="1">
                  <c:v>3.9</c:v>
                </c:pt>
                <c:pt idx="2">
                  <c:v>0</c:v>
                </c:pt>
                <c:pt idx="3">
                  <c:v>0</c:v>
                </c:pt>
              </c:numCache>
            </c:numRef>
          </c:val>
          <c:extLst>
            <c:ext xmlns:c16="http://schemas.microsoft.com/office/drawing/2014/chart" uri="{C3380CC4-5D6E-409C-BE32-E72D297353CC}">
              <c16:uniqueId val="{00000008-37FA-45D9-A405-A5766A2FE7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7FA-45D9-A405-A5766A2FE751}"/>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7FA-45D9-A405-A5766A2FE751}"/>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7FA-45D9-A405-A5766A2FE751}"/>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7FA-45D9-A405-A5766A2FE751}"/>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c:v>
                </c:pt>
                <c:pt idx="1">
                  <c:v>0</c:v>
                </c:pt>
                <c:pt idx="2">
                  <c:v>0</c:v>
                </c:pt>
                <c:pt idx="3">
                  <c:v>0</c:v>
                </c:pt>
              </c:numCache>
            </c:numRef>
          </c:val>
          <c:extLst>
            <c:ext xmlns:c16="http://schemas.microsoft.com/office/drawing/2014/chart" uri="{C3380CC4-5D6E-409C-BE32-E72D297353CC}">
              <c16:uniqueId val="{00000008-37FA-45D9-A405-A5766A2FE7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BD1-438B-B565-87BDA95542B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BD1-438B-B565-87BDA95542B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BD1-438B-B565-87BDA95542B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BD1-438B-B565-87BDA95542B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8.6</c:v>
                </c:pt>
                <c:pt idx="1">
                  <c:v>1.4</c:v>
                </c:pt>
                <c:pt idx="2">
                  <c:v>0</c:v>
                </c:pt>
                <c:pt idx="3">
                  <c:v>0</c:v>
                </c:pt>
              </c:numCache>
            </c:numRef>
          </c:val>
          <c:extLst>
            <c:ext xmlns:c16="http://schemas.microsoft.com/office/drawing/2014/chart" uri="{C3380CC4-5D6E-409C-BE32-E72D297353CC}">
              <c16:uniqueId val="{00000008-3BD1-438B-B565-87BDA95542B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992-431C-85B7-4D46C866A72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992-431C-85B7-4D46C866A72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992-431C-85B7-4D46C866A72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992-431C-85B7-4D46C866A72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86</c:v>
                </c:pt>
                <c:pt idx="1">
                  <c:v>14</c:v>
                </c:pt>
                <c:pt idx="2">
                  <c:v>0</c:v>
                </c:pt>
                <c:pt idx="3">
                  <c:v>0</c:v>
                </c:pt>
              </c:numCache>
            </c:numRef>
          </c:val>
          <c:extLst>
            <c:ext xmlns:c16="http://schemas.microsoft.com/office/drawing/2014/chart" uri="{C3380CC4-5D6E-409C-BE32-E72D297353CC}">
              <c16:uniqueId val="{00000008-3992-431C-85B7-4D46C866A72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6CE-445A-987D-F5F84FA841AC}"/>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6CE-445A-987D-F5F84FA841AC}"/>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6CE-445A-987D-F5F84FA841AC}"/>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6CE-445A-987D-F5F84FA841AC}"/>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86</c:v>
                </c:pt>
                <c:pt idx="1">
                  <c:v>14</c:v>
                </c:pt>
                <c:pt idx="2">
                  <c:v>0</c:v>
                </c:pt>
                <c:pt idx="3">
                  <c:v>0</c:v>
                </c:pt>
              </c:numCache>
            </c:numRef>
          </c:val>
          <c:extLst>
            <c:ext xmlns:c16="http://schemas.microsoft.com/office/drawing/2014/chart" uri="{C3380CC4-5D6E-409C-BE32-E72D297353CC}">
              <c16:uniqueId val="{00000008-E6CE-445A-987D-F5F84FA841A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EFB4B-FD0F-477A-B24D-2809953E74D7}" type="datetimeFigureOut">
              <a:rPr lang="es-CO" smtClean="0"/>
              <a:t>15/07/2025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85ECE-ACD0-4162-81D4-6AB2045C4D15}" type="slidenum">
              <a:rPr lang="es-CO" smtClean="0"/>
              <a:t>‹Nº›</a:t>
            </a:fld>
            <a:endParaRPr lang="es-CO"/>
          </a:p>
        </p:txBody>
      </p:sp>
    </p:spTree>
    <p:extLst>
      <p:ext uri="{BB962C8B-B14F-4D97-AF65-F5344CB8AC3E}">
        <p14:creationId xmlns:p14="http://schemas.microsoft.com/office/powerpoint/2010/main" val="14534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9B85ECE-ACD0-4162-81D4-6AB2045C4D15}" type="slidenum">
              <a:rPr lang="es-CO" smtClean="0"/>
              <a:t>4</a:t>
            </a:fld>
            <a:endParaRPr lang="es-CO"/>
          </a:p>
        </p:txBody>
      </p:sp>
    </p:spTree>
    <p:extLst>
      <p:ext uri="{BB962C8B-B14F-4D97-AF65-F5344CB8AC3E}">
        <p14:creationId xmlns:p14="http://schemas.microsoft.com/office/powerpoint/2010/main" val="273011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ACEFA-DFB7-4347-27DB-4FEBFAC750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F26278C7-C559-E1BC-41BB-FA6D23E21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B04513F-67EF-01D5-EB2B-0B1B79024888}"/>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5" name="Marcador de pie de página 4">
            <a:extLst>
              <a:ext uri="{FF2B5EF4-FFF2-40B4-BE49-F238E27FC236}">
                <a16:creationId xmlns:a16="http://schemas.microsoft.com/office/drawing/2014/main" id="{37CF3A9C-A675-2083-6266-566B4FC72A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FBBBCD-5989-C3BC-A034-9B6906894E82}"/>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57317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E63BB-83F4-1488-AAFA-3A1BCF50701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CD2ED79-98A3-28A0-647E-9CCFB12D2E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F4AC606-28FC-48D5-4CDC-ED071E7BC811}"/>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5" name="Marcador de pie de página 4">
            <a:extLst>
              <a:ext uri="{FF2B5EF4-FFF2-40B4-BE49-F238E27FC236}">
                <a16:creationId xmlns:a16="http://schemas.microsoft.com/office/drawing/2014/main" id="{83D99D14-0038-1F77-CDED-A08ECD1F9DF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80D1123-6F26-EFEE-1C08-873657955C5F}"/>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1793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C4743-3797-8EF2-54A6-2940A271285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6DD0B07-F8A5-DC14-18FB-A4E474F55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D3B3F7-0121-CE8C-25DB-25F3932DA2B8}"/>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5" name="Marcador de pie de página 4">
            <a:extLst>
              <a:ext uri="{FF2B5EF4-FFF2-40B4-BE49-F238E27FC236}">
                <a16:creationId xmlns:a16="http://schemas.microsoft.com/office/drawing/2014/main" id="{239CC36C-6547-E97B-2DA8-798437B143B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5F53F5-61E5-F47F-D5E4-4505C797F10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63852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D1600-18E9-3780-C21A-4DA9FF47BE2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1C7A6EC-91D0-3E68-103B-BCF12881A1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6ADF4F3-06DE-6D83-7700-ABB40B2E07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A879D79B-4BD4-6605-4F6D-CCED1A26AD52}"/>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6" name="Marcador de pie de página 5">
            <a:extLst>
              <a:ext uri="{FF2B5EF4-FFF2-40B4-BE49-F238E27FC236}">
                <a16:creationId xmlns:a16="http://schemas.microsoft.com/office/drawing/2014/main" id="{919F05AC-CFCE-9BB7-83C0-CFDCABBC896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93BAB0A-EF13-2518-5E13-187FC21C24F6}"/>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3184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35A756-2D08-DC5B-6E75-775C08FF054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751D1C4-6D1E-11E3-4FFD-2958ADCAA9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0582D3-FA06-662C-CF85-56150FABF66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574B67F-FAC7-A2FB-B22A-DCF429E934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BD0DF1-037F-B8E5-6E9C-1C04CFDDE6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3257F22E-1B69-1ECE-530A-9EF708E88F1A}"/>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8" name="Marcador de pie de página 7">
            <a:extLst>
              <a:ext uri="{FF2B5EF4-FFF2-40B4-BE49-F238E27FC236}">
                <a16:creationId xmlns:a16="http://schemas.microsoft.com/office/drawing/2014/main" id="{E534BC52-AA33-0C60-B68D-C8834129E50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B12CC42-039D-0DC9-160A-02378CA4182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06196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D7C3D-9DFE-F065-25B5-BCE0679B8A2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58ADFB9-187B-EA28-D84A-B062DDAE0FFC}"/>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4" name="Marcador de pie de página 3">
            <a:extLst>
              <a:ext uri="{FF2B5EF4-FFF2-40B4-BE49-F238E27FC236}">
                <a16:creationId xmlns:a16="http://schemas.microsoft.com/office/drawing/2014/main" id="{3BC3CBF9-B46C-C1BA-C6FF-6C452C4B76E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985F4E5-EEE4-6487-2D09-A044296D528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544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973A7B-A1E0-F895-72AD-3DE739B54761}"/>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3" name="Marcador de pie de página 2">
            <a:extLst>
              <a:ext uri="{FF2B5EF4-FFF2-40B4-BE49-F238E27FC236}">
                <a16:creationId xmlns:a16="http://schemas.microsoft.com/office/drawing/2014/main" id="{F7D86808-12FB-21C8-E274-F1D773624AA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2EC0A6B-95FD-A557-589A-2CE02C159F1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6636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FD864-8826-7329-51E5-9CD1A06378C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B09ADB9-885E-7E7B-9A2C-874995668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B5B5454-5468-6E6C-8853-960D6D437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CDDAB4-E7A0-1173-7A43-EA6151884EB7}"/>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6" name="Marcador de pie de página 5">
            <a:extLst>
              <a:ext uri="{FF2B5EF4-FFF2-40B4-BE49-F238E27FC236}">
                <a16:creationId xmlns:a16="http://schemas.microsoft.com/office/drawing/2014/main" id="{43CBB48C-4002-A526-C2BB-F2D3D10B19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7941ECB-8AE1-BB38-EF81-4DBD93265A57}"/>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24388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BDC84-9312-37EC-E4FD-86008977C8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B17A30E-2F86-5B90-A4B1-3A2B5443D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FE092E0-BCB0-9282-7A3F-F1516474D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F91D30-F39C-702D-4BFE-EDCE1E6FD221}"/>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6" name="Marcador de pie de página 5">
            <a:extLst>
              <a:ext uri="{FF2B5EF4-FFF2-40B4-BE49-F238E27FC236}">
                <a16:creationId xmlns:a16="http://schemas.microsoft.com/office/drawing/2014/main" id="{476B9C29-71E5-A677-6912-359645AE080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09A72A-CA7D-C2AF-B32B-00B7888F8991}"/>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8571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04287-89E9-6A06-68B1-B739DFB7BB1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052327C-4C34-B17F-D025-065373711C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EFDDE24-D2B2-6945-6223-0FAC668D40BD}"/>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5" name="Marcador de pie de página 4">
            <a:extLst>
              <a:ext uri="{FF2B5EF4-FFF2-40B4-BE49-F238E27FC236}">
                <a16:creationId xmlns:a16="http://schemas.microsoft.com/office/drawing/2014/main" id="{DB9A85D8-E75A-716A-5AED-F0F5B7D998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DB26EB-3EED-F7C5-D125-13B2BE2AADEE}"/>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14385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7AFA14-DBF8-5C9D-2DD8-B1BD0E195B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847767C-3976-5BB8-F6D7-43B3374806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7DEF89-245A-A6EA-A491-FA68305E2E33}"/>
              </a:ext>
            </a:extLst>
          </p:cNvPr>
          <p:cNvSpPr>
            <a:spLocks noGrp="1"/>
          </p:cNvSpPr>
          <p:nvPr>
            <p:ph type="dt" sz="half" idx="10"/>
          </p:nvPr>
        </p:nvSpPr>
        <p:spPr/>
        <p:txBody>
          <a:bodyPr/>
          <a:lstStyle/>
          <a:p>
            <a:fld id="{D48DEB5A-F4D6-4C7F-84CB-78EC876CF29C}" type="datetimeFigureOut">
              <a:rPr lang="es-CO" smtClean="0"/>
              <a:t>15/07/2025</a:t>
            </a:fld>
            <a:endParaRPr lang="es-CO"/>
          </a:p>
        </p:txBody>
      </p:sp>
      <p:sp>
        <p:nvSpPr>
          <p:cNvPr id="5" name="Marcador de pie de página 4">
            <a:extLst>
              <a:ext uri="{FF2B5EF4-FFF2-40B4-BE49-F238E27FC236}">
                <a16:creationId xmlns:a16="http://schemas.microsoft.com/office/drawing/2014/main" id="{979CBE9C-176F-8B7D-AA5C-7B3531262D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36B3040-EFBC-2E04-2044-696B004B77B9}"/>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05511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C7BE2EC-586A-DD9E-C280-FB23A3304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594821B-7E1E-5B88-0C2C-4C14E87C3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C861983-7AB0-F5B7-4A23-3E7917DA4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DEB5A-F4D6-4C7F-84CB-78EC876CF29C}" type="datetimeFigureOut">
              <a:rPr lang="es-CO" smtClean="0"/>
              <a:t>15/07/2025</a:t>
            </a:fld>
            <a:endParaRPr lang="es-CO"/>
          </a:p>
        </p:txBody>
      </p:sp>
      <p:sp>
        <p:nvSpPr>
          <p:cNvPr id="5" name="Marcador de pie de página 4">
            <a:extLst>
              <a:ext uri="{FF2B5EF4-FFF2-40B4-BE49-F238E27FC236}">
                <a16:creationId xmlns:a16="http://schemas.microsoft.com/office/drawing/2014/main" id="{E5F6E65D-85D1-8556-46A3-C09F89197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7145D03-B164-5562-C207-79E7B5F74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D60A8-E10A-460D-94B0-2857B8FB3E8C}" type="slidenum">
              <a:rPr lang="es-CO" smtClean="0"/>
              <a:t>‹Nº›</a:t>
            </a:fld>
            <a:endParaRPr lang="es-CO"/>
          </a:p>
        </p:txBody>
      </p:sp>
    </p:spTree>
    <p:extLst>
      <p:ext uri="{BB962C8B-B14F-4D97-AF65-F5344CB8AC3E}">
        <p14:creationId xmlns:p14="http://schemas.microsoft.com/office/powerpoint/2010/main" val="210546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emf"/><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1.png"/><Relationship Id="rId7"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emf"/><Relationship Id="rId5" Type="http://schemas.openxmlformats.org/officeDocument/2006/relationships/chart" Target="../charts/char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hyperlink" Target="https://drive.google.com/file/d/1C-hkXWUx787jpc3u4gYU7kmNii_dLG9t/view" TargetMode="Externa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hyperlink" Target="https://drive.google.com/file/d/1qo6ZPqjL6wMXJnWCzAuGAEqqNMzO_3Fx/view" TargetMode="Externa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chart" Target="../charts/chart4.xml"/><Relationship Id="rId4" Type="http://schemas.openxmlformats.org/officeDocument/2006/relationships/hyperlink" Target="https://drive.google.com/file/d/1IIXeARdR4kn05ku-3jVPso-Qzj5CYg4-/view"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ZNqskWCs5Gl6fYumjf8mbzLiYFlswSFe/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TTqsj5WuxUhpqaF3TLp2JuulybMDUBTE/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drive.google.com/file/d/1nvwkc_gVnOC-sdCQqOkDIJTk5jA6Ro4z/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5.emf"/><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image" Target="../media/image17.emf"/><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DMZFh2xQUbHMXH9__dMn4KpMJUUpgWLB/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fhf61F5FRQDJUpomZjRO_acsgIwA-ent/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8" Type="http://schemas.openxmlformats.org/officeDocument/2006/relationships/hyperlink" Target="https://drive.google.com/file/d/19y142xBtXKDToHFfKy-Wm9bRN-Sm19xM/view" TargetMode="External"/><Relationship Id="rId3" Type="http://schemas.openxmlformats.org/officeDocument/2006/relationships/hyperlink" Target="https://drive.google.com/file/d/11L3e8QMmagCfFR8GPnJwCppJB5JWufw4/view" TargetMode="External"/><Relationship Id="rId7" Type="http://schemas.openxmlformats.org/officeDocument/2006/relationships/hyperlink" Target="https://drive.google.com/file/d/1NUAxAlTxScWfc2LurOv6029r1k8Tf9hb/view"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rive.google.com/file/d/1ycxcnPRfdB0LDpZW_qJPDzUWNvoPPVT8/view" TargetMode="External"/><Relationship Id="rId5" Type="http://schemas.openxmlformats.org/officeDocument/2006/relationships/hyperlink" Target="https://drive.google.com/file/d/1mArjKpSbqrnrMBcyDvhh-MTYOCPbgaLM/view" TargetMode="External"/><Relationship Id="rId4" Type="http://schemas.openxmlformats.org/officeDocument/2006/relationships/hyperlink" Target="https://drive.google.com/file/d/13n1oUP0SXX7ax0LeIRX-ERD0WDlxDuLb/view" TargetMode="External"/><Relationship Id="rId9" Type="http://schemas.openxmlformats.org/officeDocument/2006/relationships/image" Target="../media/image22.emf"/></Relationships>
</file>

<file path=ppt/slides/_rels/slide19.xml.rels><?xml version="1.0" encoding="UTF-8" standalone="yes"?>
<Relationships xmlns="http://schemas.openxmlformats.org/package/2006/relationships"><Relationship Id="rId3" Type="http://schemas.openxmlformats.org/officeDocument/2006/relationships/hyperlink" Target="https://drive.google.com/file/d/1DH71AM907u3plr3-YRPdqfxzOvj9RgY3/view" TargetMode="External"/><Relationship Id="rId7" Type="http://schemas.openxmlformats.org/officeDocument/2006/relationships/image" Target="../media/image22.emf"/><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rive.google.com/file/d/1_czxiJGyfd5F0lQia9aOC2g320bCEh3N/view" TargetMode="External"/><Relationship Id="rId5" Type="http://schemas.openxmlformats.org/officeDocument/2006/relationships/hyperlink" Target="https://drive.google.com/file/d/1b3Su3SclIqksjZ6v5DsuDmbdgFKHrTdn/view" TargetMode="External"/><Relationship Id="rId4" Type="http://schemas.openxmlformats.org/officeDocument/2006/relationships/hyperlink" Target="https://drive.google.com/file/d/1ZQYarfAIvrjvoExzjl6CkrXqRbDkG7d6/view"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rive.google.com/file/d/1U_FAnwCfhMTIcp8TH7sAtGi98FOhhbYf/view" TargetMode="External"/><Relationship Id="rId7" Type="http://schemas.openxmlformats.org/officeDocument/2006/relationships/image" Target="../media/image23.emf"/><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rive.google.com/file/d/1iONfS9fVrwzxyIA3ySvJGLVft-UsXj5L/view" TargetMode="External"/><Relationship Id="rId5" Type="http://schemas.openxmlformats.org/officeDocument/2006/relationships/hyperlink" Target="https://drive.google.com/file/d/1CisrogqgBMZVpT8Wc0BwiJVc25qee-jY/view" TargetMode="External"/><Relationship Id="rId4" Type="http://schemas.openxmlformats.org/officeDocument/2006/relationships/hyperlink" Target="https://drive.google.com/file/d/1UflxiYDCNJ1dPkW5ILp5Vw6RRmGc3IzR/view"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drive.google.com/file/d/1DFzHQdMfJWcQqQRX4nzAhLlxbI5vTR4p/view" TargetMode="External"/><Relationship Id="rId7" Type="http://schemas.openxmlformats.org/officeDocument/2006/relationships/image" Target="../media/image24.emf"/><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rive.google.com/file/d/1qSB9QiUUVEUzrtfp2v6zFjiSClgnAEmG/view" TargetMode="External"/><Relationship Id="rId5" Type="http://schemas.openxmlformats.org/officeDocument/2006/relationships/hyperlink" Target="https://drive.google.com/file/d/1EDJs2hXNeX2tFYnQtlW-lxELQJfIn7BM/view" TargetMode="External"/><Relationship Id="rId4" Type="http://schemas.openxmlformats.org/officeDocument/2006/relationships/hyperlink" Target="https://drive.google.com/file/d/1sUVMUueoj1qq6HKj4gGKdG2W8mVx8aOD/view"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rive.google.com/file/d/1653y2mtHEBmmprgvRNj8eiEB9MQRU4mT/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5.emf"/></Relationships>
</file>

<file path=ppt/slides/_rels/slide23.xml.rels><?xml version="1.0" encoding="UTF-8" standalone="yes"?>
<Relationships xmlns="http://schemas.openxmlformats.org/package/2006/relationships"><Relationship Id="rId3" Type="http://schemas.openxmlformats.org/officeDocument/2006/relationships/hyperlink" Target="https://drive.google.com/file/d/1F7YxVdWk00GtLa5C1TPRuJxhdJkSNVkn/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6.emf"/></Relationships>
</file>

<file path=ppt/slides/_rels/slide24.xml.rels><?xml version="1.0" encoding="UTF-8" standalone="yes"?>
<Relationships xmlns="http://schemas.openxmlformats.org/package/2006/relationships"><Relationship Id="rId3" Type="http://schemas.openxmlformats.org/officeDocument/2006/relationships/hyperlink" Target="https://drive.google.com/file/d/1hvd5ewFj6WnIPC6sp2fDMc9jWjhBg7aN/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7.emf"/></Relationships>
</file>

<file path=ppt/slides/_rels/slide25.xml.rels><?xml version="1.0" encoding="UTF-8" standalone="yes"?>
<Relationships xmlns="http://schemas.openxmlformats.org/package/2006/relationships"><Relationship Id="rId3" Type="http://schemas.openxmlformats.org/officeDocument/2006/relationships/hyperlink" Target="https://drive.google.com/file/d/1e9_ZGPfIU3BAx9jtjZ4f5DAvaGstWULq/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8.emf"/></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file/d/1xkjRX-jvQ0loFr0xEgpVhXURefZl8a0e/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9.emf"/></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file/d/1os3BCrXsUljfuhNRwmgxLYySZARFDq49/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0.emf"/></Relationships>
</file>

<file path=ppt/slides/_rels/slide2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QB7X2vMHsePxas-Bw2eAKveLVWyy3qM9/view"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rive.google.com/file/d/1MYXQnSu4-tKQpQxWUymtdXqS49apEjvY/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eKNoQDOFX4il0aAV8Rn5fxCWqfjyOJZG/view"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drive.google.com/file/d/1Hn9jVzVtX98TIojovI8_WxdnHfWi_38t/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drive.google.com/file/d/1apJsX_a7ZHlIF4-1icZHuObHVTsQR_7m/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drive.google.com/file/d/1yWVwpgfXgTRLNo-hVtkr3gkpBJXCssSQ/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drive.google.com/file/d/1SJDjTJw6Z59g3tK2loryRQmdkby3V2RA/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FA317-B3C6-544A-9CEC-25C659152B7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812C31D-3CC5-AE6F-6DC6-DC2AB7DB08B7}"/>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D12CA50E-0C11-3EB7-AA8E-DD7D2EFB3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D74108FF-D162-4798-6724-54AB54E7D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7B31CB7F-F65F-251B-F642-C7D40861EB8B}"/>
              </a:ext>
            </a:extLst>
          </p:cNvPr>
          <p:cNvSpPr txBox="1"/>
          <p:nvPr/>
        </p:nvSpPr>
        <p:spPr>
          <a:xfrm>
            <a:off x="251668" y="2650588"/>
            <a:ext cx="2633088" cy="1569660"/>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AUDITORIA </a:t>
            </a:r>
          </a:p>
          <a:p>
            <a:pPr algn="ctr"/>
            <a:r>
              <a:rPr lang="es-MX" sz="2400" b="1" dirty="0">
                <a:solidFill>
                  <a:schemeClr val="bg1"/>
                </a:solidFill>
                <a:latin typeface="ui-sans-serif"/>
              </a:rPr>
              <a:t>- Junio 2025 - </a:t>
            </a:r>
            <a:endParaRPr lang="es-CO" sz="2400" b="1" dirty="0">
              <a:solidFill>
                <a:schemeClr val="bg1"/>
              </a:solidFill>
            </a:endParaRPr>
          </a:p>
        </p:txBody>
      </p:sp>
    </p:spTree>
    <p:extLst>
      <p:ext uri="{BB962C8B-B14F-4D97-AF65-F5344CB8AC3E}">
        <p14:creationId xmlns:p14="http://schemas.microsoft.com/office/powerpoint/2010/main" val="362602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La auditoria de forma critica evaluó KPIS específicos de la gestión a través de una encuesta, en la cual cada pregunta fue </a:t>
            </a:r>
            <a:r>
              <a:rPr lang="es-MX" sz="1300" dirty="0" err="1"/>
              <a:t>clusterizada</a:t>
            </a:r>
            <a:r>
              <a:rPr lang="es-MX" sz="1300" dirty="0"/>
              <a:t>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Junio</a:t>
            </a:r>
            <a:endParaRPr lang="es-CO" sz="1600" dirty="0"/>
          </a:p>
        </p:txBody>
      </p:sp>
      <p:sp>
        <p:nvSpPr>
          <p:cNvPr id="15" name="CuadroTexto 14">
            <a:extLst>
              <a:ext uri="{FF2B5EF4-FFF2-40B4-BE49-F238E27FC236}">
                <a16:creationId xmlns:a16="http://schemas.microsoft.com/office/drawing/2014/main" id="{155A1899-F51E-9451-B8A7-0A68A2BA8466}"/>
              </a:ext>
            </a:extLst>
          </p:cNvPr>
          <p:cNvSpPr txBox="1"/>
          <p:nvPr/>
        </p:nvSpPr>
        <p:spPr>
          <a:xfrm>
            <a:off x="2889029" y="2879302"/>
            <a:ext cx="8757396" cy="3231654"/>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1200" dirty="0">
              <a:solidFill>
                <a:srgbClr val="C00000"/>
              </a:solidFill>
            </a:endParaRPr>
          </a:p>
          <a:p>
            <a:pPr algn="just"/>
            <a:r>
              <a:rPr lang="es-MX" sz="1200" b="1" dirty="0"/>
              <a:t>ACTIVIDADES DEL MES: </a:t>
            </a:r>
            <a:r>
              <a:rPr lang="es-MX" sz="1200" dirty="0"/>
              <a:t>Implementación de las actividades de acuerdo al canal: </a:t>
            </a:r>
            <a:endParaRPr lang="es-MX" sz="1200" b="1" dirty="0"/>
          </a:p>
          <a:p>
            <a:pPr marL="742950" lvl="1" indent="-285750" algn="just">
              <a:buFont typeface="Arial" panose="020B0604020202020204" pitchFamily="34" charset="0"/>
              <a:buChar char="•"/>
            </a:pPr>
            <a:r>
              <a:rPr lang="es-MX" sz="1200" u="sng" dirty="0"/>
              <a:t>Moderno: </a:t>
            </a:r>
            <a:r>
              <a:rPr lang="es-CO" sz="1200" dirty="0"/>
              <a:t>Tiene resaltadas las referencias en el lineal la dinámica "IMPRESIONANTES DE GRUPO ÉXITO“.</a:t>
            </a:r>
          </a:p>
          <a:p>
            <a:pPr marL="742950" lvl="1" indent="-285750" algn="just">
              <a:buFont typeface="Arial" panose="020B0604020202020204" pitchFamily="34" charset="0"/>
              <a:buChar char="•"/>
            </a:pPr>
            <a:r>
              <a:rPr lang="es-CO" sz="1200" dirty="0"/>
              <a:t>Esta implementado los Sticker de la reducción de precios Excellent (No aplica cuando el mercaderista informa que el PDV no ha hecho la reducción de precios).</a:t>
            </a:r>
          </a:p>
          <a:p>
            <a:pPr marL="742950" lvl="1" indent="-285750" algn="just">
              <a:buFont typeface="Arial" panose="020B0604020202020204" pitchFamily="34" charset="0"/>
              <a:buChar char="•"/>
            </a:pPr>
            <a:r>
              <a:rPr lang="es-CO" sz="1200" dirty="0"/>
              <a:t>Esta implementada la nueva estrategia de baja de precios</a:t>
            </a:r>
          </a:p>
          <a:p>
            <a:pPr lvl="1" algn="just"/>
            <a:endParaRPr lang="es-MX" sz="1200" dirty="0"/>
          </a:p>
          <a:p>
            <a:pPr algn="just"/>
            <a:r>
              <a:rPr lang="es-MX" sz="1200" b="1" dirty="0"/>
              <a:t>EJECUCION DEL PDV:  </a:t>
            </a:r>
            <a:r>
              <a:rPr lang="es-MX" sz="1200" dirty="0"/>
              <a:t>Limpieza del pdv, Precio y surtido de productos, Infaltables, ayuda ventas, conocimiento en surtidos, estrategia de exhibición para las marcas Mainstrain (Alpo y Gatsy) de Purina , % de participación que tiene en el punto de venta.</a:t>
            </a:r>
          </a:p>
          <a:p>
            <a:pPr algn="just"/>
            <a:endParaRPr lang="es-MX" sz="1200" dirty="0"/>
          </a:p>
          <a:p>
            <a:pPr algn="just"/>
            <a:r>
              <a:rPr lang="es-MX" sz="1200" b="1" dirty="0"/>
              <a:t>HORARIO: </a:t>
            </a:r>
            <a:r>
              <a:rPr lang="es-MX" sz="1200" dirty="0"/>
              <a:t>El asesor debe estar presente en pdv en los turnos compartidos por malla horaria. </a:t>
            </a:r>
          </a:p>
          <a:p>
            <a:pPr algn="just"/>
            <a:endParaRPr lang="es-MX" sz="12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sp>
        <p:nvSpPr>
          <p:cNvPr id="7" name="CuadroTexto 6">
            <a:extLst>
              <a:ext uri="{FF2B5EF4-FFF2-40B4-BE49-F238E27FC236}">
                <a16:creationId xmlns:a16="http://schemas.microsoft.com/office/drawing/2014/main" id="{0E41E785-529C-A43B-8A21-629A13A8B856}"/>
              </a:ext>
            </a:extLst>
          </p:cNvPr>
          <p:cNvSpPr txBox="1"/>
          <p:nvPr/>
        </p:nvSpPr>
        <p:spPr>
          <a:xfrm>
            <a:off x="884513" y="2860174"/>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49D9442A-C892-F626-09BD-F1584A659371}"/>
              </a:ext>
            </a:extLst>
          </p:cNvPr>
          <p:cNvPicPr>
            <a:picLocks noChangeAspect="1"/>
          </p:cNvPicPr>
          <p:nvPr/>
        </p:nvPicPr>
        <p:blipFill>
          <a:blip r:embed="rId2"/>
          <a:stretch>
            <a:fillRect/>
          </a:stretch>
        </p:blipFill>
        <p:spPr>
          <a:xfrm>
            <a:off x="5653920" y="1620770"/>
            <a:ext cx="3227614" cy="1239404"/>
          </a:xfrm>
          <a:prstGeom prst="rect">
            <a:avLst/>
          </a:prstGeom>
        </p:spPr>
      </p:pic>
      <p:sp>
        <p:nvSpPr>
          <p:cNvPr id="3" name="Rectángulo 2">
            <a:extLst>
              <a:ext uri="{FF2B5EF4-FFF2-40B4-BE49-F238E27FC236}">
                <a16:creationId xmlns:a16="http://schemas.microsoft.com/office/drawing/2014/main" id="{36FB5FE9-B5FF-430C-70DD-1A98F0726A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1C9301DA-7D65-61FA-00C5-DCF2DF3F7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pic>
        <p:nvPicPr>
          <p:cNvPr id="9" name="Imagen 8">
            <a:extLst>
              <a:ext uri="{FF2B5EF4-FFF2-40B4-BE49-F238E27FC236}">
                <a16:creationId xmlns:a16="http://schemas.microsoft.com/office/drawing/2014/main" id="{B0A9F72B-E537-E615-BDF3-E778A4C02645}"/>
              </a:ext>
            </a:extLst>
          </p:cNvPr>
          <p:cNvPicPr>
            <a:picLocks noChangeAspect="1"/>
          </p:cNvPicPr>
          <p:nvPr/>
        </p:nvPicPr>
        <p:blipFill>
          <a:blip r:embed="rId4">
            <a:biLevel thresh="75000"/>
          </a:blip>
          <a:stretch>
            <a:fillRect/>
          </a:stretch>
        </p:blipFill>
        <p:spPr>
          <a:xfrm>
            <a:off x="271807" y="2628025"/>
            <a:ext cx="463336" cy="463336"/>
          </a:xfrm>
          <a:prstGeom prst="rect">
            <a:avLst/>
          </a:prstGeom>
        </p:spPr>
      </p:pic>
      <p:sp>
        <p:nvSpPr>
          <p:cNvPr id="10" name="CuadroTexto 9">
            <a:extLst>
              <a:ext uri="{FF2B5EF4-FFF2-40B4-BE49-F238E27FC236}">
                <a16:creationId xmlns:a16="http://schemas.microsoft.com/office/drawing/2014/main" id="{EAD073F4-A477-AEE0-77F8-5D2AC485F9CF}"/>
              </a:ext>
            </a:extLst>
          </p:cNvPr>
          <p:cNvSpPr txBox="1"/>
          <p:nvPr/>
        </p:nvSpPr>
        <p:spPr>
          <a:xfrm>
            <a:off x="759960" y="2608897"/>
            <a:ext cx="1613504" cy="584775"/>
          </a:xfrm>
          <a:prstGeom prst="rect">
            <a:avLst/>
          </a:prstGeom>
          <a:noFill/>
        </p:spPr>
        <p:txBody>
          <a:bodyPr wrap="square" rtlCol="0">
            <a:spAutoFit/>
          </a:bodyPr>
          <a:lstStyle/>
          <a:p>
            <a:r>
              <a:rPr lang="es-MX" sz="1600" dirty="0">
                <a:solidFill>
                  <a:schemeClr val="bg1"/>
                </a:solidFill>
              </a:rPr>
              <a:t>4 pdv evaluado</a:t>
            </a:r>
          </a:p>
          <a:p>
            <a:r>
              <a:rPr lang="es-MX" sz="1600" b="1" dirty="0">
                <a:solidFill>
                  <a:schemeClr val="bg1"/>
                </a:solidFill>
              </a:rPr>
              <a:t>Cali</a:t>
            </a:r>
            <a:endParaRPr lang="es-CO" sz="1600" b="1" dirty="0">
              <a:solidFill>
                <a:schemeClr val="bg1"/>
              </a:solidFill>
            </a:endParaRPr>
          </a:p>
        </p:txBody>
      </p:sp>
      <p:pic>
        <p:nvPicPr>
          <p:cNvPr id="11" name="Imagen 10">
            <a:extLst>
              <a:ext uri="{FF2B5EF4-FFF2-40B4-BE49-F238E27FC236}">
                <a16:creationId xmlns:a16="http://schemas.microsoft.com/office/drawing/2014/main" id="{E20A277C-F2F0-93DA-EA64-922FBA47CD4A}"/>
              </a:ext>
            </a:extLst>
          </p:cNvPr>
          <p:cNvPicPr>
            <a:picLocks noChangeAspect="1"/>
          </p:cNvPicPr>
          <p:nvPr/>
        </p:nvPicPr>
        <p:blipFill>
          <a:blip r:embed="rId4">
            <a:biLevel thresh="75000"/>
          </a:blip>
          <a:stretch>
            <a:fillRect/>
          </a:stretch>
        </p:blipFill>
        <p:spPr>
          <a:xfrm>
            <a:off x="271807" y="3493380"/>
            <a:ext cx="463336" cy="463336"/>
          </a:xfrm>
          <a:prstGeom prst="rect">
            <a:avLst/>
          </a:prstGeom>
        </p:spPr>
      </p:pic>
      <p:sp>
        <p:nvSpPr>
          <p:cNvPr id="12" name="CuadroTexto 11">
            <a:extLst>
              <a:ext uri="{FF2B5EF4-FFF2-40B4-BE49-F238E27FC236}">
                <a16:creationId xmlns:a16="http://schemas.microsoft.com/office/drawing/2014/main" id="{1A100F43-6350-86BC-BFE8-EB7D82D0A2CF}"/>
              </a:ext>
            </a:extLst>
          </p:cNvPr>
          <p:cNvSpPr txBox="1"/>
          <p:nvPr/>
        </p:nvSpPr>
        <p:spPr>
          <a:xfrm>
            <a:off x="759960" y="3474252"/>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Medellín</a:t>
            </a:r>
            <a:endParaRPr lang="es-CO" sz="1600" b="1" dirty="0">
              <a:solidFill>
                <a:schemeClr val="bg1"/>
              </a:solidFill>
            </a:endParaRPr>
          </a:p>
        </p:txBody>
      </p:sp>
      <p:sp>
        <p:nvSpPr>
          <p:cNvPr id="2" name="CuadroTexto 1">
            <a:extLst>
              <a:ext uri="{FF2B5EF4-FFF2-40B4-BE49-F238E27FC236}">
                <a16:creationId xmlns:a16="http://schemas.microsoft.com/office/drawing/2014/main" id="{781E295D-2C0A-4EEA-216F-1F51D01B00DD}"/>
              </a:ext>
            </a:extLst>
          </p:cNvPr>
          <p:cNvSpPr txBox="1"/>
          <p:nvPr/>
        </p:nvSpPr>
        <p:spPr>
          <a:xfrm>
            <a:off x="759960" y="1691201"/>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4" name="Imagen 3">
            <a:extLst>
              <a:ext uri="{FF2B5EF4-FFF2-40B4-BE49-F238E27FC236}">
                <a16:creationId xmlns:a16="http://schemas.microsoft.com/office/drawing/2014/main" id="{BC58F7CD-DD33-B009-7CE4-45D7A9516366}"/>
              </a:ext>
            </a:extLst>
          </p:cNvPr>
          <p:cNvPicPr>
            <a:picLocks noChangeAspect="1"/>
          </p:cNvPicPr>
          <p:nvPr/>
        </p:nvPicPr>
        <p:blipFill>
          <a:blip r:embed="rId4">
            <a:biLevel thresh="75000"/>
          </a:blip>
          <a:stretch>
            <a:fillRect/>
          </a:stretch>
        </p:blipFill>
        <p:spPr>
          <a:xfrm>
            <a:off x="296624" y="1743542"/>
            <a:ext cx="463336" cy="463336"/>
          </a:xfrm>
          <a:prstGeom prst="rect">
            <a:avLst/>
          </a:prstGeom>
        </p:spPr>
      </p:pic>
    </p:spTree>
    <p:extLst>
      <p:ext uri="{BB962C8B-B14F-4D97-AF65-F5344CB8AC3E}">
        <p14:creationId xmlns:p14="http://schemas.microsoft.com/office/powerpoint/2010/main" val="108101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328821"/>
            <a:ext cx="8652072" cy="49244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300" dirty="0"/>
              <a:t>Del panel propuesto de 12 PDV, se logran visitar 6 pdv con 3 auditorias efectivas.  </a:t>
            </a:r>
          </a:p>
          <a:p>
            <a:pPr marL="285750" indent="-285750">
              <a:buFont typeface="Arial" panose="020B0604020202020204" pitchFamily="34" charset="0"/>
              <a:buChar char="•"/>
            </a:pPr>
            <a:r>
              <a:rPr lang="es-MX" sz="1300" dirty="0"/>
              <a:t>Detalle de la ejecucion por ciudad de acuerdo con los objetivos propuestos:</a:t>
            </a:r>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1107996"/>
          </a:xfrm>
          <a:prstGeom prst="rect">
            <a:avLst/>
          </a:prstGeom>
          <a:noFill/>
        </p:spPr>
        <p:txBody>
          <a:bodyPr wrap="square" lIns="91440" tIns="45720" rIns="91440" bIns="45720" rtlCol="0" anchor="t">
            <a:spAutoFit/>
          </a:bodyPr>
          <a:lstStyle/>
          <a:p>
            <a:r>
              <a:rPr lang="es-MX" b="1" dirty="0"/>
              <a:t>AUDITORIA - PURINA</a:t>
            </a:r>
          </a:p>
          <a:p>
            <a:r>
              <a:rPr lang="es-MX" sz="1600" dirty="0"/>
              <a:t>Junio</a:t>
            </a:r>
          </a:p>
          <a:p>
            <a:endParaRPr lang="es-MX" sz="1600" dirty="0"/>
          </a:p>
          <a:p>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57088" y="3619541"/>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AUDITORIA EFECTIVA</a:t>
            </a:r>
            <a:r>
              <a:rPr lang="es-MX" sz="1400" dirty="0"/>
              <a:t>: </a:t>
            </a:r>
          </a:p>
        </p:txBody>
      </p:sp>
      <p:pic>
        <p:nvPicPr>
          <p:cNvPr id="13" name="Imagen 12">
            <a:extLst>
              <a:ext uri="{FF2B5EF4-FFF2-40B4-BE49-F238E27FC236}">
                <a16:creationId xmlns:a16="http://schemas.microsoft.com/office/drawing/2014/main" id="{E27C1E56-21E1-0BB0-BC5B-8D2061349E24}"/>
              </a:ext>
            </a:extLst>
          </p:cNvPr>
          <p:cNvPicPr>
            <a:picLocks noChangeAspect="1"/>
          </p:cNvPicPr>
          <p:nvPr/>
        </p:nvPicPr>
        <p:blipFill>
          <a:blip r:embed="rId3">
            <a:biLevel thresh="75000"/>
          </a:blip>
          <a:stretch>
            <a:fillRect/>
          </a:stretch>
        </p:blipFill>
        <p:spPr>
          <a:xfrm>
            <a:off x="271807" y="2628025"/>
            <a:ext cx="463336" cy="463336"/>
          </a:xfrm>
          <a:prstGeom prst="rect">
            <a:avLst/>
          </a:prstGeom>
        </p:spPr>
      </p:pic>
      <p:sp>
        <p:nvSpPr>
          <p:cNvPr id="15" name="CuadroTexto 14">
            <a:extLst>
              <a:ext uri="{FF2B5EF4-FFF2-40B4-BE49-F238E27FC236}">
                <a16:creationId xmlns:a16="http://schemas.microsoft.com/office/drawing/2014/main" id="{7CD93BE8-6BDE-7E93-BC6E-2512101AF54D}"/>
              </a:ext>
            </a:extLst>
          </p:cNvPr>
          <p:cNvSpPr txBox="1"/>
          <p:nvPr/>
        </p:nvSpPr>
        <p:spPr>
          <a:xfrm>
            <a:off x="759960" y="2608897"/>
            <a:ext cx="1613504" cy="584775"/>
          </a:xfrm>
          <a:prstGeom prst="rect">
            <a:avLst/>
          </a:prstGeom>
          <a:noFill/>
        </p:spPr>
        <p:txBody>
          <a:bodyPr wrap="square" rtlCol="0">
            <a:spAutoFit/>
          </a:bodyPr>
          <a:lstStyle/>
          <a:p>
            <a:r>
              <a:rPr lang="es-MX" sz="1600" dirty="0">
                <a:solidFill>
                  <a:schemeClr val="bg1"/>
                </a:solidFill>
              </a:rPr>
              <a:t>4 pdv evaluado</a:t>
            </a:r>
          </a:p>
          <a:p>
            <a:r>
              <a:rPr lang="es-MX" sz="1600" b="1" dirty="0">
                <a:solidFill>
                  <a:schemeClr val="bg1"/>
                </a:solidFill>
              </a:rPr>
              <a:t>Cali</a:t>
            </a:r>
            <a:endParaRPr lang="es-CO" sz="1600" b="1" dirty="0">
              <a:solidFill>
                <a:schemeClr val="bg1"/>
              </a:solidFill>
            </a:endParaRPr>
          </a:p>
        </p:txBody>
      </p:sp>
      <p:pic>
        <p:nvPicPr>
          <p:cNvPr id="16" name="Imagen 15">
            <a:extLst>
              <a:ext uri="{FF2B5EF4-FFF2-40B4-BE49-F238E27FC236}">
                <a16:creationId xmlns:a16="http://schemas.microsoft.com/office/drawing/2014/main" id="{E8533C18-6E2D-E568-ED7A-5A7A69D530DA}"/>
              </a:ext>
            </a:extLst>
          </p:cNvPr>
          <p:cNvPicPr>
            <a:picLocks noChangeAspect="1"/>
          </p:cNvPicPr>
          <p:nvPr/>
        </p:nvPicPr>
        <p:blipFill>
          <a:blip r:embed="rId3">
            <a:biLevel thresh="75000"/>
          </a:blip>
          <a:stretch>
            <a:fillRect/>
          </a:stretch>
        </p:blipFill>
        <p:spPr>
          <a:xfrm>
            <a:off x="271807" y="3493380"/>
            <a:ext cx="463336" cy="463336"/>
          </a:xfrm>
          <a:prstGeom prst="rect">
            <a:avLst/>
          </a:prstGeom>
        </p:spPr>
      </p:pic>
      <p:sp>
        <p:nvSpPr>
          <p:cNvPr id="17" name="CuadroTexto 16">
            <a:extLst>
              <a:ext uri="{FF2B5EF4-FFF2-40B4-BE49-F238E27FC236}">
                <a16:creationId xmlns:a16="http://schemas.microsoft.com/office/drawing/2014/main" id="{7966B387-CF78-468A-C72A-A2EA9C25D403}"/>
              </a:ext>
            </a:extLst>
          </p:cNvPr>
          <p:cNvSpPr txBox="1"/>
          <p:nvPr/>
        </p:nvSpPr>
        <p:spPr>
          <a:xfrm>
            <a:off x="759960" y="3474252"/>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Medellín</a:t>
            </a:r>
            <a:endParaRPr lang="es-CO" sz="1600" b="1" dirty="0">
              <a:solidFill>
                <a:schemeClr val="bg1"/>
              </a:solidFill>
            </a:endParaRPr>
          </a:p>
        </p:txBody>
      </p:sp>
      <p:sp>
        <p:nvSpPr>
          <p:cNvPr id="23" name="CuadroTexto 22">
            <a:extLst>
              <a:ext uri="{FF2B5EF4-FFF2-40B4-BE49-F238E27FC236}">
                <a16:creationId xmlns:a16="http://schemas.microsoft.com/office/drawing/2014/main" id="{663FA1E0-15E2-7076-43A6-55F2EAA7ADB7}"/>
              </a:ext>
            </a:extLst>
          </p:cNvPr>
          <p:cNvSpPr txBox="1"/>
          <p:nvPr/>
        </p:nvSpPr>
        <p:spPr>
          <a:xfrm>
            <a:off x="759960" y="1691201"/>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pic>
        <p:nvPicPr>
          <p:cNvPr id="24" name="Imagen 23">
            <a:extLst>
              <a:ext uri="{FF2B5EF4-FFF2-40B4-BE49-F238E27FC236}">
                <a16:creationId xmlns:a16="http://schemas.microsoft.com/office/drawing/2014/main" id="{20668043-CA19-2522-4305-0B1ABD43647B}"/>
              </a:ext>
            </a:extLst>
          </p:cNvPr>
          <p:cNvPicPr>
            <a:picLocks noChangeAspect="1"/>
          </p:cNvPicPr>
          <p:nvPr/>
        </p:nvPicPr>
        <p:blipFill>
          <a:blip r:embed="rId3">
            <a:biLevel thresh="75000"/>
          </a:blip>
          <a:stretch>
            <a:fillRect/>
          </a:stretch>
        </p:blipFill>
        <p:spPr>
          <a:xfrm>
            <a:off x="296624" y="1743542"/>
            <a:ext cx="463336" cy="463336"/>
          </a:xfrm>
          <a:prstGeom prst="rect">
            <a:avLst/>
          </a:prstGeom>
        </p:spPr>
      </p:pic>
      <p:pic>
        <p:nvPicPr>
          <p:cNvPr id="2" name="Imagen 1">
            <a:extLst>
              <a:ext uri="{FF2B5EF4-FFF2-40B4-BE49-F238E27FC236}">
                <a16:creationId xmlns:a16="http://schemas.microsoft.com/office/drawing/2014/main" id="{943A9A8E-271F-52F6-0245-CDE9C10AC16D}"/>
              </a:ext>
            </a:extLst>
          </p:cNvPr>
          <p:cNvPicPr>
            <a:picLocks noChangeAspect="1"/>
          </p:cNvPicPr>
          <p:nvPr/>
        </p:nvPicPr>
        <p:blipFill>
          <a:blip r:embed="rId4"/>
          <a:stretch>
            <a:fillRect/>
          </a:stretch>
        </p:blipFill>
        <p:spPr>
          <a:xfrm>
            <a:off x="2871337" y="2026441"/>
            <a:ext cx="8966168" cy="1439306"/>
          </a:xfrm>
          <a:prstGeom prst="rect">
            <a:avLst/>
          </a:prstGeom>
        </p:spPr>
      </p:pic>
      <p:pic>
        <p:nvPicPr>
          <p:cNvPr id="5" name="Imagen 4">
            <a:extLst>
              <a:ext uri="{FF2B5EF4-FFF2-40B4-BE49-F238E27FC236}">
                <a16:creationId xmlns:a16="http://schemas.microsoft.com/office/drawing/2014/main" id="{262EF9D7-CA9A-4776-8362-8C8B6D2C3E33}"/>
              </a:ext>
            </a:extLst>
          </p:cNvPr>
          <p:cNvPicPr>
            <a:picLocks noChangeAspect="1"/>
          </p:cNvPicPr>
          <p:nvPr/>
        </p:nvPicPr>
        <p:blipFill>
          <a:blip r:embed="rId5"/>
          <a:stretch>
            <a:fillRect/>
          </a:stretch>
        </p:blipFill>
        <p:spPr>
          <a:xfrm>
            <a:off x="2871337" y="4191141"/>
            <a:ext cx="8658085" cy="1534454"/>
          </a:xfrm>
          <a:prstGeom prst="rect">
            <a:avLst/>
          </a:prstGeom>
        </p:spPr>
      </p:pic>
    </p:spTree>
    <p:extLst>
      <p:ext uri="{BB962C8B-B14F-4D97-AF65-F5344CB8AC3E}">
        <p14:creationId xmlns:p14="http://schemas.microsoft.com/office/powerpoint/2010/main" val="387978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374E-B733-B0F9-1088-1EB4EA9223A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BDE0322-30DB-9007-ED46-C39CBD8D1A5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F8664AF-1E86-C238-78AC-FD7CDD600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DC45A2B3-CBE7-6AF2-715B-B91866D1BE66}"/>
              </a:ext>
            </a:extLst>
          </p:cNvPr>
          <p:cNvSpPr txBox="1"/>
          <p:nvPr/>
        </p:nvSpPr>
        <p:spPr>
          <a:xfrm>
            <a:off x="2902158" y="748310"/>
            <a:ext cx="8572533" cy="492443"/>
          </a:xfrm>
          <a:prstGeom prst="rect">
            <a:avLst/>
          </a:prstGeom>
          <a:noFill/>
        </p:spPr>
        <p:txBody>
          <a:bodyPr wrap="square" lIns="91440" tIns="45720" rIns="91440" bIns="45720" rtlCol="0" anchor="t">
            <a:spAutoFit/>
          </a:bodyPr>
          <a:lstStyle/>
          <a:p>
            <a:r>
              <a:rPr lang="es-MX" sz="1300" dirty="0"/>
              <a:t>Evaluando  pdv se obtiene un resultado del Mystery de un 84% frente a los KPIS propuestos de gestión. Donde los clúster con oportunidad esta en temas de portafolio y labor de venta. </a:t>
            </a:r>
            <a:endParaRPr lang="es-CO" sz="1300" dirty="0"/>
          </a:p>
        </p:txBody>
      </p:sp>
      <p:cxnSp>
        <p:nvCxnSpPr>
          <p:cNvPr id="9" name="Conector recto 8">
            <a:extLst>
              <a:ext uri="{FF2B5EF4-FFF2-40B4-BE49-F238E27FC236}">
                <a16:creationId xmlns:a16="http://schemas.microsoft.com/office/drawing/2014/main" id="{889F43F9-A8D1-2800-F11E-55D722EFFAFC}"/>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FC92EF89-8EA7-2F37-9EBE-23952BEC36F9}"/>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RESULTADOS OBTENIDOS</a:t>
            </a:r>
            <a:endParaRPr lang="es-CO" sz="1400" b="1"/>
          </a:p>
        </p:txBody>
      </p:sp>
      <p:sp>
        <p:nvSpPr>
          <p:cNvPr id="31" name="CuadroTexto 30">
            <a:extLst>
              <a:ext uri="{FF2B5EF4-FFF2-40B4-BE49-F238E27FC236}">
                <a16:creationId xmlns:a16="http://schemas.microsoft.com/office/drawing/2014/main" id="{A9D9D877-17BF-C4B1-DBE2-2D740DCE891B}"/>
              </a:ext>
            </a:extLst>
          </p:cNvPr>
          <p:cNvSpPr txBox="1"/>
          <p:nvPr/>
        </p:nvSpPr>
        <p:spPr>
          <a:xfrm>
            <a:off x="879446" y="500588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84%</a:t>
            </a:r>
            <a:endParaRPr lang="es-CO" sz="2000" b="1" dirty="0">
              <a:solidFill>
                <a:schemeClr val="bg1"/>
              </a:solidFill>
              <a:latin typeface="Franklin Gothic Demi"/>
            </a:endParaRPr>
          </a:p>
        </p:txBody>
      </p:sp>
      <p:sp>
        <p:nvSpPr>
          <p:cNvPr id="33" name="CuadroTexto 32">
            <a:extLst>
              <a:ext uri="{FF2B5EF4-FFF2-40B4-BE49-F238E27FC236}">
                <a16:creationId xmlns:a16="http://schemas.microsoft.com/office/drawing/2014/main" id="{9595DA4B-18B9-9B71-84E8-ADECDAB52887}"/>
              </a:ext>
            </a:extLst>
          </p:cNvPr>
          <p:cNvSpPr txBox="1"/>
          <p:nvPr/>
        </p:nvSpPr>
        <p:spPr>
          <a:xfrm>
            <a:off x="655161" y="5778920"/>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Auditoria</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F7E81395-129E-34AB-56A2-C2BF691746BB}"/>
              </a:ext>
            </a:extLst>
          </p:cNvPr>
          <p:cNvSpPr txBox="1"/>
          <p:nvPr/>
        </p:nvSpPr>
        <p:spPr>
          <a:xfrm>
            <a:off x="148165" y="4231728"/>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1F40C022-EC24-AD62-45FD-C18825EFF0C9}"/>
              </a:ext>
            </a:extLst>
          </p:cNvPr>
          <p:cNvPicPr>
            <a:picLocks noChangeAspect="1"/>
          </p:cNvPicPr>
          <p:nvPr/>
        </p:nvPicPr>
        <p:blipFill>
          <a:blip r:embed="rId4">
            <a:biLevel thresh="75000"/>
          </a:blip>
          <a:stretch>
            <a:fillRect/>
          </a:stretch>
        </p:blipFill>
        <p:spPr>
          <a:xfrm>
            <a:off x="348298" y="1934233"/>
            <a:ext cx="463336" cy="463336"/>
          </a:xfrm>
          <a:prstGeom prst="rect">
            <a:avLst/>
          </a:prstGeom>
        </p:spPr>
      </p:pic>
      <p:sp>
        <p:nvSpPr>
          <p:cNvPr id="3" name="CuadroTexto 2">
            <a:extLst>
              <a:ext uri="{FF2B5EF4-FFF2-40B4-BE49-F238E27FC236}">
                <a16:creationId xmlns:a16="http://schemas.microsoft.com/office/drawing/2014/main" id="{822204D8-A801-5484-A730-68B575CD7204}"/>
              </a:ext>
            </a:extLst>
          </p:cNvPr>
          <p:cNvSpPr txBox="1"/>
          <p:nvPr/>
        </p:nvSpPr>
        <p:spPr>
          <a:xfrm>
            <a:off x="836451" y="1915105"/>
            <a:ext cx="1613504" cy="584775"/>
          </a:xfrm>
          <a:prstGeom prst="rect">
            <a:avLst/>
          </a:prstGeom>
          <a:noFill/>
        </p:spPr>
        <p:txBody>
          <a:bodyPr wrap="square" rtlCol="0">
            <a:spAutoFit/>
          </a:bodyPr>
          <a:lstStyle/>
          <a:p>
            <a:r>
              <a:rPr lang="es-MX" sz="1600" dirty="0">
                <a:solidFill>
                  <a:schemeClr val="bg1"/>
                </a:solidFill>
              </a:rPr>
              <a:t>4 pdv evaluado</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083BFBD1-B8C8-AD84-F992-BC2995A91E6F}"/>
              </a:ext>
            </a:extLst>
          </p:cNvPr>
          <p:cNvPicPr>
            <a:picLocks noChangeAspect="1"/>
          </p:cNvPicPr>
          <p:nvPr/>
        </p:nvPicPr>
        <p:blipFill>
          <a:blip r:embed="rId4">
            <a:biLevel thresh="75000"/>
          </a:blip>
          <a:stretch>
            <a:fillRect/>
          </a:stretch>
        </p:blipFill>
        <p:spPr>
          <a:xfrm>
            <a:off x="348298" y="2799588"/>
            <a:ext cx="463336" cy="463336"/>
          </a:xfrm>
          <a:prstGeom prst="rect">
            <a:avLst/>
          </a:prstGeom>
        </p:spPr>
      </p:pic>
      <p:sp>
        <p:nvSpPr>
          <p:cNvPr id="6" name="CuadroTexto 5">
            <a:extLst>
              <a:ext uri="{FF2B5EF4-FFF2-40B4-BE49-F238E27FC236}">
                <a16:creationId xmlns:a16="http://schemas.microsoft.com/office/drawing/2014/main" id="{82359F3C-64F6-1870-6367-025E002D76DB}"/>
              </a:ext>
            </a:extLst>
          </p:cNvPr>
          <p:cNvSpPr txBox="1"/>
          <p:nvPr/>
        </p:nvSpPr>
        <p:spPr>
          <a:xfrm>
            <a:off x="836451" y="2780460"/>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err="1">
                <a:solidFill>
                  <a:schemeClr val="bg1"/>
                </a:solidFill>
              </a:rPr>
              <a:t>Medellin</a:t>
            </a:r>
            <a:endParaRPr lang="es-CO" sz="1600" b="1" dirty="0">
              <a:solidFill>
                <a:schemeClr val="bg1"/>
              </a:solidFill>
            </a:endParaRPr>
          </a:p>
        </p:txBody>
      </p:sp>
      <p:sp>
        <p:nvSpPr>
          <p:cNvPr id="12" name="CuadroTexto 11">
            <a:extLst>
              <a:ext uri="{FF2B5EF4-FFF2-40B4-BE49-F238E27FC236}">
                <a16:creationId xmlns:a16="http://schemas.microsoft.com/office/drawing/2014/main" id="{A56C0D7C-16C6-2D3B-B087-A36CC226F911}"/>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Junio</a:t>
            </a:r>
            <a:endParaRPr lang="es-CO" sz="1600" dirty="0"/>
          </a:p>
        </p:txBody>
      </p:sp>
      <p:sp>
        <p:nvSpPr>
          <p:cNvPr id="29" name="CuadroTexto 28">
            <a:extLst>
              <a:ext uri="{FF2B5EF4-FFF2-40B4-BE49-F238E27FC236}">
                <a16:creationId xmlns:a16="http://schemas.microsoft.com/office/drawing/2014/main" id="{7CF8D2E1-1556-C801-9A4E-C3B7E8B3951B}"/>
              </a:ext>
            </a:extLst>
          </p:cNvPr>
          <p:cNvSpPr txBox="1"/>
          <p:nvPr/>
        </p:nvSpPr>
        <p:spPr>
          <a:xfrm>
            <a:off x="8206258" y="1110193"/>
            <a:ext cx="3808910" cy="1754326"/>
          </a:xfrm>
          <a:prstGeom prst="rect">
            <a:avLst/>
          </a:prstGeom>
          <a:noFill/>
          <a:ln w="3175">
            <a:solidFill>
              <a:schemeClr val="tx1"/>
            </a:solidFill>
          </a:ln>
        </p:spPr>
        <p:txBody>
          <a:bodyPr wrap="square" lIns="91440" tIns="45720" rIns="91440" bIns="45720" rtlCol="0" anchor="t">
            <a:spAutoFit/>
          </a:bodyPr>
          <a:lstStyle/>
          <a:p>
            <a:pPr algn="just"/>
            <a:r>
              <a:rPr lang="es-MX" sz="1200" dirty="0"/>
              <a:t>El proceso de auditoría realizado cerró con un cumplimiento del 84%. </a:t>
            </a:r>
          </a:p>
          <a:p>
            <a:pPr algn="just"/>
            <a:r>
              <a:rPr lang="es-MX" sz="1200" dirty="0"/>
              <a:t>Las novedades identificadas están sobre todo en el canal moderno,  y se relacionan con la falta de ejecución en el PDV (Limpieza del pdv, precios y surtido de productos, Infaltables, </a:t>
            </a:r>
            <a:r>
              <a:rPr lang="es-MX" sz="1200" dirty="0" err="1"/>
              <a:t>etc</a:t>
            </a:r>
            <a:r>
              <a:rPr lang="es-MX" sz="1200" dirty="0"/>
              <a:t>). Se debe proporcionar más información de las actividades del mes, ahondar en habilidades comerciales y mejorar en el abordaje al cliente en el pdv.</a:t>
            </a:r>
            <a:endParaRPr lang="es-MX" sz="1200" dirty="0">
              <a:highlight>
                <a:srgbClr val="FFFF00"/>
              </a:highlight>
              <a:latin typeface="+mj-lt"/>
            </a:endParaRPr>
          </a:p>
        </p:txBody>
      </p:sp>
      <p:graphicFrame>
        <p:nvGraphicFramePr>
          <p:cNvPr id="21" name="Gráfico 20">
            <a:extLst>
              <a:ext uri="{FF2B5EF4-FFF2-40B4-BE49-F238E27FC236}">
                <a16:creationId xmlns:a16="http://schemas.microsoft.com/office/drawing/2014/main" id="{D999FE1A-6116-4188-4598-09A426373573}"/>
              </a:ext>
            </a:extLst>
          </p:cNvPr>
          <p:cNvGraphicFramePr/>
          <p:nvPr>
            <p:extLst>
              <p:ext uri="{D42A27DB-BD31-4B8C-83A1-F6EECF244321}">
                <p14:modId xmlns:p14="http://schemas.microsoft.com/office/powerpoint/2010/main" val="184660490"/>
              </p:ext>
            </p:extLst>
          </p:nvPr>
        </p:nvGraphicFramePr>
        <p:xfrm>
          <a:off x="348298" y="4519391"/>
          <a:ext cx="1847779" cy="1403409"/>
        </p:xfrm>
        <a:graphic>
          <a:graphicData uri="http://schemas.openxmlformats.org/drawingml/2006/chart">
            <c:chart xmlns:c="http://schemas.openxmlformats.org/drawingml/2006/chart" xmlns:r="http://schemas.openxmlformats.org/officeDocument/2006/relationships" r:id="rId5"/>
          </a:graphicData>
        </a:graphic>
      </p:graphicFrame>
      <p:sp>
        <p:nvSpPr>
          <p:cNvPr id="14" name="CuadroTexto 13">
            <a:extLst>
              <a:ext uri="{FF2B5EF4-FFF2-40B4-BE49-F238E27FC236}">
                <a16:creationId xmlns:a16="http://schemas.microsoft.com/office/drawing/2014/main" id="{A3312F2B-AFC2-5EE2-6DC3-535BF7A6A8E4}"/>
              </a:ext>
            </a:extLst>
          </p:cNvPr>
          <p:cNvSpPr txBox="1"/>
          <p:nvPr/>
        </p:nvSpPr>
        <p:spPr>
          <a:xfrm>
            <a:off x="836451" y="1093230"/>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pic>
        <p:nvPicPr>
          <p:cNvPr id="15" name="Imagen 14">
            <a:extLst>
              <a:ext uri="{FF2B5EF4-FFF2-40B4-BE49-F238E27FC236}">
                <a16:creationId xmlns:a16="http://schemas.microsoft.com/office/drawing/2014/main" id="{BD77644B-5F27-08FF-CB13-FC041A08084A}"/>
              </a:ext>
            </a:extLst>
          </p:cNvPr>
          <p:cNvPicPr>
            <a:picLocks noChangeAspect="1"/>
          </p:cNvPicPr>
          <p:nvPr/>
        </p:nvPicPr>
        <p:blipFill>
          <a:blip r:embed="rId4">
            <a:biLevel thresh="75000"/>
          </a:blip>
          <a:stretch>
            <a:fillRect/>
          </a:stretch>
        </p:blipFill>
        <p:spPr>
          <a:xfrm>
            <a:off x="373115" y="1145571"/>
            <a:ext cx="463336" cy="463336"/>
          </a:xfrm>
          <a:prstGeom prst="rect">
            <a:avLst/>
          </a:prstGeom>
        </p:spPr>
      </p:pic>
      <p:pic>
        <p:nvPicPr>
          <p:cNvPr id="13" name="Imagen 12">
            <a:extLst>
              <a:ext uri="{FF2B5EF4-FFF2-40B4-BE49-F238E27FC236}">
                <a16:creationId xmlns:a16="http://schemas.microsoft.com/office/drawing/2014/main" id="{52533CA3-02F5-50D3-9B6A-6FEB6C4B0540}"/>
              </a:ext>
            </a:extLst>
          </p:cNvPr>
          <p:cNvPicPr>
            <a:picLocks noChangeAspect="1"/>
          </p:cNvPicPr>
          <p:nvPr/>
        </p:nvPicPr>
        <p:blipFill>
          <a:blip r:embed="rId6"/>
          <a:stretch>
            <a:fillRect/>
          </a:stretch>
        </p:blipFill>
        <p:spPr>
          <a:xfrm>
            <a:off x="2902158" y="1217890"/>
            <a:ext cx="5221219" cy="1574261"/>
          </a:xfrm>
          <a:prstGeom prst="rect">
            <a:avLst/>
          </a:prstGeom>
        </p:spPr>
      </p:pic>
      <p:pic>
        <p:nvPicPr>
          <p:cNvPr id="16" name="Imagen 15">
            <a:extLst>
              <a:ext uri="{FF2B5EF4-FFF2-40B4-BE49-F238E27FC236}">
                <a16:creationId xmlns:a16="http://schemas.microsoft.com/office/drawing/2014/main" id="{86124963-2803-5C3B-9BD6-036673C58DB6}"/>
              </a:ext>
            </a:extLst>
          </p:cNvPr>
          <p:cNvPicPr>
            <a:picLocks noChangeAspect="1"/>
          </p:cNvPicPr>
          <p:nvPr/>
        </p:nvPicPr>
        <p:blipFill>
          <a:blip r:embed="rId7"/>
          <a:stretch>
            <a:fillRect/>
          </a:stretch>
        </p:blipFill>
        <p:spPr>
          <a:xfrm>
            <a:off x="2902157" y="2956865"/>
            <a:ext cx="6376753" cy="1643493"/>
          </a:xfrm>
          <a:prstGeom prst="rect">
            <a:avLst/>
          </a:prstGeom>
        </p:spPr>
      </p:pic>
      <p:pic>
        <p:nvPicPr>
          <p:cNvPr id="18" name="Imagen 17">
            <a:extLst>
              <a:ext uri="{FF2B5EF4-FFF2-40B4-BE49-F238E27FC236}">
                <a16:creationId xmlns:a16="http://schemas.microsoft.com/office/drawing/2014/main" id="{08AA87CE-C8CD-40D4-9217-DD60F3C8C84F}"/>
              </a:ext>
            </a:extLst>
          </p:cNvPr>
          <p:cNvPicPr>
            <a:picLocks noChangeAspect="1"/>
          </p:cNvPicPr>
          <p:nvPr/>
        </p:nvPicPr>
        <p:blipFill>
          <a:blip r:embed="rId8"/>
          <a:stretch>
            <a:fillRect/>
          </a:stretch>
        </p:blipFill>
        <p:spPr>
          <a:xfrm>
            <a:off x="2872865" y="4691622"/>
            <a:ext cx="8970837" cy="1680055"/>
          </a:xfrm>
          <a:prstGeom prst="rect">
            <a:avLst/>
          </a:prstGeom>
        </p:spPr>
      </p:pic>
    </p:spTree>
    <p:extLst>
      <p:ext uri="{BB962C8B-B14F-4D97-AF65-F5344CB8AC3E}">
        <p14:creationId xmlns:p14="http://schemas.microsoft.com/office/powerpoint/2010/main" val="324461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C513-FD20-5AE7-5E18-842B9C3D630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5270F98-7841-EF25-3F17-83E370D9CD4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882EA71-6F65-7D41-B8F4-D4C4A6EAB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EA5748A5-1668-EB73-F07A-26108C3FA53A}"/>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E8423806-412A-088B-9430-AF48DB430174}"/>
              </a:ext>
            </a:extLst>
          </p:cNvPr>
          <p:cNvSpPr txBox="1"/>
          <p:nvPr/>
        </p:nvSpPr>
        <p:spPr>
          <a:xfrm>
            <a:off x="740308" y="3992189"/>
            <a:ext cx="985107" cy="461665"/>
          </a:xfrm>
          <a:prstGeom prst="rect">
            <a:avLst/>
          </a:prstGeom>
          <a:noFill/>
        </p:spPr>
        <p:txBody>
          <a:bodyPr wrap="square" rtlCol="0">
            <a:spAutoFit/>
          </a:bodyPr>
          <a:lstStyle/>
          <a:p>
            <a:r>
              <a:rPr lang="es-MX" sz="2400" b="1" dirty="0">
                <a:solidFill>
                  <a:schemeClr val="bg1"/>
                </a:solidFill>
                <a:latin typeface="Franklin Gothic Demi" panose="020B0703020102020204" pitchFamily="34" charset="0"/>
              </a:rPr>
              <a:t>61%</a:t>
            </a:r>
            <a:endParaRPr lang="es-CO" sz="2400" b="1" dirty="0">
              <a:solidFill>
                <a:schemeClr val="bg1"/>
              </a:solidFill>
              <a:latin typeface="Franklin Gothic Demi" panose="020B0703020102020204" pitchFamily="34" charset="0"/>
            </a:endParaRPr>
          </a:p>
        </p:txBody>
      </p:sp>
      <p:sp>
        <p:nvSpPr>
          <p:cNvPr id="33" name="CuadroTexto 32">
            <a:extLst>
              <a:ext uri="{FF2B5EF4-FFF2-40B4-BE49-F238E27FC236}">
                <a16:creationId xmlns:a16="http://schemas.microsoft.com/office/drawing/2014/main" id="{0646F931-7F5A-F3DD-E3A4-14A6C4289404}"/>
              </a:ext>
            </a:extLst>
          </p:cNvPr>
          <p:cNvSpPr txBox="1"/>
          <p:nvPr/>
        </p:nvSpPr>
        <p:spPr>
          <a:xfrm>
            <a:off x="615835" y="4739242"/>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Mystery</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225F0A62-0CCB-9768-C8CA-89B98E278468}"/>
              </a:ext>
            </a:extLst>
          </p:cNvPr>
          <p:cNvSpPr txBox="1"/>
          <p:nvPr/>
        </p:nvSpPr>
        <p:spPr>
          <a:xfrm>
            <a:off x="83963" y="3163643"/>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7FD78266-31C7-16A6-FC76-E1FFAA3F9CE9}"/>
              </a:ext>
            </a:extLst>
          </p:cNvPr>
          <p:cNvPicPr>
            <a:picLocks noChangeAspect="1"/>
          </p:cNvPicPr>
          <p:nvPr/>
        </p:nvPicPr>
        <p:blipFill>
          <a:blip r:embed="rId3">
            <a:biLevel thresh="75000"/>
          </a:blip>
          <a:stretch>
            <a:fillRect/>
          </a:stretch>
        </p:blipFill>
        <p:spPr>
          <a:xfrm>
            <a:off x="259852" y="1964085"/>
            <a:ext cx="463336" cy="463336"/>
          </a:xfrm>
          <a:prstGeom prst="rect">
            <a:avLst/>
          </a:prstGeom>
        </p:spPr>
      </p:pic>
      <p:sp>
        <p:nvSpPr>
          <p:cNvPr id="3" name="CuadroTexto 2">
            <a:extLst>
              <a:ext uri="{FF2B5EF4-FFF2-40B4-BE49-F238E27FC236}">
                <a16:creationId xmlns:a16="http://schemas.microsoft.com/office/drawing/2014/main" id="{538D001C-83C6-38F6-498C-4915B35E5398}"/>
              </a:ext>
            </a:extLst>
          </p:cNvPr>
          <p:cNvSpPr txBox="1"/>
          <p:nvPr/>
        </p:nvSpPr>
        <p:spPr>
          <a:xfrm>
            <a:off x="748005" y="194495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0" name="CuadroTexto 29">
            <a:extLst>
              <a:ext uri="{FF2B5EF4-FFF2-40B4-BE49-F238E27FC236}">
                <a16:creationId xmlns:a16="http://schemas.microsoft.com/office/drawing/2014/main" id="{34C5FF2A-B91C-186B-3D4B-C76ECB4B9870}"/>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MERCAMIO CALLE 5 </a:t>
            </a:r>
            <a:r>
              <a:rPr lang="es-MX" sz="1800" b="1" i="0" u="none" strike="noStrike" dirty="0">
                <a:solidFill>
                  <a:srgbClr val="000000"/>
                </a:solidFill>
                <a:effectLst/>
                <a:latin typeface="Aptos Narrow" panose="020B0004020202020204" pitchFamily="34" charset="0"/>
              </a:rPr>
              <a:t>– CALI </a:t>
            </a: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654B255-D269-ACBD-3343-65EFECE575E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1BBFA755-0142-7649-A29A-918855F23B9F}"/>
              </a:ext>
            </a:extLst>
          </p:cNvPr>
          <p:cNvSpPr txBox="1"/>
          <p:nvPr/>
        </p:nvSpPr>
        <p:spPr>
          <a:xfrm>
            <a:off x="4122295" y="3006512"/>
            <a:ext cx="5696262" cy="2554545"/>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Ejecución del PDV: </a:t>
            </a:r>
            <a:r>
              <a:rPr lang="es-MX" sz="1600" dirty="0"/>
              <a:t>Comunica que es nueva en la ruta y que los precios se deben modificar muchas veces durante el día por lo cual es posible que no estén actualizados, no conoce la participación en el PDV, no tiene claro cuales son los infaltables.</a:t>
            </a:r>
          </a:p>
          <a:p>
            <a:pPr marL="285750" indent="-285750" algn="just">
              <a:buFont typeface="Arial" panose="020B0604020202020204" pitchFamily="34" charset="0"/>
              <a:buChar char="•"/>
            </a:pPr>
            <a:r>
              <a:rPr lang="es-MX" sz="1600" b="1" dirty="0"/>
              <a:t>Actividades del mes: </a:t>
            </a:r>
            <a:r>
              <a:rPr lang="es-MX" sz="1600" dirty="0"/>
              <a:t>En general no tiene claras cuales son las actividades manejadas en este mes, y comunica que no cuenta con surtido suficiente para las mismas.</a:t>
            </a:r>
            <a:endParaRPr lang="es-MX" sz="1600" b="1" dirty="0"/>
          </a:p>
        </p:txBody>
      </p:sp>
      <p:graphicFrame>
        <p:nvGraphicFramePr>
          <p:cNvPr id="14" name="Gráfico 13">
            <a:extLst>
              <a:ext uri="{FF2B5EF4-FFF2-40B4-BE49-F238E27FC236}">
                <a16:creationId xmlns:a16="http://schemas.microsoft.com/office/drawing/2014/main" id="{093B6135-8E86-8EE0-DA04-61FE105BFEFA}"/>
              </a:ext>
            </a:extLst>
          </p:cNvPr>
          <p:cNvGraphicFramePr/>
          <p:nvPr>
            <p:extLst>
              <p:ext uri="{D42A27DB-BD31-4B8C-83A1-F6EECF244321}">
                <p14:modId xmlns:p14="http://schemas.microsoft.com/office/powerpoint/2010/main" val="1656498003"/>
              </p:ext>
            </p:extLst>
          </p:nvPr>
        </p:nvGraphicFramePr>
        <p:xfrm>
          <a:off x="259852" y="3471420"/>
          <a:ext cx="1847779" cy="1403409"/>
        </p:xfrm>
        <a:graphic>
          <a:graphicData uri="http://schemas.openxmlformats.org/drawingml/2006/chart">
            <c:chart xmlns:c="http://schemas.openxmlformats.org/drawingml/2006/chart" xmlns:r="http://schemas.openxmlformats.org/officeDocument/2006/relationships" r:id="rId4"/>
          </a:graphicData>
        </a:graphic>
      </p:graphicFrame>
      <p:sp>
        <p:nvSpPr>
          <p:cNvPr id="12" name="CuadroTexto 11">
            <a:extLst>
              <a:ext uri="{FF2B5EF4-FFF2-40B4-BE49-F238E27FC236}">
                <a16:creationId xmlns:a16="http://schemas.microsoft.com/office/drawing/2014/main" id="{6888C449-0716-96AD-3B34-F79A73842454}"/>
              </a:ext>
            </a:extLst>
          </p:cNvPr>
          <p:cNvSpPr txBox="1"/>
          <p:nvPr/>
        </p:nvSpPr>
        <p:spPr>
          <a:xfrm>
            <a:off x="4080034" y="5859329"/>
            <a:ext cx="5696262" cy="369332"/>
          </a:xfrm>
          <a:prstGeom prst="rect">
            <a:avLst/>
          </a:prstGeom>
          <a:noFill/>
        </p:spPr>
        <p:txBody>
          <a:bodyPr wrap="square">
            <a:spAutoFit/>
          </a:bodyPr>
          <a:lstStyle/>
          <a:p>
            <a:r>
              <a:rPr lang="es-CO" dirty="0">
                <a:hlinkClick r:id="rId5"/>
              </a:rPr>
              <a:t>AUDITORIA MERCAMIO CL 5.mp4 - Google Drive</a:t>
            </a:r>
            <a:endParaRPr lang="es-CO" dirty="0"/>
          </a:p>
        </p:txBody>
      </p:sp>
      <p:pic>
        <p:nvPicPr>
          <p:cNvPr id="15" name="Imagen 14">
            <a:extLst>
              <a:ext uri="{FF2B5EF4-FFF2-40B4-BE49-F238E27FC236}">
                <a16:creationId xmlns:a16="http://schemas.microsoft.com/office/drawing/2014/main" id="{4CA742DA-CB74-6152-E77B-89BDFAD29018}"/>
              </a:ext>
            </a:extLst>
          </p:cNvPr>
          <p:cNvPicPr>
            <a:picLocks noChangeAspect="1"/>
          </p:cNvPicPr>
          <p:nvPr/>
        </p:nvPicPr>
        <p:blipFill>
          <a:blip r:embed="rId6"/>
          <a:stretch>
            <a:fillRect/>
          </a:stretch>
        </p:blipFill>
        <p:spPr>
          <a:xfrm>
            <a:off x="4080034" y="998671"/>
            <a:ext cx="5738523" cy="1856854"/>
          </a:xfrm>
          <a:prstGeom prst="rect">
            <a:avLst/>
          </a:prstGeom>
        </p:spPr>
      </p:pic>
    </p:spTree>
    <p:extLst>
      <p:ext uri="{BB962C8B-B14F-4D97-AF65-F5344CB8AC3E}">
        <p14:creationId xmlns:p14="http://schemas.microsoft.com/office/powerpoint/2010/main" val="927672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9EBFB-0B37-1CCB-7F50-9A0569B0313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D3B7A752-AF95-DA3A-B1D6-A07B6BD765B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5B9A688A-EA52-4C68-0BD4-8748B6F8D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73D5E2D4-402B-B64B-6C6C-75722A37A0F4}"/>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9EFA6497-61F8-7F98-A157-BFAC55BDC611}"/>
              </a:ext>
            </a:extLst>
          </p:cNvPr>
          <p:cNvSpPr txBox="1"/>
          <p:nvPr/>
        </p:nvSpPr>
        <p:spPr>
          <a:xfrm>
            <a:off x="845710" y="3993876"/>
            <a:ext cx="985107" cy="461665"/>
          </a:xfrm>
          <a:prstGeom prst="rect">
            <a:avLst/>
          </a:prstGeom>
          <a:noFill/>
        </p:spPr>
        <p:txBody>
          <a:bodyPr wrap="square" rtlCol="0">
            <a:spAutoFit/>
          </a:bodyPr>
          <a:lstStyle/>
          <a:p>
            <a:r>
              <a:rPr lang="es-MX" sz="2400" b="1" dirty="0">
                <a:solidFill>
                  <a:schemeClr val="bg1"/>
                </a:solidFill>
                <a:latin typeface="Franklin Gothic Demi" panose="020B0703020102020204" pitchFamily="34" charset="0"/>
              </a:rPr>
              <a:t>100%</a:t>
            </a:r>
            <a:endParaRPr lang="es-CO" sz="2400" b="1" dirty="0">
              <a:solidFill>
                <a:schemeClr val="bg1"/>
              </a:solidFill>
              <a:latin typeface="Franklin Gothic Demi" panose="020B0703020102020204" pitchFamily="34" charset="0"/>
            </a:endParaRPr>
          </a:p>
        </p:txBody>
      </p:sp>
      <p:sp>
        <p:nvSpPr>
          <p:cNvPr id="33" name="CuadroTexto 32">
            <a:extLst>
              <a:ext uri="{FF2B5EF4-FFF2-40B4-BE49-F238E27FC236}">
                <a16:creationId xmlns:a16="http://schemas.microsoft.com/office/drawing/2014/main" id="{30D79EED-0EFD-79D2-5C47-349A9D285804}"/>
              </a:ext>
            </a:extLst>
          </p:cNvPr>
          <p:cNvSpPr txBox="1"/>
          <p:nvPr/>
        </p:nvSpPr>
        <p:spPr>
          <a:xfrm>
            <a:off x="615835" y="4739242"/>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Mystery</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24B38693-63C5-D5FA-A149-054FEBBAD0EE}"/>
              </a:ext>
            </a:extLst>
          </p:cNvPr>
          <p:cNvSpPr txBox="1"/>
          <p:nvPr/>
        </p:nvSpPr>
        <p:spPr>
          <a:xfrm>
            <a:off x="83963" y="3163643"/>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3909DB51-1661-8EBE-8138-EABE4D7A0829}"/>
              </a:ext>
            </a:extLst>
          </p:cNvPr>
          <p:cNvPicPr>
            <a:picLocks noChangeAspect="1"/>
          </p:cNvPicPr>
          <p:nvPr/>
        </p:nvPicPr>
        <p:blipFill>
          <a:blip r:embed="rId3">
            <a:biLevel thresh="75000"/>
          </a:blip>
          <a:stretch>
            <a:fillRect/>
          </a:stretch>
        </p:blipFill>
        <p:spPr>
          <a:xfrm>
            <a:off x="259852" y="1964085"/>
            <a:ext cx="463336" cy="463336"/>
          </a:xfrm>
          <a:prstGeom prst="rect">
            <a:avLst/>
          </a:prstGeom>
        </p:spPr>
      </p:pic>
      <p:sp>
        <p:nvSpPr>
          <p:cNvPr id="3" name="CuadroTexto 2">
            <a:extLst>
              <a:ext uri="{FF2B5EF4-FFF2-40B4-BE49-F238E27FC236}">
                <a16:creationId xmlns:a16="http://schemas.microsoft.com/office/drawing/2014/main" id="{19BE98AB-C3F8-AFCB-0A62-C9C58B40E198}"/>
              </a:ext>
            </a:extLst>
          </p:cNvPr>
          <p:cNvSpPr txBox="1"/>
          <p:nvPr/>
        </p:nvSpPr>
        <p:spPr>
          <a:xfrm>
            <a:off x="748005" y="194495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0" name="CuadroTexto 29">
            <a:extLst>
              <a:ext uri="{FF2B5EF4-FFF2-40B4-BE49-F238E27FC236}">
                <a16:creationId xmlns:a16="http://schemas.microsoft.com/office/drawing/2014/main" id="{42D09D9E-E9E1-3815-5AB3-4CC1341BDEF4}"/>
              </a:ext>
            </a:extLst>
          </p:cNvPr>
          <p:cNvSpPr txBox="1"/>
          <p:nvPr/>
        </p:nvSpPr>
        <p:spPr>
          <a:xfrm>
            <a:off x="3024188" y="110786"/>
            <a:ext cx="6143624"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LA CASA DE LOS TENDEROS</a:t>
            </a:r>
            <a:r>
              <a:rPr lang="es-MX" sz="1800" b="1" i="0" u="none" strike="noStrike" dirty="0">
                <a:solidFill>
                  <a:srgbClr val="000000"/>
                </a:solidFill>
                <a:effectLst/>
                <a:latin typeface="Aptos Narrow" panose="020B0004020202020204" pitchFamily="34" charset="0"/>
              </a:rPr>
              <a:t>– CALI </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263D5EA5-A21D-88A0-AFA9-1B82DE71B358}"/>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695D13A6-7470-6865-7056-1270800E29CC}"/>
              </a:ext>
            </a:extLst>
          </p:cNvPr>
          <p:cNvSpPr txBox="1"/>
          <p:nvPr/>
        </p:nvSpPr>
        <p:spPr>
          <a:xfrm>
            <a:off x="4122295" y="3199362"/>
            <a:ext cx="556135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r>
              <a:rPr lang="es-MX" sz="1600" dirty="0"/>
              <a:t>Se encuentra muy bien surtido y con marcación de precios, el lineal está según las categorías y de acuerdo a la planometría, tiene claro el porcentaje de participación, los infaltables.</a:t>
            </a:r>
          </a:p>
        </p:txBody>
      </p:sp>
      <p:graphicFrame>
        <p:nvGraphicFramePr>
          <p:cNvPr id="14" name="Gráfico 13">
            <a:extLst>
              <a:ext uri="{FF2B5EF4-FFF2-40B4-BE49-F238E27FC236}">
                <a16:creationId xmlns:a16="http://schemas.microsoft.com/office/drawing/2014/main" id="{054CEED1-9FBE-DE43-182C-B99D70A5C600}"/>
              </a:ext>
            </a:extLst>
          </p:cNvPr>
          <p:cNvGraphicFramePr/>
          <p:nvPr>
            <p:extLst>
              <p:ext uri="{D42A27DB-BD31-4B8C-83A1-F6EECF244321}">
                <p14:modId xmlns:p14="http://schemas.microsoft.com/office/powerpoint/2010/main" val="2783367004"/>
              </p:ext>
            </p:extLst>
          </p:nvPr>
        </p:nvGraphicFramePr>
        <p:xfrm>
          <a:off x="376201" y="3523003"/>
          <a:ext cx="1847779" cy="1403409"/>
        </p:xfrm>
        <a:graphic>
          <a:graphicData uri="http://schemas.openxmlformats.org/drawingml/2006/chart">
            <c:chart xmlns:c="http://schemas.openxmlformats.org/drawingml/2006/chart" xmlns:r="http://schemas.openxmlformats.org/officeDocument/2006/relationships" r:id="rId4"/>
          </a:graphicData>
        </a:graphic>
      </p:graphicFrame>
      <p:sp>
        <p:nvSpPr>
          <p:cNvPr id="12" name="CuadroTexto 11">
            <a:extLst>
              <a:ext uri="{FF2B5EF4-FFF2-40B4-BE49-F238E27FC236}">
                <a16:creationId xmlns:a16="http://schemas.microsoft.com/office/drawing/2014/main" id="{A2DFF132-F7A4-CD2A-E31F-4E444A78D774}"/>
              </a:ext>
            </a:extLst>
          </p:cNvPr>
          <p:cNvSpPr txBox="1"/>
          <p:nvPr/>
        </p:nvSpPr>
        <p:spPr>
          <a:xfrm>
            <a:off x="4122295" y="4831575"/>
            <a:ext cx="5561350" cy="646331"/>
          </a:xfrm>
          <a:prstGeom prst="rect">
            <a:avLst/>
          </a:prstGeom>
          <a:noFill/>
        </p:spPr>
        <p:txBody>
          <a:bodyPr wrap="square">
            <a:spAutoFit/>
          </a:bodyPr>
          <a:lstStyle/>
          <a:p>
            <a:r>
              <a:rPr lang="es-CO" dirty="0">
                <a:hlinkClick r:id="rId5"/>
              </a:rPr>
              <a:t>AUDITORIA LA TIENDA DE LOS TENDEROS.mp4 - Google Drive</a:t>
            </a:r>
            <a:endParaRPr lang="es-CO" dirty="0"/>
          </a:p>
        </p:txBody>
      </p:sp>
      <p:pic>
        <p:nvPicPr>
          <p:cNvPr id="16" name="Imagen 15">
            <a:extLst>
              <a:ext uri="{FF2B5EF4-FFF2-40B4-BE49-F238E27FC236}">
                <a16:creationId xmlns:a16="http://schemas.microsoft.com/office/drawing/2014/main" id="{9A2559BE-15C5-881F-0064-4F5DEAB92533}"/>
              </a:ext>
            </a:extLst>
          </p:cNvPr>
          <p:cNvPicPr>
            <a:picLocks noChangeAspect="1"/>
          </p:cNvPicPr>
          <p:nvPr/>
        </p:nvPicPr>
        <p:blipFill>
          <a:blip r:embed="rId6"/>
          <a:stretch>
            <a:fillRect/>
          </a:stretch>
        </p:blipFill>
        <p:spPr>
          <a:xfrm>
            <a:off x="4122294" y="981742"/>
            <a:ext cx="5561351" cy="1908847"/>
          </a:xfrm>
          <a:prstGeom prst="rect">
            <a:avLst/>
          </a:prstGeom>
        </p:spPr>
      </p:pic>
    </p:spTree>
    <p:extLst>
      <p:ext uri="{BB962C8B-B14F-4D97-AF65-F5344CB8AC3E}">
        <p14:creationId xmlns:p14="http://schemas.microsoft.com/office/powerpoint/2010/main" val="3010174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E882-EFBF-48BF-FD36-82894F7182F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8BBC252-4283-722E-9C51-E2C8E046B75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EAF98798-70A7-CD64-D091-D7C99C51D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36E404C1-8D16-888A-B30F-CA34C3EBC3E4}"/>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3B949CD5-8009-1C09-88F5-EC203AB3455C}"/>
              </a:ext>
            </a:extLst>
          </p:cNvPr>
          <p:cNvSpPr txBox="1"/>
          <p:nvPr/>
        </p:nvSpPr>
        <p:spPr>
          <a:xfrm>
            <a:off x="854820" y="3874498"/>
            <a:ext cx="890541" cy="461665"/>
          </a:xfrm>
          <a:prstGeom prst="rect">
            <a:avLst/>
          </a:prstGeom>
          <a:noFill/>
        </p:spPr>
        <p:txBody>
          <a:bodyPr wrap="square" rtlCol="0">
            <a:spAutoFit/>
          </a:bodyPr>
          <a:lstStyle/>
          <a:p>
            <a:r>
              <a:rPr lang="es-MX" sz="2400" b="1" dirty="0">
                <a:solidFill>
                  <a:schemeClr val="bg1"/>
                </a:solidFill>
                <a:latin typeface="Franklin Gothic Demi" panose="020B0703020102020204" pitchFamily="34" charset="0"/>
              </a:rPr>
              <a:t>94%</a:t>
            </a:r>
            <a:endParaRPr lang="es-CO" sz="2400" b="1" dirty="0">
              <a:solidFill>
                <a:schemeClr val="bg1"/>
              </a:solidFill>
              <a:latin typeface="Franklin Gothic Demi" panose="020B0703020102020204" pitchFamily="34" charset="0"/>
            </a:endParaRPr>
          </a:p>
        </p:txBody>
      </p:sp>
      <p:sp>
        <p:nvSpPr>
          <p:cNvPr id="33" name="CuadroTexto 32">
            <a:extLst>
              <a:ext uri="{FF2B5EF4-FFF2-40B4-BE49-F238E27FC236}">
                <a16:creationId xmlns:a16="http://schemas.microsoft.com/office/drawing/2014/main" id="{8735398D-9D75-803C-3D70-D162099C36C0}"/>
              </a:ext>
            </a:extLst>
          </p:cNvPr>
          <p:cNvSpPr txBox="1"/>
          <p:nvPr/>
        </p:nvSpPr>
        <p:spPr>
          <a:xfrm>
            <a:off x="615835" y="4739242"/>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Mystery</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B9E9D493-0E27-5C6C-D916-E2BBCD331A10}"/>
              </a:ext>
            </a:extLst>
          </p:cNvPr>
          <p:cNvSpPr txBox="1"/>
          <p:nvPr/>
        </p:nvSpPr>
        <p:spPr>
          <a:xfrm>
            <a:off x="83963" y="3163643"/>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2F7DD0A7-7B08-D946-7828-8F69D9C6CB03}"/>
              </a:ext>
            </a:extLst>
          </p:cNvPr>
          <p:cNvPicPr>
            <a:picLocks noChangeAspect="1"/>
          </p:cNvPicPr>
          <p:nvPr/>
        </p:nvPicPr>
        <p:blipFill>
          <a:blip r:embed="rId3">
            <a:biLevel thresh="75000"/>
          </a:blip>
          <a:stretch>
            <a:fillRect/>
          </a:stretch>
        </p:blipFill>
        <p:spPr>
          <a:xfrm>
            <a:off x="259852" y="1964085"/>
            <a:ext cx="463336" cy="463336"/>
          </a:xfrm>
          <a:prstGeom prst="rect">
            <a:avLst/>
          </a:prstGeom>
        </p:spPr>
      </p:pic>
      <p:sp>
        <p:nvSpPr>
          <p:cNvPr id="3" name="CuadroTexto 2">
            <a:extLst>
              <a:ext uri="{FF2B5EF4-FFF2-40B4-BE49-F238E27FC236}">
                <a16:creationId xmlns:a16="http://schemas.microsoft.com/office/drawing/2014/main" id="{4B8D11F4-9FFB-8947-537B-C29F88C237D7}"/>
              </a:ext>
            </a:extLst>
          </p:cNvPr>
          <p:cNvSpPr txBox="1"/>
          <p:nvPr/>
        </p:nvSpPr>
        <p:spPr>
          <a:xfrm>
            <a:off x="748005" y="194495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Medellin</a:t>
            </a:r>
            <a:endParaRPr lang="es-CO" sz="1600" b="1" dirty="0">
              <a:solidFill>
                <a:schemeClr val="bg1"/>
              </a:solidFill>
            </a:endParaRPr>
          </a:p>
        </p:txBody>
      </p:sp>
      <p:sp>
        <p:nvSpPr>
          <p:cNvPr id="30" name="CuadroTexto 29">
            <a:extLst>
              <a:ext uri="{FF2B5EF4-FFF2-40B4-BE49-F238E27FC236}">
                <a16:creationId xmlns:a16="http://schemas.microsoft.com/office/drawing/2014/main" id="{258CCD76-6B67-35C5-78CD-752D939DA505}"/>
              </a:ext>
            </a:extLst>
          </p:cNvPr>
          <p:cNvSpPr txBox="1"/>
          <p:nvPr/>
        </p:nvSpPr>
        <p:spPr>
          <a:xfrm>
            <a:off x="3024188" y="110786"/>
            <a:ext cx="6143624" cy="646331"/>
          </a:xfrm>
          <a:prstGeom prst="rect">
            <a:avLst/>
          </a:prstGeom>
          <a:noFill/>
        </p:spPr>
        <p:txBody>
          <a:bodyPr wrap="square" rtlCol="0">
            <a:spAutoFit/>
          </a:bodyPr>
          <a:lstStyle/>
          <a:p>
            <a:r>
              <a:rPr lang="pt-BR" b="1" dirty="0">
                <a:solidFill>
                  <a:srgbClr val="000000"/>
                </a:solidFill>
                <a:latin typeface="Aptos Narrow" panose="020B0004020202020204" pitchFamily="34" charset="0"/>
              </a:rPr>
              <a:t>PROVEEDURIA EMPRESAS PUBLICAS EPM </a:t>
            </a:r>
            <a:r>
              <a:rPr lang="pt-BR" sz="1800" b="1" i="0" u="none" strike="noStrike" dirty="0">
                <a:solidFill>
                  <a:srgbClr val="000000"/>
                </a:solidFill>
                <a:effectLst/>
                <a:latin typeface="Aptos Narrow" panose="020B0004020202020204" pitchFamily="34" charset="0"/>
              </a:rPr>
              <a:t>- MEDELLIN </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AAD396DD-C8E6-6B8E-1B8D-C422E16A7E9B}"/>
              </a:ext>
            </a:extLst>
          </p:cNvPr>
          <p:cNvSpPr txBox="1"/>
          <p:nvPr/>
        </p:nvSpPr>
        <p:spPr>
          <a:xfrm>
            <a:off x="3879110" y="3415803"/>
            <a:ext cx="5789546" cy="1323439"/>
          </a:xfrm>
          <a:prstGeom prst="rect">
            <a:avLst/>
          </a:prstGeom>
          <a:noFill/>
          <a:ln w="3175">
            <a:solidFill>
              <a:schemeClr val="tx1"/>
            </a:solidFill>
          </a:ln>
        </p:spPr>
        <p:txBody>
          <a:bodyPr wrap="square" lIns="91440" tIns="45720" rIns="91440" bIns="45720" rtlCol="0" anchor="t">
            <a:spAutoFit/>
          </a:bodyPr>
          <a:lstStyle>
            <a:defPPr>
              <a:defRPr lang="es-CO"/>
            </a:defPPr>
            <a:lvl1pPr algn="just">
              <a:defRPr sz="1600" b="1">
                <a:latin typeface="+mj-lt"/>
              </a:defRPr>
            </a:lvl1pPr>
          </a:lstStyle>
          <a:p>
            <a:r>
              <a:rPr lang="es-MX" dirty="0"/>
              <a:t>Detalle de novedades: </a:t>
            </a:r>
            <a:endParaRPr lang="es-MX" b="0" dirty="0"/>
          </a:p>
          <a:p>
            <a:pPr marL="285750" indent="-285750">
              <a:buFont typeface="Arial" panose="020B0604020202020204" pitchFamily="34" charset="0"/>
              <a:buChar char="•"/>
            </a:pPr>
            <a:r>
              <a:rPr lang="es-MX" dirty="0"/>
              <a:t>Ejecución del PDV</a:t>
            </a:r>
            <a:r>
              <a:rPr lang="es-MX" b="0" dirty="0"/>
              <a:t>: Se encuentra muy bien surtido y con marcación de precios, el lineal está según las categorías y de acuerdo a la planometría, no tiene claro el porcentaje de participación e hicieron falta algunos precios .</a:t>
            </a:r>
          </a:p>
        </p:txBody>
      </p:sp>
      <p:sp>
        <p:nvSpPr>
          <p:cNvPr id="7" name="Rectángulo: esquinas redondeadas 6">
            <a:extLst>
              <a:ext uri="{FF2B5EF4-FFF2-40B4-BE49-F238E27FC236}">
                <a16:creationId xmlns:a16="http://schemas.microsoft.com/office/drawing/2014/main" id="{C184F035-BAF7-4DC9-EBED-6909BDCE6582}"/>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0" name="CuadroTexto 9">
            <a:extLst>
              <a:ext uri="{FF2B5EF4-FFF2-40B4-BE49-F238E27FC236}">
                <a16:creationId xmlns:a16="http://schemas.microsoft.com/office/drawing/2014/main" id="{EF076188-86C6-21C3-D0E6-3445759ACEF9}"/>
              </a:ext>
            </a:extLst>
          </p:cNvPr>
          <p:cNvSpPr txBox="1"/>
          <p:nvPr/>
        </p:nvSpPr>
        <p:spPr>
          <a:xfrm>
            <a:off x="3879111" y="4923907"/>
            <a:ext cx="5789546" cy="369332"/>
          </a:xfrm>
          <a:prstGeom prst="rect">
            <a:avLst/>
          </a:prstGeom>
          <a:noFill/>
        </p:spPr>
        <p:txBody>
          <a:bodyPr wrap="square">
            <a:spAutoFit/>
          </a:bodyPr>
          <a:lstStyle/>
          <a:p>
            <a:r>
              <a:rPr lang="es-CO" dirty="0" err="1">
                <a:hlinkClick r:id="rId4"/>
              </a:rPr>
              <a:t>Proveeduria</a:t>
            </a:r>
            <a:r>
              <a:rPr lang="es-CO" dirty="0">
                <a:hlinkClick r:id="rId4"/>
              </a:rPr>
              <a:t> </a:t>
            </a:r>
            <a:r>
              <a:rPr lang="es-CO" dirty="0" err="1">
                <a:hlinkClick r:id="rId4"/>
              </a:rPr>
              <a:t>epm</a:t>
            </a:r>
            <a:r>
              <a:rPr lang="es-CO" dirty="0">
                <a:hlinkClick r:id="rId4"/>
              </a:rPr>
              <a:t> junio 14.mp4 - Google Drive</a:t>
            </a:r>
            <a:endParaRPr lang="es-CO" dirty="0"/>
          </a:p>
        </p:txBody>
      </p:sp>
      <p:graphicFrame>
        <p:nvGraphicFramePr>
          <p:cNvPr id="13" name="Gráfico 12">
            <a:extLst>
              <a:ext uri="{FF2B5EF4-FFF2-40B4-BE49-F238E27FC236}">
                <a16:creationId xmlns:a16="http://schemas.microsoft.com/office/drawing/2014/main" id="{4B972AC4-9CB9-BF38-E23E-A74EA16AE4AC}"/>
              </a:ext>
            </a:extLst>
          </p:cNvPr>
          <p:cNvGraphicFramePr/>
          <p:nvPr>
            <p:extLst>
              <p:ext uri="{D42A27DB-BD31-4B8C-83A1-F6EECF244321}">
                <p14:modId xmlns:p14="http://schemas.microsoft.com/office/powerpoint/2010/main" val="3674199327"/>
              </p:ext>
            </p:extLst>
          </p:nvPr>
        </p:nvGraphicFramePr>
        <p:xfrm>
          <a:off x="259852" y="3419006"/>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15" name="Imagen 14">
            <a:extLst>
              <a:ext uri="{FF2B5EF4-FFF2-40B4-BE49-F238E27FC236}">
                <a16:creationId xmlns:a16="http://schemas.microsoft.com/office/drawing/2014/main" id="{07B79B20-42BD-B3F1-22BB-1B0683785153}"/>
              </a:ext>
            </a:extLst>
          </p:cNvPr>
          <p:cNvPicPr>
            <a:picLocks noChangeAspect="1"/>
          </p:cNvPicPr>
          <p:nvPr/>
        </p:nvPicPr>
        <p:blipFill>
          <a:blip r:embed="rId6"/>
          <a:stretch>
            <a:fillRect/>
          </a:stretch>
        </p:blipFill>
        <p:spPr>
          <a:xfrm>
            <a:off x="3879110" y="993452"/>
            <a:ext cx="5789546" cy="1970731"/>
          </a:xfrm>
          <a:prstGeom prst="rect">
            <a:avLst/>
          </a:prstGeom>
        </p:spPr>
      </p:pic>
    </p:spTree>
    <p:extLst>
      <p:ext uri="{BB962C8B-B14F-4D97-AF65-F5344CB8AC3E}">
        <p14:creationId xmlns:p14="http://schemas.microsoft.com/office/powerpoint/2010/main" val="503955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708CC-B155-E480-5977-CC002359644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69594D-3F31-AAEE-8C01-611D75F5700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94D1F9A-AD48-EA3E-9F2B-DD14C1155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0CF678D6-E7B2-22A3-F0E8-D82E1B342E3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394AE54B-D2CA-EB1E-BE4E-9D9D7E7A2D2D}"/>
              </a:ext>
            </a:extLst>
          </p:cNvPr>
          <p:cNvSpPr txBox="1"/>
          <p:nvPr/>
        </p:nvSpPr>
        <p:spPr>
          <a:xfrm>
            <a:off x="2877350" y="114934"/>
            <a:ext cx="7505515" cy="646331"/>
          </a:xfrm>
          <a:prstGeom prst="rect">
            <a:avLst/>
          </a:prstGeom>
          <a:noFill/>
        </p:spPr>
        <p:txBody>
          <a:bodyPr wrap="square" rtlCol="0">
            <a:spAutoFit/>
          </a:bodyPr>
          <a:lstStyle/>
          <a:p>
            <a:r>
              <a:rPr lang="it-IT" b="1" dirty="0">
                <a:solidFill>
                  <a:srgbClr val="000000"/>
                </a:solidFill>
                <a:latin typeface="Aptos Narrow" panose="020B0004020202020204" pitchFamily="34" charset="0"/>
              </a:rPr>
              <a:t>ZAPATOCA VILLA LUZ</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8693E14F-D0C0-C402-A59E-3D0BCE666C2A}"/>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C3809900-8DBC-4C2F-A97C-69D25A7317DB}"/>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10" name="CuadroTexto 9">
            <a:extLst>
              <a:ext uri="{FF2B5EF4-FFF2-40B4-BE49-F238E27FC236}">
                <a16:creationId xmlns:a16="http://schemas.microsoft.com/office/drawing/2014/main" id="{0C99FCED-B3B3-3794-1668-4D236BCFACEC}"/>
              </a:ext>
            </a:extLst>
          </p:cNvPr>
          <p:cNvSpPr txBox="1"/>
          <p:nvPr/>
        </p:nvSpPr>
        <p:spPr>
          <a:xfrm>
            <a:off x="3131892" y="1185238"/>
            <a:ext cx="3818475" cy="830997"/>
          </a:xfrm>
          <a:prstGeom prst="rect">
            <a:avLst/>
          </a:prstGeom>
          <a:noFill/>
          <a:ln>
            <a:solidFill>
              <a:schemeClr val="tx1"/>
            </a:solidFill>
          </a:ln>
        </p:spPr>
        <p:txBody>
          <a:bodyPr wrap="square" rtlCol="0">
            <a:spAutoFit/>
          </a:bodyPr>
          <a:lstStyle/>
          <a:p>
            <a:pPr algn="ctr"/>
            <a:r>
              <a:rPr lang="es-CO" sz="1600" dirty="0"/>
              <a:t>SE SOLICITO POR PARTE DE VENTAS A ULTIMA HORA PARA OTRO PUNTO DE VENTA</a:t>
            </a:r>
            <a:endParaRPr lang="es-MX" sz="1600" b="0" dirty="0"/>
          </a:p>
        </p:txBody>
      </p:sp>
      <p:sp>
        <p:nvSpPr>
          <p:cNvPr id="5" name="CuadroTexto 4">
            <a:extLst>
              <a:ext uri="{FF2B5EF4-FFF2-40B4-BE49-F238E27FC236}">
                <a16:creationId xmlns:a16="http://schemas.microsoft.com/office/drawing/2014/main" id="{978A5C05-AAE3-8782-EE0D-1F713CDEECFB}"/>
              </a:ext>
            </a:extLst>
          </p:cNvPr>
          <p:cNvSpPr txBox="1"/>
          <p:nvPr/>
        </p:nvSpPr>
        <p:spPr>
          <a:xfrm>
            <a:off x="3901138" y="3298680"/>
            <a:ext cx="6098458" cy="369332"/>
          </a:xfrm>
          <a:prstGeom prst="rect">
            <a:avLst/>
          </a:prstGeom>
          <a:noFill/>
        </p:spPr>
        <p:txBody>
          <a:bodyPr wrap="square">
            <a:spAutoFit/>
          </a:bodyPr>
          <a:lstStyle/>
          <a:p>
            <a:r>
              <a:rPr lang="es-CO" dirty="0">
                <a:hlinkClick r:id="rId3"/>
              </a:rPr>
              <a:t>MYSTERY ZAPATOCA VILLA LUZ.avi - Google Drive</a:t>
            </a:r>
            <a:endParaRPr lang="es-CO" dirty="0"/>
          </a:p>
        </p:txBody>
      </p:sp>
    </p:spTree>
    <p:extLst>
      <p:ext uri="{BB962C8B-B14F-4D97-AF65-F5344CB8AC3E}">
        <p14:creationId xmlns:p14="http://schemas.microsoft.com/office/powerpoint/2010/main" val="102732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7AA30-9782-BA31-D625-DD7A2103AF5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CBF8B5C-3AFC-F937-AC33-F0DC5BC0176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8EBA136C-4414-6D5B-7254-C9364AD8C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5B234308-AE74-8DB0-AE1B-AD320D86CBC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5ADFF86-FE31-4B56-EAEA-BFEA498A1FE1}"/>
              </a:ext>
            </a:extLst>
          </p:cNvPr>
          <p:cNvSpPr txBox="1"/>
          <p:nvPr/>
        </p:nvSpPr>
        <p:spPr>
          <a:xfrm>
            <a:off x="2877350" y="114934"/>
            <a:ext cx="7505515"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SUPAPA REFUGIO </a:t>
            </a:r>
            <a:r>
              <a:rPr lang="es-MX" sz="1800" b="1" i="0" u="none" strike="noStrike" dirty="0">
                <a:solidFill>
                  <a:srgbClr val="000000"/>
                </a:solidFill>
                <a:effectLst/>
                <a:latin typeface="Aptos Narrow" panose="020B0004020202020204" pitchFamily="34" charset="0"/>
              </a:rPr>
              <a:t>– CALI</a:t>
            </a:r>
          </a:p>
          <a:p>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389BDBD0-9FAF-A548-8B6A-2CB5D1E8412C}"/>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62178464-5D01-79B0-1A0B-0F1F36A661A5}"/>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10" name="CuadroTexto 9">
            <a:extLst>
              <a:ext uri="{FF2B5EF4-FFF2-40B4-BE49-F238E27FC236}">
                <a16:creationId xmlns:a16="http://schemas.microsoft.com/office/drawing/2014/main" id="{C00BC532-1B7F-DE39-E9EA-580341253B99}"/>
              </a:ext>
            </a:extLst>
          </p:cNvPr>
          <p:cNvSpPr txBox="1"/>
          <p:nvPr/>
        </p:nvSpPr>
        <p:spPr>
          <a:xfrm>
            <a:off x="3131892" y="1185238"/>
            <a:ext cx="3818475" cy="584775"/>
          </a:xfrm>
          <a:prstGeom prst="rect">
            <a:avLst/>
          </a:prstGeom>
          <a:noFill/>
          <a:ln>
            <a:solidFill>
              <a:schemeClr val="tx1"/>
            </a:solidFill>
          </a:ln>
        </p:spPr>
        <p:txBody>
          <a:bodyPr wrap="square" rtlCol="0">
            <a:spAutoFit/>
          </a:bodyPr>
          <a:lstStyle/>
          <a:p>
            <a:pPr algn="ctr"/>
            <a:r>
              <a:rPr lang="es-CO" sz="1600" dirty="0"/>
              <a:t>ESE DIA LA MERCADERISTA SE FUE PARA LA EPS</a:t>
            </a:r>
            <a:endParaRPr lang="es-MX" sz="1600" b="0" dirty="0"/>
          </a:p>
        </p:txBody>
      </p:sp>
      <p:sp>
        <p:nvSpPr>
          <p:cNvPr id="5" name="CuadroTexto 4">
            <a:extLst>
              <a:ext uri="{FF2B5EF4-FFF2-40B4-BE49-F238E27FC236}">
                <a16:creationId xmlns:a16="http://schemas.microsoft.com/office/drawing/2014/main" id="{17296255-1429-8319-3AE3-D8292FA69EAF}"/>
              </a:ext>
            </a:extLst>
          </p:cNvPr>
          <p:cNvSpPr txBox="1"/>
          <p:nvPr/>
        </p:nvSpPr>
        <p:spPr>
          <a:xfrm>
            <a:off x="3901138" y="3298680"/>
            <a:ext cx="6098458" cy="369332"/>
          </a:xfrm>
          <a:prstGeom prst="rect">
            <a:avLst/>
          </a:prstGeom>
          <a:noFill/>
        </p:spPr>
        <p:txBody>
          <a:bodyPr wrap="square">
            <a:spAutoFit/>
          </a:bodyPr>
          <a:lstStyle/>
          <a:p>
            <a:r>
              <a:rPr lang="es-CO" dirty="0">
                <a:hlinkClick r:id="rId3"/>
              </a:rPr>
              <a:t>AUDITORIA SU PAPA EL REFUGIO.mp4 - Google Drive</a:t>
            </a:r>
            <a:endParaRPr lang="es-CO" dirty="0"/>
          </a:p>
        </p:txBody>
      </p:sp>
    </p:spTree>
    <p:extLst>
      <p:ext uri="{BB962C8B-B14F-4D97-AF65-F5344CB8AC3E}">
        <p14:creationId xmlns:p14="http://schemas.microsoft.com/office/powerpoint/2010/main" val="1098523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91EEC-F5BD-84F5-D88F-C10DE56A9CE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23963D1-7102-1D91-1D11-4FCF7BC492E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6C538D7-AFEA-6F05-24F4-3AED44BFC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AB01ACE3-ED80-D7EF-35A1-9FB69AECBDF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FF8A8A6-4A26-BD46-6CBF-196F34BD5147}"/>
              </a:ext>
            </a:extLst>
          </p:cNvPr>
          <p:cNvSpPr txBox="1"/>
          <p:nvPr/>
        </p:nvSpPr>
        <p:spPr>
          <a:xfrm>
            <a:off x="2877350" y="114934"/>
            <a:ext cx="7505515"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MERCA Z CALI </a:t>
            </a:r>
            <a:r>
              <a:rPr lang="es-MX" sz="1800" b="1" i="0" u="none" strike="noStrike" dirty="0">
                <a:solidFill>
                  <a:srgbClr val="000000"/>
                </a:solidFill>
                <a:effectLst/>
                <a:latin typeface="Aptos Narrow" panose="020B0004020202020204" pitchFamily="34" charset="0"/>
              </a:rPr>
              <a:t>– CALI</a:t>
            </a:r>
          </a:p>
          <a:p>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A250CA35-6A92-191D-39C8-9FD286EC1398}"/>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9D5AB597-6AEB-04A1-545F-E4F295839ACD}"/>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10" name="CuadroTexto 9">
            <a:extLst>
              <a:ext uri="{FF2B5EF4-FFF2-40B4-BE49-F238E27FC236}">
                <a16:creationId xmlns:a16="http://schemas.microsoft.com/office/drawing/2014/main" id="{DF7DB9AF-878F-8E36-9A77-A5A5885ED851}"/>
              </a:ext>
            </a:extLst>
          </p:cNvPr>
          <p:cNvSpPr txBox="1"/>
          <p:nvPr/>
        </p:nvSpPr>
        <p:spPr>
          <a:xfrm>
            <a:off x="3131892" y="1185238"/>
            <a:ext cx="3818475" cy="584775"/>
          </a:xfrm>
          <a:prstGeom prst="rect">
            <a:avLst/>
          </a:prstGeom>
          <a:noFill/>
          <a:ln>
            <a:solidFill>
              <a:schemeClr val="tx1"/>
            </a:solidFill>
          </a:ln>
        </p:spPr>
        <p:txBody>
          <a:bodyPr wrap="square" rtlCol="0">
            <a:spAutoFit/>
          </a:bodyPr>
          <a:lstStyle/>
          <a:p>
            <a:pPr algn="ctr"/>
            <a:r>
              <a:rPr lang="es-CO" sz="1600" dirty="0"/>
              <a:t>POR TEMAS DE PAZ Y SALVO SE MADRUGO AL PUNTO DE VENTA</a:t>
            </a:r>
            <a:endParaRPr lang="es-MX" sz="1600" b="0" dirty="0"/>
          </a:p>
        </p:txBody>
      </p:sp>
      <p:sp>
        <p:nvSpPr>
          <p:cNvPr id="5" name="CuadroTexto 4">
            <a:extLst>
              <a:ext uri="{FF2B5EF4-FFF2-40B4-BE49-F238E27FC236}">
                <a16:creationId xmlns:a16="http://schemas.microsoft.com/office/drawing/2014/main" id="{CA65B957-9421-A6E8-D2D3-D266FEB90ADE}"/>
              </a:ext>
            </a:extLst>
          </p:cNvPr>
          <p:cNvSpPr txBox="1"/>
          <p:nvPr/>
        </p:nvSpPr>
        <p:spPr>
          <a:xfrm>
            <a:off x="3901138" y="3298680"/>
            <a:ext cx="6098458" cy="369332"/>
          </a:xfrm>
          <a:prstGeom prst="rect">
            <a:avLst/>
          </a:prstGeom>
          <a:noFill/>
        </p:spPr>
        <p:txBody>
          <a:bodyPr wrap="square">
            <a:spAutoFit/>
          </a:bodyPr>
          <a:lstStyle/>
          <a:p>
            <a:r>
              <a:rPr lang="es-CO" dirty="0">
                <a:hlinkClick r:id="rId3"/>
              </a:rPr>
              <a:t>AUDITORIA MERCAZ (1).mp4 - Google Drive</a:t>
            </a:r>
            <a:endParaRPr lang="es-CO" dirty="0"/>
          </a:p>
        </p:txBody>
      </p:sp>
    </p:spTree>
    <p:extLst>
      <p:ext uri="{BB962C8B-B14F-4D97-AF65-F5344CB8AC3E}">
        <p14:creationId xmlns:p14="http://schemas.microsoft.com/office/powerpoint/2010/main" val="7322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E534D02-B8C7-B74F-CB12-01F23F1DF649}"/>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5A0D168E-1DD6-DBBA-D591-BCE26B9FE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5A180245-F026-E164-C1D0-FEAD3A5BE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CAD1F5A1-A45B-7474-6EF8-7CEEC5771C78}"/>
              </a:ext>
            </a:extLst>
          </p:cNvPr>
          <p:cNvSpPr txBox="1"/>
          <p:nvPr/>
        </p:nvSpPr>
        <p:spPr>
          <a:xfrm>
            <a:off x="251668" y="2650588"/>
            <a:ext cx="2633087" cy="1569660"/>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MISTERY </a:t>
            </a:r>
          </a:p>
          <a:p>
            <a:pPr algn="ctr"/>
            <a:r>
              <a:rPr lang="es-MX" sz="2400" b="1" dirty="0">
                <a:solidFill>
                  <a:schemeClr val="bg1"/>
                </a:solidFill>
                <a:latin typeface="ui-sans-serif"/>
              </a:rPr>
              <a:t>- Junio 2025 - </a:t>
            </a:r>
            <a:endParaRPr lang="es-CO" sz="2400" b="1" dirty="0">
              <a:solidFill>
                <a:schemeClr val="bg1"/>
              </a:solidFill>
            </a:endParaRPr>
          </a:p>
        </p:txBody>
      </p:sp>
    </p:spTree>
    <p:extLst>
      <p:ext uri="{BB962C8B-B14F-4D97-AF65-F5344CB8AC3E}">
        <p14:creationId xmlns:p14="http://schemas.microsoft.com/office/powerpoint/2010/main" val="1254772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55CB5D-BA0C-CAF7-2F0F-4394F9AD584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AF66B9E6-5CEA-0421-DFAD-B5F1900EB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a:t>El mystery shopper de forma critica evaluó KPIS específicos de la gestion a través de una encuesta, en la cual cada pregunta fue clusterizada y punteada de la siguiente manera:</a:t>
            </a:r>
            <a:endParaRPr lang="es-CO" sz="130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Junio</a:t>
            </a:r>
          </a:p>
        </p:txBody>
      </p:sp>
      <p:sp>
        <p:nvSpPr>
          <p:cNvPr id="15" name="CuadroTexto 14">
            <a:extLst>
              <a:ext uri="{FF2B5EF4-FFF2-40B4-BE49-F238E27FC236}">
                <a16:creationId xmlns:a16="http://schemas.microsoft.com/office/drawing/2014/main" id="{155A1899-F51E-9451-B8A7-0A68A2BA8466}"/>
              </a:ext>
            </a:extLst>
          </p:cNvPr>
          <p:cNvSpPr txBox="1"/>
          <p:nvPr/>
        </p:nvSpPr>
        <p:spPr>
          <a:xfrm>
            <a:off x="3221939" y="3387408"/>
            <a:ext cx="8284293" cy="3170099"/>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500" dirty="0">
              <a:solidFill>
                <a:srgbClr val="C00000"/>
              </a:solidFill>
            </a:endParaRPr>
          </a:p>
          <a:p>
            <a:pPr algn="just"/>
            <a:r>
              <a:rPr lang="es-MX" sz="1200" b="1" dirty="0"/>
              <a:t>PORTAFOLIO Y MANEJO DE OBJECIONES:</a:t>
            </a:r>
          </a:p>
          <a:p>
            <a:pPr marL="742950" lvl="1" indent="-285750" algn="just">
              <a:buFont typeface="Arial" panose="020B0604020202020204" pitchFamily="34" charset="0"/>
              <a:buChar char="•"/>
            </a:pPr>
            <a:r>
              <a:rPr lang="es-MX" sz="1200" dirty="0"/>
              <a:t>Se debe ofrecer el portafolio de productos secos, húmedos snack u otros. * Comunicar beneficios y atributos de producto. </a:t>
            </a:r>
          </a:p>
          <a:p>
            <a:pPr marL="742950" lvl="1" indent="-285750" algn="just">
              <a:buFont typeface="Arial" panose="020B0604020202020204" pitchFamily="34" charset="0"/>
              <a:buChar char="•"/>
            </a:pPr>
            <a:r>
              <a:rPr lang="es-MX" sz="1200" dirty="0"/>
              <a:t>Capacidad de atención a objeciones del mystery shopper ofreciendo los productos en orden de segmentación.</a:t>
            </a:r>
          </a:p>
          <a:p>
            <a:pPr marL="742950" lvl="1" indent="-285750" algn="just">
              <a:buFont typeface="Arial" panose="020B0604020202020204" pitchFamily="34" charset="0"/>
              <a:buChar char="•"/>
            </a:pPr>
            <a:r>
              <a:rPr lang="es-MX" sz="1200" u="sng" dirty="0"/>
              <a:t>Especializado:</a:t>
            </a:r>
            <a:r>
              <a:rPr lang="es-MX" sz="1200" dirty="0"/>
              <a:t> Comunica la actividad PRO PLAN y frente a objeción ofrecimiento de Marca Excellent.</a:t>
            </a:r>
          </a:p>
          <a:p>
            <a:pPr marL="742950" lvl="1" indent="-285750" algn="just">
              <a:buFont typeface="Arial" panose="020B0604020202020204" pitchFamily="34" charset="0"/>
              <a:buChar char="•"/>
            </a:pPr>
            <a:r>
              <a:rPr lang="es-MX" sz="1200" u="sng" dirty="0"/>
              <a:t>Moderno</a:t>
            </a:r>
            <a:r>
              <a:rPr lang="es-MX" sz="1200" dirty="0"/>
              <a:t>: Ofrecimiento de Purina </a:t>
            </a:r>
            <a:r>
              <a:rPr lang="es-MX" sz="1200" dirty="0" err="1"/>
              <a:t>One</a:t>
            </a:r>
            <a:r>
              <a:rPr lang="es-MX" sz="1200" dirty="0"/>
              <a:t>, mención de los resultados en 28 dias, menciona que tiene carne de verdad, producto natural y variedades,.</a:t>
            </a:r>
          </a:p>
          <a:p>
            <a:pPr lvl="1" algn="just"/>
            <a:r>
              <a:rPr lang="es-MX" sz="1200" b="1" dirty="0"/>
              <a:t>ABORDAJE: </a:t>
            </a:r>
            <a:r>
              <a:rPr lang="es-MX" sz="1200" dirty="0"/>
              <a:t>Se debe realizar un abordaje proactivo en pdv (inferior a 3 min) </a:t>
            </a:r>
          </a:p>
          <a:p>
            <a:pPr algn="just"/>
            <a:endParaRPr lang="es-MX" sz="500" dirty="0"/>
          </a:p>
          <a:p>
            <a:pPr algn="just"/>
            <a:r>
              <a:rPr lang="es-MX" sz="1200" b="1" dirty="0"/>
              <a:t>HORARIO: </a:t>
            </a:r>
            <a:r>
              <a:rPr lang="es-MX" sz="1200" dirty="0"/>
              <a:t>El asesor debe estar presente en pdv en los turnos compartidos por malla horaria. </a:t>
            </a:r>
          </a:p>
          <a:p>
            <a:pPr algn="just"/>
            <a:endParaRPr lang="es-MX" sz="500" dirty="0"/>
          </a:p>
          <a:p>
            <a:pPr algn="just"/>
            <a:r>
              <a:rPr lang="es-MX" sz="1200" b="1" dirty="0"/>
              <a:t>LABOR DE VENTA:</a:t>
            </a:r>
            <a:r>
              <a:rPr lang="es-MX" sz="1200" dirty="0"/>
              <a:t> El asesor debe realizar un </a:t>
            </a:r>
            <a:r>
              <a:rPr lang="es-MX" sz="1200" dirty="0" err="1"/>
              <a:t>speech</a:t>
            </a:r>
            <a:r>
              <a:rPr lang="es-MX" sz="1200" dirty="0"/>
              <a:t> que incentive la compra de producto al mystery shopper. </a:t>
            </a:r>
          </a:p>
          <a:p>
            <a:pPr algn="just"/>
            <a:endParaRPr lang="es-MX" sz="5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2" name="Imagen 1">
            <a:extLst>
              <a:ext uri="{FF2B5EF4-FFF2-40B4-BE49-F238E27FC236}">
                <a16:creationId xmlns:a16="http://schemas.microsoft.com/office/drawing/2014/main" id="{D8108212-338F-F130-5DF0-136E0231198D}"/>
              </a:ext>
            </a:extLst>
          </p:cNvPr>
          <p:cNvPicPr>
            <a:picLocks noChangeAspect="1"/>
          </p:cNvPicPr>
          <p:nvPr/>
        </p:nvPicPr>
        <p:blipFill>
          <a:blip r:embed="rId3">
            <a:biLevel thresh="75000"/>
          </a:blip>
          <a:stretch>
            <a:fillRect/>
          </a:stretch>
        </p:blipFill>
        <p:spPr>
          <a:xfrm>
            <a:off x="396360" y="2234428"/>
            <a:ext cx="463336" cy="463336"/>
          </a:xfrm>
          <a:prstGeom prst="rect">
            <a:avLst/>
          </a:prstGeom>
        </p:spPr>
      </p:pic>
      <p:sp>
        <p:nvSpPr>
          <p:cNvPr id="3" name="CuadroTexto 2">
            <a:extLst>
              <a:ext uri="{FF2B5EF4-FFF2-40B4-BE49-F238E27FC236}">
                <a16:creationId xmlns:a16="http://schemas.microsoft.com/office/drawing/2014/main" id="{1766130D-C1FE-B8C9-11B3-D53624FC41EB}"/>
              </a:ext>
            </a:extLst>
          </p:cNvPr>
          <p:cNvSpPr txBox="1"/>
          <p:nvPr/>
        </p:nvSpPr>
        <p:spPr>
          <a:xfrm>
            <a:off x="884513" y="2215300"/>
            <a:ext cx="1613504" cy="584775"/>
          </a:xfrm>
          <a:prstGeom prst="rect">
            <a:avLst/>
          </a:prstGeom>
          <a:noFill/>
        </p:spPr>
        <p:txBody>
          <a:bodyPr wrap="square" rtlCol="0">
            <a:spAutoFit/>
          </a:bodyPr>
          <a:lstStyle/>
          <a:p>
            <a:r>
              <a:rPr lang="es-MX" sz="1600" dirty="0">
                <a:solidFill>
                  <a:schemeClr val="bg1"/>
                </a:solidFill>
              </a:rPr>
              <a:t> 2 Mystery</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F9564634-75F9-4081-C030-4E3BC9DFE65C}"/>
              </a:ext>
            </a:extLst>
          </p:cNvPr>
          <p:cNvPicPr>
            <a:picLocks noChangeAspect="1"/>
          </p:cNvPicPr>
          <p:nvPr/>
        </p:nvPicPr>
        <p:blipFill>
          <a:blip r:embed="rId3">
            <a:biLevel thresh="75000"/>
          </a:blip>
          <a:stretch>
            <a:fillRect/>
          </a:stretch>
        </p:blipFill>
        <p:spPr>
          <a:xfrm>
            <a:off x="371543" y="3155740"/>
            <a:ext cx="463336" cy="463336"/>
          </a:xfrm>
          <a:prstGeom prst="rect">
            <a:avLst/>
          </a:prstGeom>
        </p:spPr>
      </p:pic>
      <p:sp>
        <p:nvSpPr>
          <p:cNvPr id="9" name="CuadroTexto 8">
            <a:extLst>
              <a:ext uri="{FF2B5EF4-FFF2-40B4-BE49-F238E27FC236}">
                <a16:creationId xmlns:a16="http://schemas.microsoft.com/office/drawing/2014/main" id="{93BF6B04-47FB-46D1-6390-2C9DA7827E82}"/>
              </a:ext>
            </a:extLst>
          </p:cNvPr>
          <p:cNvSpPr txBox="1"/>
          <p:nvPr/>
        </p:nvSpPr>
        <p:spPr>
          <a:xfrm>
            <a:off x="859696" y="3136612"/>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Medellín</a:t>
            </a:r>
            <a:endParaRPr lang="es-CO" sz="1600" b="1" dirty="0">
              <a:solidFill>
                <a:schemeClr val="bg1"/>
              </a:solidFill>
            </a:endParaRPr>
          </a:p>
        </p:txBody>
      </p:sp>
      <p:pic>
        <p:nvPicPr>
          <p:cNvPr id="11" name="Imagen 10">
            <a:extLst>
              <a:ext uri="{FF2B5EF4-FFF2-40B4-BE49-F238E27FC236}">
                <a16:creationId xmlns:a16="http://schemas.microsoft.com/office/drawing/2014/main" id="{95F441DE-423B-A34D-F752-7A9FDA3E60CB}"/>
              </a:ext>
            </a:extLst>
          </p:cNvPr>
          <p:cNvPicPr>
            <a:picLocks noChangeAspect="1"/>
          </p:cNvPicPr>
          <p:nvPr/>
        </p:nvPicPr>
        <p:blipFill>
          <a:blip r:embed="rId3">
            <a:biLevel thresh="75000"/>
          </a:blip>
          <a:stretch>
            <a:fillRect/>
          </a:stretch>
        </p:blipFill>
        <p:spPr>
          <a:xfrm>
            <a:off x="346726" y="4198491"/>
            <a:ext cx="463336" cy="463336"/>
          </a:xfrm>
          <a:prstGeom prst="rect">
            <a:avLst/>
          </a:prstGeom>
        </p:spPr>
      </p:pic>
      <p:sp>
        <p:nvSpPr>
          <p:cNvPr id="12" name="CuadroTexto 11">
            <a:extLst>
              <a:ext uri="{FF2B5EF4-FFF2-40B4-BE49-F238E27FC236}">
                <a16:creationId xmlns:a16="http://schemas.microsoft.com/office/drawing/2014/main" id="{B212B304-DE28-710D-590C-0138E2CAD040}"/>
              </a:ext>
            </a:extLst>
          </p:cNvPr>
          <p:cNvSpPr txBox="1"/>
          <p:nvPr/>
        </p:nvSpPr>
        <p:spPr>
          <a:xfrm>
            <a:off x="834879" y="4179363"/>
            <a:ext cx="1613504" cy="584775"/>
          </a:xfrm>
          <a:prstGeom prst="rect">
            <a:avLst/>
          </a:prstGeom>
          <a:noFill/>
        </p:spPr>
        <p:txBody>
          <a:bodyPr wrap="square" rtlCol="0">
            <a:spAutoFit/>
          </a:bodyPr>
          <a:lstStyle/>
          <a:p>
            <a:r>
              <a:rPr lang="es-MX" sz="1600" dirty="0">
                <a:solidFill>
                  <a:schemeClr val="bg1"/>
                </a:solidFill>
              </a:rPr>
              <a:t>6 Mystery</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1CB4B897-BD9D-FD79-10CF-D6D3A0F7011C}"/>
              </a:ext>
            </a:extLst>
          </p:cNvPr>
          <p:cNvPicPr>
            <a:picLocks noChangeAspect="1"/>
          </p:cNvPicPr>
          <p:nvPr/>
        </p:nvPicPr>
        <p:blipFill>
          <a:blip r:embed="rId4"/>
          <a:stretch>
            <a:fillRect/>
          </a:stretch>
        </p:blipFill>
        <p:spPr>
          <a:xfrm>
            <a:off x="4991340" y="1665366"/>
            <a:ext cx="3794721" cy="1490374"/>
          </a:xfrm>
          <a:prstGeom prst="rect">
            <a:avLst/>
          </a:prstGeom>
        </p:spPr>
      </p:pic>
      <p:pic>
        <p:nvPicPr>
          <p:cNvPr id="6" name="Imagen 5">
            <a:extLst>
              <a:ext uri="{FF2B5EF4-FFF2-40B4-BE49-F238E27FC236}">
                <a16:creationId xmlns:a16="http://schemas.microsoft.com/office/drawing/2014/main" id="{768C5AF0-168D-D76C-3583-2098A5726F6B}"/>
              </a:ext>
            </a:extLst>
          </p:cNvPr>
          <p:cNvPicPr>
            <a:picLocks noChangeAspect="1"/>
          </p:cNvPicPr>
          <p:nvPr/>
        </p:nvPicPr>
        <p:blipFill>
          <a:blip r:embed="rId3">
            <a:biLevel thresh="75000"/>
          </a:blip>
          <a:stretch>
            <a:fillRect/>
          </a:stretch>
        </p:blipFill>
        <p:spPr>
          <a:xfrm>
            <a:off x="346726" y="5064909"/>
            <a:ext cx="463336" cy="463336"/>
          </a:xfrm>
          <a:prstGeom prst="rect">
            <a:avLst/>
          </a:prstGeom>
        </p:spPr>
      </p:pic>
      <p:sp>
        <p:nvSpPr>
          <p:cNvPr id="7" name="CuadroTexto 6">
            <a:extLst>
              <a:ext uri="{FF2B5EF4-FFF2-40B4-BE49-F238E27FC236}">
                <a16:creationId xmlns:a16="http://schemas.microsoft.com/office/drawing/2014/main" id="{2E4BF149-DD05-3CE2-EDEB-136F84DDAAAB}"/>
              </a:ext>
            </a:extLst>
          </p:cNvPr>
          <p:cNvSpPr txBox="1"/>
          <p:nvPr/>
        </p:nvSpPr>
        <p:spPr>
          <a:xfrm>
            <a:off x="834879" y="5022864"/>
            <a:ext cx="1613504" cy="584775"/>
          </a:xfrm>
          <a:prstGeom prst="rect">
            <a:avLst/>
          </a:prstGeom>
          <a:noFill/>
        </p:spPr>
        <p:txBody>
          <a:bodyPr wrap="square" rtlCol="0">
            <a:spAutoFit/>
          </a:bodyPr>
          <a:lstStyle/>
          <a:p>
            <a:r>
              <a:rPr lang="es-MX" sz="1600" dirty="0">
                <a:solidFill>
                  <a:schemeClr val="bg1"/>
                </a:solidFill>
              </a:rPr>
              <a:t>4 Mystery</a:t>
            </a:r>
          </a:p>
          <a:p>
            <a:r>
              <a:rPr lang="es-MX" sz="1600" b="1" dirty="0">
                <a:solidFill>
                  <a:schemeClr val="bg1"/>
                </a:solidFill>
              </a:rPr>
              <a:t>Barranquilla</a:t>
            </a:r>
            <a:endParaRPr lang="es-CO" sz="1600" b="1" dirty="0">
              <a:solidFill>
                <a:schemeClr val="bg1"/>
              </a:solidFill>
            </a:endParaRPr>
          </a:p>
        </p:txBody>
      </p:sp>
    </p:spTree>
    <p:extLst>
      <p:ext uri="{BB962C8B-B14F-4D97-AF65-F5344CB8AC3E}">
        <p14:creationId xmlns:p14="http://schemas.microsoft.com/office/powerpoint/2010/main" val="1408814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41188"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799146" y="925614"/>
            <a:ext cx="8652072" cy="69249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300" dirty="0"/>
              <a:t>Se logra impactar el panel propuesto de 18  pdv con 13 mystery efectivo. </a:t>
            </a:r>
          </a:p>
          <a:p>
            <a:pPr marL="285750" indent="-285750">
              <a:buFont typeface="Arial" panose="020B0604020202020204" pitchFamily="34" charset="0"/>
              <a:buChar char="•"/>
            </a:pPr>
            <a:r>
              <a:rPr lang="es-MX" sz="1300" dirty="0"/>
              <a:t>Detalle de la ejecución por ciudad de acuerdo con los objetivos propuestos:</a:t>
            </a:r>
            <a:br>
              <a:rPr lang="es-MX" sz="1300" dirty="0"/>
            </a:br>
            <a:endParaRPr lang="es-MX" sz="1300" dirty="0"/>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Junio</a:t>
            </a:r>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77350" y="3174948"/>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MYSTERY EFECTIVO</a:t>
            </a:r>
            <a:r>
              <a:rPr lang="es-MX" sz="1400" b="1" dirty="0"/>
              <a:t>: </a:t>
            </a:r>
          </a:p>
        </p:txBody>
      </p:sp>
      <p:pic>
        <p:nvPicPr>
          <p:cNvPr id="5" name="Imagen 4">
            <a:extLst>
              <a:ext uri="{FF2B5EF4-FFF2-40B4-BE49-F238E27FC236}">
                <a16:creationId xmlns:a16="http://schemas.microsoft.com/office/drawing/2014/main" id="{C709C55F-0166-B9FA-EC86-83D8E9245043}"/>
              </a:ext>
            </a:extLst>
          </p:cNvPr>
          <p:cNvPicPr>
            <a:picLocks noChangeAspect="1"/>
          </p:cNvPicPr>
          <p:nvPr/>
        </p:nvPicPr>
        <p:blipFill>
          <a:blip r:embed="rId3">
            <a:biLevel thresh="75000"/>
          </a:blip>
          <a:stretch>
            <a:fillRect/>
          </a:stretch>
        </p:blipFill>
        <p:spPr>
          <a:xfrm>
            <a:off x="396360" y="2234428"/>
            <a:ext cx="463336" cy="463336"/>
          </a:xfrm>
          <a:prstGeom prst="rect">
            <a:avLst/>
          </a:prstGeom>
        </p:spPr>
      </p:pic>
      <p:sp>
        <p:nvSpPr>
          <p:cNvPr id="10" name="CuadroTexto 9">
            <a:extLst>
              <a:ext uri="{FF2B5EF4-FFF2-40B4-BE49-F238E27FC236}">
                <a16:creationId xmlns:a16="http://schemas.microsoft.com/office/drawing/2014/main" id="{455C021E-C081-F470-1561-7A72B77C082E}"/>
              </a:ext>
            </a:extLst>
          </p:cNvPr>
          <p:cNvSpPr txBox="1"/>
          <p:nvPr/>
        </p:nvSpPr>
        <p:spPr>
          <a:xfrm>
            <a:off x="884513" y="2215300"/>
            <a:ext cx="1613504" cy="584775"/>
          </a:xfrm>
          <a:prstGeom prst="rect">
            <a:avLst/>
          </a:prstGeom>
          <a:noFill/>
        </p:spPr>
        <p:txBody>
          <a:bodyPr wrap="square" rtlCol="0">
            <a:spAutoFit/>
          </a:bodyPr>
          <a:lstStyle/>
          <a:p>
            <a:r>
              <a:rPr lang="es-MX" sz="1600" dirty="0">
                <a:solidFill>
                  <a:schemeClr val="bg1"/>
                </a:solidFill>
              </a:rPr>
              <a:t>2 Mystery</a:t>
            </a:r>
          </a:p>
          <a:p>
            <a:r>
              <a:rPr lang="es-MX" sz="1600" b="1" dirty="0">
                <a:solidFill>
                  <a:schemeClr val="bg1"/>
                </a:solidFill>
              </a:rPr>
              <a:t>Cali</a:t>
            </a:r>
            <a:endParaRPr lang="es-CO" sz="1600" b="1" dirty="0">
              <a:solidFill>
                <a:schemeClr val="bg1"/>
              </a:solidFill>
            </a:endParaRPr>
          </a:p>
        </p:txBody>
      </p:sp>
      <p:pic>
        <p:nvPicPr>
          <p:cNvPr id="14" name="Imagen 13">
            <a:extLst>
              <a:ext uri="{FF2B5EF4-FFF2-40B4-BE49-F238E27FC236}">
                <a16:creationId xmlns:a16="http://schemas.microsoft.com/office/drawing/2014/main" id="{A8473A83-AB6C-CC2E-2439-8AB2F9612257}"/>
              </a:ext>
            </a:extLst>
          </p:cNvPr>
          <p:cNvPicPr>
            <a:picLocks noChangeAspect="1"/>
          </p:cNvPicPr>
          <p:nvPr/>
        </p:nvPicPr>
        <p:blipFill>
          <a:blip r:embed="rId3">
            <a:biLevel thresh="75000"/>
          </a:blip>
          <a:stretch>
            <a:fillRect/>
          </a:stretch>
        </p:blipFill>
        <p:spPr>
          <a:xfrm>
            <a:off x="371543" y="3155740"/>
            <a:ext cx="463336" cy="463336"/>
          </a:xfrm>
          <a:prstGeom prst="rect">
            <a:avLst/>
          </a:prstGeom>
        </p:spPr>
      </p:pic>
      <p:sp>
        <p:nvSpPr>
          <p:cNvPr id="18" name="CuadroTexto 17">
            <a:extLst>
              <a:ext uri="{FF2B5EF4-FFF2-40B4-BE49-F238E27FC236}">
                <a16:creationId xmlns:a16="http://schemas.microsoft.com/office/drawing/2014/main" id="{12E3D6B0-A00A-E70F-93B8-155EDCA8A27A}"/>
              </a:ext>
            </a:extLst>
          </p:cNvPr>
          <p:cNvSpPr txBox="1"/>
          <p:nvPr/>
        </p:nvSpPr>
        <p:spPr>
          <a:xfrm>
            <a:off x="859696" y="3136612"/>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Medellín</a:t>
            </a:r>
            <a:endParaRPr lang="es-CO" sz="1600" b="1" dirty="0">
              <a:solidFill>
                <a:schemeClr val="bg1"/>
              </a:solidFill>
            </a:endParaRPr>
          </a:p>
        </p:txBody>
      </p:sp>
      <p:pic>
        <p:nvPicPr>
          <p:cNvPr id="19" name="Imagen 18">
            <a:extLst>
              <a:ext uri="{FF2B5EF4-FFF2-40B4-BE49-F238E27FC236}">
                <a16:creationId xmlns:a16="http://schemas.microsoft.com/office/drawing/2014/main" id="{641EBE12-80C7-75F8-17A7-C97EE37AA40A}"/>
              </a:ext>
            </a:extLst>
          </p:cNvPr>
          <p:cNvPicPr>
            <a:picLocks noChangeAspect="1"/>
          </p:cNvPicPr>
          <p:nvPr/>
        </p:nvPicPr>
        <p:blipFill>
          <a:blip r:embed="rId3">
            <a:biLevel thresh="75000"/>
          </a:blip>
          <a:stretch>
            <a:fillRect/>
          </a:stretch>
        </p:blipFill>
        <p:spPr>
          <a:xfrm>
            <a:off x="346726" y="4198491"/>
            <a:ext cx="463336" cy="463336"/>
          </a:xfrm>
          <a:prstGeom prst="rect">
            <a:avLst/>
          </a:prstGeom>
        </p:spPr>
      </p:pic>
      <p:sp>
        <p:nvSpPr>
          <p:cNvPr id="22" name="CuadroTexto 21">
            <a:extLst>
              <a:ext uri="{FF2B5EF4-FFF2-40B4-BE49-F238E27FC236}">
                <a16:creationId xmlns:a16="http://schemas.microsoft.com/office/drawing/2014/main" id="{D5B6787F-8ADF-7197-8419-53AB256C2BC6}"/>
              </a:ext>
            </a:extLst>
          </p:cNvPr>
          <p:cNvSpPr txBox="1"/>
          <p:nvPr/>
        </p:nvSpPr>
        <p:spPr>
          <a:xfrm>
            <a:off x="834879" y="4179363"/>
            <a:ext cx="1613504" cy="584775"/>
          </a:xfrm>
          <a:prstGeom prst="rect">
            <a:avLst/>
          </a:prstGeom>
          <a:noFill/>
        </p:spPr>
        <p:txBody>
          <a:bodyPr wrap="square" rtlCol="0">
            <a:spAutoFit/>
          </a:bodyPr>
          <a:lstStyle/>
          <a:p>
            <a:r>
              <a:rPr lang="es-MX" sz="1600" dirty="0">
                <a:solidFill>
                  <a:schemeClr val="bg1"/>
                </a:solidFill>
              </a:rPr>
              <a:t>6 Mystery</a:t>
            </a:r>
          </a:p>
          <a:p>
            <a:r>
              <a:rPr lang="es-MX" sz="1600" b="1" dirty="0">
                <a:solidFill>
                  <a:schemeClr val="bg1"/>
                </a:solidFill>
              </a:rPr>
              <a:t>Bogotá</a:t>
            </a:r>
            <a:endParaRPr lang="es-CO" sz="1600" b="1" dirty="0">
              <a:solidFill>
                <a:schemeClr val="bg1"/>
              </a:solidFill>
            </a:endParaRPr>
          </a:p>
        </p:txBody>
      </p:sp>
      <p:pic>
        <p:nvPicPr>
          <p:cNvPr id="23" name="Imagen 22">
            <a:extLst>
              <a:ext uri="{FF2B5EF4-FFF2-40B4-BE49-F238E27FC236}">
                <a16:creationId xmlns:a16="http://schemas.microsoft.com/office/drawing/2014/main" id="{59C38FF5-B202-95E4-AD2F-E73B8F48C9F7}"/>
              </a:ext>
            </a:extLst>
          </p:cNvPr>
          <p:cNvPicPr>
            <a:picLocks noChangeAspect="1"/>
          </p:cNvPicPr>
          <p:nvPr/>
        </p:nvPicPr>
        <p:blipFill>
          <a:blip r:embed="rId3">
            <a:biLevel thresh="75000"/>
          </a:blip>
          <a:stretch>
            <a:fillRect/>
          </a:stretch>
        </p:blipFill>
        <p:spPr>
          <a:xfrm>
            <a:off x="346726" y="5064909"/>
            <a:ext cx="463336" cy="463336"/>
          </a:xfrm>
          <a:prstGeom prst="rect">
            <a:avLst/>
          </a:prstGeom>
        </p:spPr>
      </p:pic>
      <p:sp>
        <p:nvSpPr>
          <p:cNvPr id="24" name="CuadroTexto 23">
            <a:extLst>
              <a:ext uri="{FF2B5EF4-FFF2-40B4-BE49-F238E27FC236}">
                <a16:creationId xmlns:a16="http://schemas.microsoft.com/office/drawing/2014/main" id="{6EBCA8F0-41A7-36C1-4588-E417E68D56B2}"/>
              </a:ext>
            </a:extLst>
          </p:cNvPr>
          <p:cNvSpPr txBox="1"/>
          <p:nvPr/>
        </p:nvSpPr>
        <p:spPr>
          <a:xfrm>
            <a:off x="834879" y="5022864"/>
            <a:ext cx="1613504" cy="584775"/>
          </a:xfrm>
          <a:prstGeom prst="rect">
            <a:avLst/>
          </a:prstGeom>
          <a:noFill/>
        </p:spPr>
        <p:txBody>
          <a:bodyPr wrap="square" rtlCol="0">
            <a:spAutoFit/>
          </a:bodyPr>
          <a:lstStyle/>
          <a:p>
            <a:r>
              <a:rPr lang="es-MX" sz="1600" dirty="0">
                <a:solidFill>
                  <a:schemeClr val="bg1"/>
                </a:solidFill>
              </a:rPr>
              <a:t>4 Mystery</a:t>
            </a:r>
          </a:p>
          <a:p>
            <a:r>
              <a:rPr lang="es-MX" sz="1600" b="1" dirty="0">
                <a:solidFill>
                  <a:schemeClr val="bg1"/>
                </a:solidFill>
              </a:rPr>
              <a:t>Barranquilla</a:t>
            </a:r>
            <a:endParaRPr lang="es-CO" sz="1600" b="1" dirty="0">
              <a:solidFill>
                <a:schemeClr val="bg1"/>
              </a:solidFill>
            </a:endParaRPr>
          </a:p>
        </p:txBody>
      </p:sp>
      <p:pic>
        <p:nvPicPr>
          <p:cNvPr id="2" name="Imagen 1">
            <a:extLst>
              <a:ext uri="{FF2B5EF4-FFF2-40B4-BE49-F238E27FC236}">
                <a16:creationId xmlns:a16="http://schemas.microsoft.com/office/drawing/2014/main" id="{317F513D-DDF5-A480-CC5C-187E488AE7B3}"/>
              </a:ext>
            </a:extLst>
          </p:cNvPr>
          <p:cNvPicPr>
            <a:picLocks noChangeAspect="1"/>
          </p:cNvPicPr>
          <p:nvPr/>
        </p:nvPicPr>
        <p:blipFill>
          <a:blip r:embed="rId4"/>
          <a:stretch>
            <a:fillRect/>
          </a:stretch>
        </p:blipFill>
        <p:spPr>
          <a:xfrm>
            <a:off x="2855293" y="1344665"/>
            <a:ext cx="8759733" cy="1629956"/>
          </a:xfrm>
          <a:prstGeom prst="rect">
            <a:avLst/>
          </a:prstGeom>
        </p:spPr>
      </p:pic>
      <p:pic>
        <p:nvPicPr>
          <p:cNvPr id="6" name="Imagen 5">
            <a:extLst>
              <a:ext uri="{FF2B5EF4-FFF2-40B4-BE49-F238E27FC236}">
                <a16:creationId xmlns:a16="http://schemas.microsoft.com/office/drawing/2014/main" id="{B4B65B49-26A7-5B2B-431E-4EDCABBF836D}"/>
              </a:ext>
            </a:extLst>
          </p:cNvPr>
          <p:cNvPicPr>
            <a:picLocks noChangeAspect="1"/>
          </p:cNvPicPr>
          <p:nvPr/>
        </p:nvPicPr>
        <p:blipFill>
          <a:blip r:embed="rId5"/>
          <a:stretch>
            <a:fillRect/>
          </a:stretch>
        </p:blipFill>
        <p:spPr>
          <a:xfrm>
            <a:off x="2877349" y="3683052"/>
            <a:ext cx="8759733" cy="2116714"/>
          </a:xfrm>
          <a:prstGeom prst="rect">
            <a:avLst/>
          </a:prstGeom>
        </p:spPr>
      </p:pic>
    </p:spTree>
    <p:extLst>
      <p:ext uri="{BB962C8B-B14F-4D97-AF65-F5344CB8AC3E}">
        <p14:creationId xmlns:p14="http://schemas.microsoft.com/office/powerpoint/2010/main" val="342973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3BB59-6F95-ACA7-F6A3-03A90C64BAA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BDAD8D4D-92EC-8251-7521-7AC3DDA41FB1}"/>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B10D5AC-69E4-6545-8A99-0D431BC41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089861"/>
            <a:ext cx="2560659" cy="485171"/>
          </a:xfrm>
          <a:prstGeom prst="rect">
            <a:avLst/>
          </a:prstGeom>
        </p:spPr>
      </p:pic>
      <p:cxnSp>
        <p:nvCxnSpPr>
          <p:cNvPr id="20" name="Conector recto 19">
            <a:extLst>
              <a:ext uri="{FF2B5EF4-FFF2-40B4-BE49-F238E27FC236}">
                <a16:creationId xmlns:a16="http://schemas.microsoft.com/office/drawing/2014/main" id="{83CF6D08-E4E3-66F9-5889-B4502399B48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6" name="CuadroTexto 25">
            <a:extLst>
              <a:ext uri="{FF2B5EF4-FFF2-40B4-BE49-F238E27FC236}">
                <a16:creationId xmlns:a16="http://schemas.microsoft.com/office/drawing/2014/main" id="{34B3AD1F-D607-BE1B-3508-F6F4A2648F08}"/>
              </a:ext>
            </a:extLst>
          </p:cNvPr>
          <p:cNvSpPr txBox="1"/>
          <p:nvPr/>
        </p:nvSpPr>
        <p:spPr>
          <a:xfrm>
            <a:off x="2836378" y="117647"/>
            <a:ext cx="4288100" cy="707886"/>
          </a:xfrm>
          <a:prstGeom prst="rect">
            <a:avLst/>
          </a:prstGeom>
          <a:noFill/>
        </p:spPr>
        <p:txBody>
          <a:bodyPr wrap="square" rtlCol="0">
            <a:spAutoFit/>
          </a:bodyPr>
          <a:lstStyle/>
          <a:p>
            <a:r>
              <a:rPr lang="es-MX" sz="2000" b="1" dirty="0"/>
              <a:t>INFORME DE IMPULSO </a:t>
            </a:r>
          </a:p>
          <a:p>
            <a:r>
              <a:rPr lang="es-MX" sz="2000" b="1" dirty="0"/>
              <a:t>Abril 2025</a:t>
            </a:r>
            <a:endParaRPr lang="es-CO" dirty="0"/>
          </a:p>
        </p:txBody>
      </p:sp>
      <p:pic>
        <p:nvPicPr>
          <p:cNvPr id="14" name="Imagen 13">
            <a:extLst>
              <a:ext uri="{FF2B5EF4-FFF2-40B4-BE49-F238E27FC236}">
                <a16:creationId xmlns:a16="http://schemas.microsoft.com/office/drawing/2014/main" id="{1FA6177B-1C8F-77AF-0EEC-FF31C73A60BB}"/>
              </a:ext>
            </a:extLst>
          </p:cNvPr>
          <p:cNvPicPr>
            <a:picLocks noChangeAspect="1"/>
          </p:cNvPicPr>
          <p:nvPr/>
        </p:nvPicPr>
        <p:blipFill>
          <a:blip r:embed="rId3">
            <a:biLevel thresh="75000"/>
          </a:blip>
          <a:stretch>
            <a:fillRect/>
          </a:stretch>
        </p:blipFill>
        <p:spPr>
          <a:xfrm>
            <a:off x="4270230" y="1834967"/>
            <a:ext cx="1000316" cy="1000316"/>
          </a:xfrm>
          <a:prstGeom prst="rect">
            <a:avLst/>
          </a:prstGeom>
        </p:spPr>
      </p:pic>
      <p:sp>
        <p:nvSpPr>
          <p:cNvPr id="2" name="CuadroTexto 1">
            <a:extLst>
              <a:ext uri="{FF2B5EF4-FFF2-40B4-BE49-F238E27FC236}">
                <a16:creationId xmlns:a16="http://schemas.microsoft.com/office/drawing/2014/main" id="{D741CCE3-A2F0-C75B-2695-53F2C71ABBFC}"/>
              </a:ext>
            </a:extLst>
          </p:cNvPr>
          <p:cNvSpPr txBox="1"/>
          <p:nvPr/>
        </p:nvSpPr>
        <p:spPr>
          <a:xfrm>
            <a:off x="5672783" y="2042737"/>
            <a:ext cx="1814327" cy="646331"/>
          </a:xfrm>
          <a:prstGeom prst="rect">
            <a:avLst/>
          </a:prstGeom>
          <a:noFill/>
        </p:spPr>
        <p:txBody>
          <a:bodyPr wrap="square" lIns="91440" tIns="45720" rIns="91440" bIns="45720" rtlCol="0" anchor="t">
            <a:spAutoFit/>
          </a:bodyPr>
          <a:lstStyle/>
          <a:p>
            <a:r>
              <a:rPr lang="es-MX" dirty="0"/>
              <a:t> 18 PDV VISITADOS</a:t>
            </a:r>
            <a:endParaRPr lang="es-CO" b="1" dirty="0"/>
          </a:p>
        </p:txBody>
      </p:sp>
      <p:pic>
        <p:nvPicPr>
          <p:cNvPr id="3" name="Imagen 2">
            <a:extLst>
              <a:ext uri="{FF2B5EF4-FFF2-40B4-BE49-F238E27FC236}">
                <a16:creationId xmlns:a16="http://schemas.microsoft.com/office/drawing/2014/main" id="{C4546795-832D-6F06-1FD6-114603C8D61B}"/>
              </a:ext>
            </a:extLst>
          </p:cNvPr>
          <p:cNvPicPr>
            <a:picLocks noChangeAspect="1"/>
          </p:cNvPicPr>
          <p:nvPr/>
        </p:nvPicPr>
        <p:blipFill>
          <a:blip r:embed="rId4">
            <a:grayscl/>
          </a:blip>
          <a:stretch>
            <a:fillRect/>
          </a:stretch>
        </p:blipFill>
        <p:spPr>
          <a:xfrm>
            <a:off x="4320514" y="3245922"/>
            <a:ext cx="1080966" cy="836879"/>
          </a:xfrm>
          <a:prstGeom prst="rect">
            <a:avLst/>
          </a:prstGeom>
        </p:spPr>
      </p:pic>
      <p:sp>
        <p:nvSpPr>
          <p:cNvPr id="5" name="CuadroTexto 4">
            <a:extLst>
              <a:ext uri="{FF2B5EF4-FFF2-40B4-BE49-F238E27FC236}">
                <a16:creationId xmlns:a16="http://schemas.microsoft.com/office/drawing/2014/main" id="{4F47B6CB-1FFF-E256-3B60-80F96E2E701A}"/>
              </a:ext>
            </a:extLst>
          </p:cNvPr>
          <p:cNvSpPr txBox="1"/>
          <p:nvPr/>
        </p:nvSpPr>
        <p:spPr>
          <a:xfrm>
            <a:off x="5672783" y="3341197"/>
            <a:ext cx="1814327" cy="923330"/>
          </a:xfrm>
          <a:prstGeom prst="rect">
            <a:avLst/>
          </a:prstGeom>
          <a:noFill/>
        </p:spPr>
        <p:txBody>
          <a:bodyPr wrap="square" lIns="91440" tIns="45720" rIns="91440" bIns="45720" rtlCol="0" anchor="t">
            <a:spAutoFit/>
          </a:bodyPr>
          <a:lstStyle/>
          <a:p>
            <a:r>
              <a:rPr lang="es-MX" dirty="0"/>
              <a:t>18 PDV EJECUTADOS EFECTIVOS</a:t>
            </a:r>
            <a:endParaRPr lang="es-CO" b="1" dirty="0"/>
          </a:p>
        </p:txBody>
      </p:sp>
      <p:pic>
        <p:nvPicPr>
          <p:cNvPr id="6" name="Imagen 5">
            <a:extLst>
              <a:ext uri="{FF2B5EF4-FFF2-40B4-BE49-F238E27FC236}">
                <a16:creationId xmlns:a16="http://schemas.microsoft.com/office/drawing/2014/main" id="{5006051F-E137-C87F-D99B-899CB47D7F8C}"/>
              </a:ext>
            </a:extLst>
          </p:cNvPr>
          <p:cNvPicPr>
            <a:picLocks noChangeAspect="1"/>
          </p:cNvPicPr>
          <p:nvPr/>
        </p:nvPicPr>
        <p:blipFill>
          <a:blip r:embed="rId5">
            <a:grayscl/>
          </a:blip>
          <a:stretch>
            <a:fillRect/>
          </a:stretch>
        </p:blipFill>
        <p:spPr>
          <a:xfrm>
            <a:off x="7758413" y="3034880"/>
            <a:ext cx="1262184" cy="1262184"/>
          </a:xfrm>
          <a:prstGeom prst="rect">
            <a:avLst/>
          </a:prstGeom>
        </p:spPr>
      </p:pic>
      <p:sp>
        <p:nvSpPr>
          <p:cNvPr id="32" name="CuadroTexto 31">
            <a:extLst>
              <a:ext uri="{FF2B5EF4-FFF2-40B4-BE49-F238E27FC236}">
                <a16:creationId xmlns:a16="http://schemas.microsoft.com/office/drawing/2014/main" id="{65CF82E9-803D-78A7-6EE6-D761E7236721}"/>
              </a:ext>
            </a:extLst>
          </p:cNvPr>
          <p:cNvSpPr txBox="1"/>
          <p:nvPr/>
        </p:nvSpPr>
        <p:spPr>
          <a:xfrm>
            <a:off x="4397744" y="4723368"/>
            <a:ext cx="926505" cy="461665"/>
          </a:xfrm>
          <a:prstGeom prst="rect">
            <a:avLst/>
          </a:prstGeom>
          <a:noFill/>
        </p:spPr>
        <p:txBody>
          <a:bodyPr wrap="square" lIns="91440" tIns="45720" rIns="91440" bIns="45720" rtlCol="0" anchor="t">
            <a:spAutoFit/>
          </a:bodyPr>
          <a:lstStyle/>
          <a:p>
            <a:r>
              <a:rPr lang="es-MX" sz="2400" b="1" dirty="0">
                <a:latin typeface="Franklin Gothic Demi"/>
              </a:rPr>
              <a:t>86%</a:t>
            </a:r>
          </a:p>
        </p:txBody>
      </p:sp>
      <p:sp>
        <p:nvSpPr>
          <p:cNvPr id="34" name="CuadroTexto 33">
            <a:extLst>
              <a:ext uri="{FF2B5EF4-FFF2-40B4-BE49-F238E27FC236}">
                <a16:creationId xmlns:a16="http://schemas.microsoft.com/office/drawing/2014/main" id="{E5EFF196-6B09-2BA0-10C6-A9CA97CECD06}"/>
              </a:ext>
            </a:extLst>
          </p:cNvPr>
          <p:cNvSpPr txBox="1"/>
          <p:nvPr/>
        </p:nvSpPr>
        <p:spPr>
          <a:xfrm>
            <a:off x="5672783" y="4538702"/>
            <a:ext cx="1964026" cy="923330"/>
          </a:xfrm>
          <a:prstGeom prst="rect">
            <a:avLst/>
          </a:prstGeom>
          <a:noFill/>
        </p:spPr>
        <p:txBody>
          <a:bodyPr wrap="square" rtlCol="0">
            <a:spAutoFit/>
          </a:bodyPr>
          <a:lstStyle/>
          <a:p>
            <a:r>
              <a:rPr lang="es-MX" dirty="0"/>
              <a:t>CALIFICACION CIERRE MYSTERY</a:t>
            </a:r>
            <a:br>
              <a:rPr lang="es-MX" dirty="0"/>
            </a:br>
            <a:endParaRPr lang="es-CO" b="1" dirty="0"/>
          </a:p>
        </p:txBody>
      </p:sp>
      <p:sp>
        <p:nvSpPr>
          <p:cNvPr id="35" name="CuadroTexto 34">
            <a:extLst>
              <a:ext uri="{FF2B5EF4-FFF2-40B4-BE49-F238E27FC236}">
                <a16:creationId xmlns:a16="http://schemas.microsoft.com/office/drawing/2014/main" id="{6B7CC1DA-AA9D-2D01-25C7-BAC063BC4F53}"/>
              </a:ext>
            </a:extLst>
          </p:cNvPr>
          <p:cNvSpPr txBox="1"/>
          <p:nvPr/>
        </p:nvSpPr>
        <p:spPr>
          <a:xfrm>
            <a:off x="9183985" y="3202696"/>
            <a:ext cx="1964026" cy="923330"/>
          </a:xfrm>
          <a:prstGeom prst="rect">
            <a:avLst/>
          </a:prstGeom>
          <a:noFill/>
        </p:spPr>
        <p:txBody>
          <a:bodyPr wrap="square" lIns="91440" tIns="45720" rIns="91440" bIns="45720" rtlCol="0" anchor="t">
            <a:spAutoFit/>
          </a:bodyPr>
          <a:lstStyle/>
          <a:p>
            <a:r>
              <a:rPr lang="es-MX" dirty="0"/>
              <a:t>13  MISTERY´S REALIZADOS EFECTIVOS</a:t>
            </a:r>
            <a:endParaRPr lang="es-CO" b="1" dirty="0"/>
          </a:p>
        </p:txBody>
      </p:sp>
      <p:graphicFrame>
        <p:nvGraphicFramePr>
          <p:cNvPr id="7" name="Gráfico 6">
            <a:extLst>
              <a:ext uri="{FF2B5EF4-FFF2-40B4-BE49-F238E27FC236}">
                <a16:creationId xmlns:a16="http://schemas.microsoft.com/office/drawing/2014/main" id="{EF6E38B5-F75F-83F3-768F-5320BC939261}"/>
              </a:ext>
            </a:extLst>
          </p:cNvPr>
          <p:cNvGraphicFramePr/>
          <p:nvPr>
            <p:extLst>
              <p:ext uri="{D42A27DB-BD31-4B8C-83A1-F6EECF244321}">
                <p14:modId xmlns:p14="http://schemas.microsoft.com/office/powerpoint/2010/main" val="1351829105"/>
              </p:ext>
            </p:extLst>
          </p:nvPr>
        </p:nvGraphicFramePr>
        <p:xfrm>
          <a:off x="3846498" y="4252495"/>
          <a:ext cx="1847779" cy="140340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58472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48E46499-D46B-C1F8-52AE-10C2A0EC5845}"/>
              </a:ext>
            </a:extLst>
          </p:cNvPr>
          <p:cNvSpPr txBox="1"/>
          <p:nvPr/>
        </p:nvSpPr>
        <p:spPr>
          <a:xfrm>
            <a:off x="2902158" y="748310"/>
            <a:ext cx="8572533" cy="492443"/>
          </a:xfrm>
          <a:prstGeom prst="rect">
            <a:avLst/>
          </a:prstGeom>
          <a:noFill/>
        </p:spPr>
        <p:txBody>
          <a:bodyPr wrap="square" lIns="91440" tIns="45720" rIns="91440" bIns="45720" rtlCol="0" anchor="t">
            <a:spAutoFit/>
          </a:bodyPr>
          <a:lstStyle/>
          <a:p>
            <a:r>
              <a:rPr lang="es-MX" sz="1300" dirty="0"/>
              <a:t>Evaluando  pdv se obtiene un resultado del Mystery de un 86 </a:t>
            </a:r>
            <a:r>
              <a:rPr lang="es-MX" sz="1300" b="1" dirty="0"/>
              <a:t>%</a:t>
            </a:r>
            <a:r>
              <a:rPr lang="es-MX" sz="1300" dirty="0"/>
              <a:t> frente a los KPIS propuestos de gestión. Donde los clúster con oportunidad esta en temas de portafolio y labor de venta. </a:t>
            </a:r>
            <a:endParaRPr lang="es-CO" sz="1300" dirty="0"/>
          </a:p>
        </p:txBody>
      </p:sp>
      <p:cxnSp>
        <p:nvCxnSpPr>
          <p:cNvPr id="9" name="Conector recto 8">
            <a:extLst>
              <a:ext uri="{FF2B5EF4-FFF2-40B4-BE49-F238E27FC236}">
                <a16:creationId xmlns:a16="http://schemas.microsoft.com/office/drawing/2014/main" id="{60612E95-AE01-9B17-0E21-5EE5B44125E7}"/>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D17A6D0F-35FB-EDAC-70F0-45EE2E8B3408}"/>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RESULTADOS OBTENIDOS</a:t>
            </a:r>
            <a:endParaRPr lang="es-CO" sz="1400" b="1"/>
          </a:p>
        </p:txBody>
      </p:sp>
      <p:sp>
        <p:nvSpPr>
          <p:cNvPr id="15" name="CuadroTexto 14">
            <a:extLst>
              <a:ext uri="{FF2B5EF4-FFF2-40B4-BE49-F238E27FC236}">
                <a16:creationId xmlns:a16="http://schemas.microsoft.com/office/drawing/2014/main" id="{A88ED2A4-2DAA-EC7D-CD02-DB70F5C1796C}"/>
              </a:ext>
            </a:extLst>
          </p:cNvPr>
          <p:cNvSpPr txBox="1"/>
          <p:nvPr/>
        </p:nvSpPr>
        <p:spPr>
          <a:xfrm>
            <a:off x="2990334" y="58315"/>
            <a:ext cx="4288100" cy="615553"/>
          </a:xfrm>
          <a:prstGeom prst="rect">
            <a:avLst/>
          </a:prstGeom>
          <a:noFill/>
        </p:spPr>
        <p:txBody>
          <a:bodyPr wrap="square" lIns="91440" tIns="45720" rIns="91440" bIns="45720" rtlCol="0" anchor="t">
            <a:spAutoFit/>
          </a:bodyPr>
          <a:lstStyle/>
          <a:p>
            <a:r>
              <a:rPr lang="es-MX" b="1" dirty="0"/>
              <a:t>MYSTERY PURINA</a:t>
            </a:r>
          </a:p>
          <a:p>
            <a:r>
              <a:rPr lang="es-MX" sz="1600" dirty="0"/>
              <a:t>Junio</a:t>
            </a:r>
            <a:endParaRPr lang="es-CO" sz="1600" dirty="0"/>
          </a:p>
        </p:txBody>
      </p:sp>
      <p:sp>
        <p:nvSpPr>
          <p:cNvPr id="16" name="CuadroTexto 15">
            <a:extLst>
              <a:ext uri="{FF2B5EF4-FFF2-40B4-BE49-F238E27FC236}">
                <a16:creationId xmlns:a16="http://schemas.microsoft.com/office/drawing/2014/main" id="{D8063B67-3175-923E-34E7-99003649E402}"/>
              </a:ext>
            </a:extLst>
          </p:cNvPr>
          <p:cNvSpPr txBox="1"/>
          <p:nvPr/>
        </p:nvSpPr>
        <p:spPr>
          <a:xfrm>
            <a:off x="707038" y="2020698"/>
            <a:ext cx="1814327" cy="584775"/>
          </a:xfrm>
          <a:prstGeom prst="rect">
            <a:avLst/>
          </a:prstGeom>
          <a:noFill/>
        </p:spPr>
        <p:txBody>
          <a:bodyPr wrap="square" lIns="91440" tIns="45720" rIns="91440" bIns="45720" rtlCol="0" anchor="t">
            <a:spAutoFit/>
          </a:bodyPr>
          <a:lstStyle/>
          <a:p>
            <a:r>
              <a:rPr lang="es-MX" sz="1600" dirty="0">
                <a:solidFill>
                  <a:schemeClr val="bg1"/>
                </a:solidFill>
              </a:rPr>
              <a:t>13 pdv evaluados</a:t>
            </a:r>
          </a:p>
          <a:p>
            <a:r>
              <a:rPr lang="es-MX" sz="1600" b="1" dirty="0">
                <a:solidFill>
                  <a:schemeClr val="bg1"/>
                </a:solidFill>
              </a:rPr>
              <a:t>Total</a:t>
            </a:r>
            <a:endParaRPr lang="es-CO" sz="1600" b="1" dirty="0">
              <a:solidFill>
                <a:schemeClr val="bg1"/>
              </a:solidFill>
            </a:endParaRPr>
          </a:p>
        </p:txBody>
      </p:sp>
      <p:pic>
        <p:nvPicPr>
          <p:cNvPr id="17" name="Imagen 16">
            <a:extLst>
              <a:ext uri="{FF2B5EF4-FFF2-40B4-BE49-F238E27FC236}">
                <a16:creationId xmlns:a16="http://schemas.microsoft.com/office/drawing/2014/main" id="{6C9A7ABC-15F6-EFC6-8FF0-00372A881F5A}"/>
              </a:ext>
            </a:extLst>
          </p:cNvPr>
          <p:cNvPicPr>
            <a:picLocks noChangeAspect="1"/>
          </p:cNvPicPr>
          <p:nvPr/>
        </p:nvPicPr>
        <p:blipFill>
          <a:blip r:embed="rId3">
            <a:biLevel thresh="75000"/>
          </a:blip>
          <a:stretch>
            <a:fillRect/>
          </a:stretch>
        </p:blipFill>
        <p:spPr>
          <a:xfrm>
            <a:off x="207800" y="2064390"/>
            <a:ext cx="463336" cy="463336"/>
          </a:xfrm>
          <a:prstGeom prst="rect">
            <a:avLst/>
          </a:prstGeom>
        </p:spPr>
      </p:pic>
      <p:sp>
        <p:nvSpPr>
          <p:cNvPr id="31" name="CuadroTexto 30">
            <a:extLst>
              <a:ext uri="{FF2B5EF4-FFF2-40B4-BE49-F238E27FC236}">
                <a16:creationId xmlns:a16="http://schemas.microsoft.com/office/drawing/2014/main" id="{3DDA9517-13BA-FD7C-D421-287A572F0437}"/>
              </a:ext>
            </a:extLst>
          </p:cNvPr>
          <p:cNvSpPr txBox="1"/>
          <p:nvPr/>
        </p:nvSpPr>
        <p:spPr>
          <a:xfrm>
            <a:off x="882986" y="3987416"/>
            <a:ext cx="859164" cy="461665"/>
          </a:xfrm>
          <a:prstGeom prst="rect">
            <a:avLst/>
          </a:prstGeom>
          <a:noFill/>
        </p:spPr>
        <p:txBody>
          <a:bodyPr wrap="square" lIns="91440" tIns="45720" rIns="91440" bIns="45720" rtlCol="0" anchor="t">
            <a:spAutoFit/>
          </a:bodyPr>
          <a:lstStyle/>
          <a:p>
            <a:r>
              <a:rPr lang="es-MX" sz="2400" b="1" dirty="0">
                <a:solidFill>
                  <a:schemeClr val="bg1"/>
                </a:solidFill>
                <a:latin typeface="Franklin Gothic Demi"/>
              </a:rPr>
              <a:t>86%</a:t>
            </a:r>
            <a:endParaRPr lang="es-CO" sz="2400" b="1" dirty="0">
              <a:solidFill>
                <a:schemeClr val="bg1"/>
              </a:solidFill>
              <a:latin typeface="Franklin Gothic Demi"/>
            </a:endParaRPr>
          </a:p>
        </p:txBody>
      </p:sp>
      <p:sp>
        <p:nvSpPr>
          <p:cNvPr id="33" name="CuadroTexto 32">
            <a:extLst>
              <a:ext uri="{FF2B5EF4-FFF2-40B4-BE49-F238E27FC236}">
                <a16:creationId xmlns:a16="http://schemas.microsoft.com/office/drawing/2014/main" id="{1B2138D5-5A17-33F2-3955-097D717BD3DD}"/>
              </a:ext>
            </a:extLst>
          </p:cNvPr>
          <p:cNvSpPr txBox="1"/>
          <p:nvPr/>
        </p:nvSpPr>
        <p:spPr>
          <a:xfrm>
            <a:off x="615835" y="4739242"/>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Mystery</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3677705F-285C-BC80-D5A1-1A5A9E491B60}"/>
              </a:ext>
            </a:extLst>
          </p:cNvPr>
          <p:cNvSpPr txBox="1"/>
          <p:nvPr/>
        </p:nvSpPr>
        <p:spPr>
          <a:xfrm>
            <a:off x="83963" y="3163643"/>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67" name="CuadroTexto 66">
            <a:extLst>
              <a:ext uri="{FF2B5EF4-FFF2-40B4-BE49-F238E27FC236}">
                <a16:creationId xmlns:a16="http://schemas.microsoft.com/office/drawing/2014/main" id="{7BA7F248-4154-5DBD-2F41-565B0C8AAA76}"/>
              </a:ext>
            </a:extLst>
          </p:cNvPr>
          <p:cNvSpPr txBox="1"/>
          <p:nvPr/>
        </p:nvSpPr>
        <p:spPr>
          <a:xfrm>
            <a:off x="2998874" y="5318845"/>
            <a:ext cx="9082664" cy="1384995"/>
          </a:xfrm>
          <a:prstGeom prst="rect">
            <a:avLst/>
          </a:prstGeom>
          <a:noFill/>
          <a:ln w="3175">
            <a:solidFill>
              <a:schemeClr val="tx1"/>
            </a:solidFill>
          </a:ln>
        </p:spPr>
        <p:txBody>
          <a:bodyPr wrap="square" lIns="91440" tIns="45720" rIns="91440" bIns="45720" rtlCol="0" anchor="t">
            <a:spAutoFit/>
          </a:bodyPr>
          <a:lstStyle/>
          <a:p>
            <a:pPr algn="just"/>
            <a:r>
              <a:rPr lang="es-MX" sz="1400" dirty="0"/>
              <a:t>Se debe capacitar mejor a los vendedores, reforzar en el abordaje de los clientes el los pdv, en todas las ciudades en general. Además, se debe reforzar la comunicación de las actividades realizadas en el mes.</a:t>
            </a:r>
          </a:p>
          <a:p>
            <a:pPr algn="just"/>
            <a:r>
              <a:rPr lang="es-MX" sz="1400" b="1" dirty="0"/>
              <a:t>Cierre de venta</a:t>
            </a:r>
            <a:r>
              <a:rPr lang="es-MX" sz="1400" dirty="0"/>
              <a:t>: Los asesores no usan frases clave para incentivar la compra, lo que afecta la conversión de clientes.</a:t>
            </a:r>
          </a:p>
          <a:p>
            <a:pPr algn="just"/>
            <a:r>
              <a:rPr lang="es-MX" sz="1400" b="1" dirty="0"/>
              <a:t>Portafolio:</a:t>
            </a:r>
            <a:r>
              <a:rPr lang="es-MX" sz="1400" dirty="0"/>
              <a:t> Las preguntas más falladas están relacionadas con la comunicación de promociones, beneficios de productos, edad de uso de uno u otro producto y manejo de objeciones.</a:t>
            </a:r>
            <a:endParaRPr lang="es-MX" sz="1400" dirty="0">
              <a:highlight>
                <a:srgbClr val="FFFF00"/>
              </a:highlight>
              <a:latin typeface="+mj-lt"/>
            </a:endParaRPr>
          </a:p>
        </p:txBody>
      </p:sp>
      <p:graphicFrame>
        <p:nvGraphicFramePr>
          <p:cNvPr id="20" name="Gráfico 19">
            <a:extLst>
              <a:ext uri="{FF2B5EF4-FFF2-40B4-BE49-F238E27FC236}">
                <a16:creationId xmlns:a16="http://schemas.microsoft.com/office/drawing/2014/main" id="{92965821-EEF8-82F8-36AD-00C2C91967BB}"/>
              </a:ext>
            </a:extLst>
          </p:cNvPr>
          <p:cNvGraphicFramePr/>
          <p:nvPr>
            <p:extLst>
              <p:ext uri="{D42A27DB-BD31-4B8C-83A1-F6EECF244321}">
                <p14:modId xmlns:p14="http://schemas.microsoft.com/office/powerpoint/2010/main" val="3458992434"/>
              </p:ext>
            </p:extLst>
          </p:nvPr>
        </p:nvGraphicFramePr>
        <p:xfrm>
          <a:off x="308972" y="3516543"/>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3" name="Imagen 2">
            <a:extLst>
              <a:ext uri="{FF2B5EF4-FFF2-40B4-BE49-F238E27FC236}">
                <a16:creationId xmlns:a16="http://schemas.microsoft.com/office/drawing/2014/main" id="{C4E48D1F-9A15-2AA5-4C4D-A97C51A96320}"/>
              </a:ext>
            </a:extLst>
          </p:cNvPr>
          <p:cNvPicPr>
            <a:picLocks noChangeAspect="1"/>
          </p:cNvPicPr>
          <p:nvPr/>
        </p:nvPicPr>
        <p:blipFill>
          <a:blip r:embed="rId5"/>
          <a:stretch>
            <a:fillRect/>
          </a:stretch>
        </p:blipFill>
        <p:spPr>
          <a:xfrm>
            <a:off x="2990334" y="1231492"/>
            <a:ext cx="5286375" cy="1445958"/>
          </a:xfrm>
          <a:prstGeom prst="rect">
            <a:avLst/>
          </a:prstGeom>
        </p:spPr>
      </p:pic>
      <p:pic>
        <p:nvPicPr>
          <p:cNvPr id="5" name="Imagen 4">
            <a:extLst>
              <a:ext uri="{FF2B5EF4-FFF2-40B4-BE49-F238E27FC236}">
                <a16:creationId xmlns:a16="http://schemas.microsoft.com/office/drawing/2014/main" id="{007598F9-3B4C-4076-8F22-DC42C0C85076}"/>
              </a:ext>
            </a:extLst>
          </p:cNvPr>
          <p:cNvPicPr>
            <a:picLocks noChangeAspect="1"/>
          </p:cNvPicPr>
          <p:nvPr/>
        </p:nvPicPr>
        <p:blipFill>
          <a:blip r:embed="rId6"/>
          <a:stretch>
            <a:fillRect/>
          </a:stretch>
        </p:blipFill>
        <p:spPr>
          <a:xfrm>
            <a:off x="2983390" y="2768938"/>
            <a:ext cx="6802801" cy="2504368"/>
          </a:xfrm>
          <a:prstGeom prst="rect">
            <a:avLst/>
          </a:prstGeom>
        </p:spPr>
      </p:pic>
    </p:spTree>
    <p:extLst>
      <p:ext uri="{BB962C8B-B14F-4D97-AF65-F5344CB8AC3E}">
        <p14:creationId xmlns:p14="http://schemas.microsoft.com/office/powerpoint/2010/main" val="318633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9B8E2-D7A6-18E3-D0F2-65FE1A4B52C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F234FEF-12DC-A502-248E-2FC2EB57DE8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29B76EE-7650-AFEE-8F49-7383216C19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FE9FF5DF-3FDE-E173-C9B4-AC343B6E7F9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BB418C20-DC82-4A2A-A5C9-EB3D7EF1D27D}"/>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MUNDO MASCOTAS TABORA -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3B31F5C8-D687-E8FA-8F3A-09683FD04ACD}"/>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770E316A-AA6E-4A7D-60E9-78075B81D344}"/>
              </a:ext>
            </a:extLst>
          </p:cNvPr>
          <p:cNvSpPr txBox="1"/>
          <p:nvPr/>
        </p:nvSpPr>
        <p:spPr>
          <a:xfrm>
            <a:off x="2877350" y="3059668"/>
            <a:ext cx="5036564" cy="584775"/>
          </a:xfrm>
          <a:prstGeom prst="rect">
            <a:avLst/>
          </a:prstGeom>
          <a:noFill/>
        </p:spPr>
        <p:txBody>
          <a:bodyPr wrap="square">
            <a:spAutoFit/>
          </a:bodyPr>
          <a:lstStyle/>
          <a:p>
            <a:r>
              <a:rPr lang="es-CO" sz="1600" dirty="0">
                <a:hlinkClick r:id="rId3"/>
              </a:rPr>
              <a:t>MISTERY MUNDO MASCOTAS TABORA.avi - Google Drive</a:t>
            </a:r>
            <a:endParaRPr lang="es-CO" sz="1600" b="0" i="0" u="none" strike="noStrike" dirty="0">
              <a:solidFill>
                <a:srgbClr val="000000"/>
              </a:solidFill>
              <a:effectLst/>
              <a:latin typeface="Aptos Narrow" panose="020B0004020202020204" pitchFamily="34" charset="0"/>
            </a:endParaRPr>
          </a:p>
        </p:txBody>
      </p:sp>
      <p:sp>
        <p:nvSpPr>
          <p:cNvPr id="13" name="CuadroTexto 12">
            <a:extLst>
              <a:ext uri="{FF2B5EF4-FFF2-40B4-BE49-F238E27FC236}">
                <a16:creationId xmlns:a16="http://schemas.microsoft.com/office/drawing/2014/main" id="{8A7E772A-7A1A-455C-2BCA-03E91C857C2D}"/>
              </a:ext>
            </a:extLst>
          </p:cNvPr>
          <p:cNvSpPr txBox="1"/>
          <p:nvPr/>
        </p:nvSpPr>
        <p:spPr>
          <a:xfrm>
            <a:off x="8061634" y="1359289"/>
            <a:ext cx="3805688" cy="3046988"/>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Manejo de objeciones: </a:t>
            </a:r>
            <a:r>
              <a:rPr lang="es-MX" sz="1600" dirty="0"/>
              <a:t>No se evidencia proactividad y/o dinamismo del asesor en atención de las objeciones y falta profundización en ofrecimiento de diversidad de productos. </a:t>
            </a:r>
          </a:p>
          <a:p>
            <a:endParaRPr lang="es-MX" sz="1600" dirty="0"/>
          </a:p>
          <a:p>
            <a:r>
              <a:rPr lang="es-MX" sz="1600" b="1" dirty="0"/>
              <a:t>Actividades del mes: </a:t>
            </a:r>
            <a:r>
              <a:rPr lang="es-MX" sz="1600" dirty="0"/>
              <a:t>No </a:t>
            </a:r>
            <a:r>
              <a:rPr lang="es-CO" sz="1600" dirty="0"/>
              <a:t>ofrece producto húmedo y comunica la dinámica de multiprice (por la compra de mas cantidades tiene descuento)</a:t>
            </a:r>
            <a:endParaRPr lang="es-MX" sz="1600" dirty="0"/>
          </a:p>
        </p:txBody>
      </p:sp>
      <p:pic>
        <p:nvPicPr>
          <p:cNvPr id="6" name="Imagen 5">
            <a:extLst>
              <a:ext uri="{FF2B5EF4-FFF2-40B4-BE49-F238E27FC236}">
                <a16:creationId xmlns:a16="http://schemas.microsoft.com/office/drawing/2014/main" id="{155DED10-7AE6-B194-B5F7-FB5A61F85A34}"/>
              </a:ext>
            </a:extLst>
          </p:cNvPr>
          <p:cNvPicPr>
            <a:picLocks noChangeAspect="1"/>
          </p:cNvPicPr>
          <p:nvPr/>
        </p:nvPicPr>
        <p:blipFill>
          <a:blip r:embed="rId4"/>
          <a:stretch>
            <a:fillRect/>
          </a:stretch>
        </p:blipFill>
        <p:spPr>
          <a:xfrm>
            <a:off x="2896351" y="1063286"/>
            <a:ext cx="4705451" cy="1809750"/>
          </a:xfrm>
          <a:prstGeom prst="rect">
            <a:avLst/>
          </a:prstGeom>
        </p:spPr>
      </p:pic>
    </p:spTree>
    <p:extLst>
      <p:ext uri="{BB962C8B-B14F-4D97-AF65-F5344CB8AC3E}">
        <p14:creationId xmlns:p14="http://schemas.microsoft.com/office/powerpoint/2010/main" val="2051792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A5A4-BB61-FF2C-AA50-CE5D7CD4172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D120A6B-9284-B37B-11E9-F94752C38AF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E6448984-1AA5-4129-F604-2E57E4DDD3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52D38D5E-3726-70D3-2BF1-C4990E5F343E}"/>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BE04D403-799D-A23E-76B7-AAB5B7FBA470}"/>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KUMPET 94 -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88500074-A122-B3A9-4808-35E3993DED7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48ACFE2F-BEED-1156-B262-DFC198424796}"/>
              </a:ext>
            </a:extLst>
          </p:cNvPr>
          <p:cNvSpPr txBox="1"/>
          <p:nvPr/>
        </p:nvSpPr>
        <p:spPr>
          <a:xfrm>
            <a:off x="2877350" y="3059668"/>
            <a:ext cx="5036564" cy="338554"/>
          </a:xfrm>
          <a:prstGeom prst="rect">
            <a:avLst/>
          </a:prstGeom>
          <a:noFill/>
        </p:spPr>
        <p:txBody>
          <a:bodyPr wrap="square">
            <a:spAutoFit/>
          </a:bodyPr>
          <a:lstStyle/>
          <a:p>
            <a:r>
              <a:rPr lang="nb-NO" sz="1600" dirty="0">
                <a:hlinkClick r:id="rId3"/>
              </a:rPr>
              <a:t>MYSTERY KUMPET LA 94 PARTE 1.avi - Google Drive</a:t>
            </a:r>
            <a:endParaRPr lang="es-CO" sz="1600" b="0" i="0" u="none" strike="noStrike" dirty="0">
              <a:solidFill>
                <a:srgbClr val="000000"/>
              </a:solidFill>
              <a:effectLst/>
              <a:latin typeface="Aptos Narrow" panose="020B0004020202020204" pitchFamily="34" charset="0"/>
            </a:endParaRPr>
          </a:p>
        </p:txBody>
      </p:sp>
      <p:sp>
        <p:nvSpPr>
          <p:cNvPr id="13" name="CuadroTexto 12">
            <a:extLst>
              <a:ext uri="{FF2B5EF4-FFF2-40B4-BE49-F238E27FC236}">
                <a16:creationId xmlns:a16="http://schemas.microsoft.com/office/drawing/2014/main" id="{DA101BB9-8B21-1D42-0CD5-67C085D59286}"/>
              </a:ext>
            </a:extLst>
          </p:cNvPr>
          <p:cNvSpPr txBox="1"/>
          <p:nvPr/>
        </p:nvSpPr>
        <p:spPr>
          <a:xfrm>
            <a:off x="8061634" y="1359289"/>
            <a:ext cx="3805688" cy="3539430"/>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Manejo de objeciones: </a:t>
            </a:r>
            <a:r>
              <a:rPr lang="es-MX" sz="1600" dirty="0"/>
              <a:t>No se evidencia proactividad y/o dinamismo del asesor en atención de las objeciones y falta profundización en ofrecimiento de diversidad de productos. </a:t>
            </a:r>
          </a:p>
          <a:p>
            <a:endParaRPr lang="es-MX" sz="1600" dirty="0"/>
          </a:p>
          <a:p>
            <a:r>
              <a:rPr lang="es-CO" sz="1600" b="1" dirty="0"/>
              <a:t>Labor de venta: </a:t>
            </a:r>
            <a:r>
              <a:rPr lang="es-MX" sz="1600" dirty="0"/>
              <a:t>Brinda información muy general de  los productos y no ofrece un SKU especifico de acuerdo al tamaño o edad del cachorro.</a:t>
            </a:r>
          </a:p>
          <a:p>
            <a:endParaRPr lang="es-CO" sz="1600" dirty="0"/>
          </a:p>
          <a:p>
            <a:endParaRPr lang="es-MX" sz="1600" dirty="0"/>
          </a:p>
        </p:txBody>
      </p:sp>
      <p:pic>
        <p:nvPicPr>
          <p:cNvPr id="2" name="Imagen 1">
            <a:extLst>
              <a:ext uri="{FF2B5EF4-FFF2-40B4-BE49-F238E27FC236}">
                <a16:creationId xmlns:a16="http://schemas.microsoft.com/office/drawing/2014/main" id="{B94730FF-CFBD-8C1F-1083-5D0B96A1BB52}"/>
              </a:ext>
            </a:extLst>
          </p:cNvPr>
          <p:cNvPicPr>
            <a:picLocks noChangeAspect="1"/>
          </p:cNvPicPr>
          <p:nvPr/>
        </p:nvPicPr>
        <p:blipFill>
          <a:blip r:embed="rId4"/>
          <a:stretch>
            <a:fillRect/>
          </a:stretch>
        </p:blipFill>
        <p:spPr>
          <a:xfrm>
            <a:off x="2896352" y="921657"/>
            <a:ext cx="4814633" cy="2088539"/>
          </a:xfrm>
          <a:prstGeom prst="rect">
            <a:avLst/>
          </a:prstGeom>
        </p:spPr>
      </p:pic>
    </p:spTree>
    <p:extLst>
      <p:ext uri="{BB962C8B-B14F-4D97-AF65-F5344CB8AC3E}">
        <p14:creationId xmlns:p14="http://schemas.microsoft.com/office/powerpoint/2010/main" val="3537418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EE4A7-4087-6A79-1102-32C5837E4E9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A0F0D21-0C21-382D-2AAC-C5975139F00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C6C0273-EB28-1A57-E246-2C647566EF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65741D98-B046-9999-B2F6-B3869D375463}"/>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347D6B54-7250-8EDC-FA6F-66AA126278A5}"/>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LA RES CENTRO -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E5C10A17-4852-711B-633C-ADD2D883726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0EE4B718-592C-4E52-408C-120F0D089AB6}"/>
              </a:ext>
            </a:extLst>
          </p:cNvPr>
          <p:cNvSpPr txBox="1"/>
          <p:nvPr/>
        </p:nvSpPr>
        <p:spPr>
          <a:xfrm>
            <a:off x="2877350" y="3059668"/>
            <a:ext cx="5036564" cy="2677656"/>
          </a:xfrm>
          <a:prstGeom prst="rect">
            <a:avLst/>
          </a:prstGeom>
          <a:noFill/>
        </p:spPr>
        <p:txBody>
          <a:bodyPr wrap="square">
            <a:spAutoFit/>
          </a:bodyPr>
          <a:lstStyle/>
          <a:p>
            <a:r>
              <a:rPr lang="es-CO" sz="1400" dirty="0">
                <a:hlinkClick r:id="rId3"/>
              </a:rPr>
              <a:t>MYSTERY PURINA LA RES CENTRO PARTE 1.avi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4"/>
              </a:rPr>
              <a:t>MYSTERY PURINA LA RES CENTRO PARTE 2.avi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5"/>
              </a:rPr>
              <a:t>MYSTERY PURINA LA RES CENTRO PARTE 3.avi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6"/>
              </a:rPr>
              <a:t>MYSTERY PURINA LA RES CENTRO PARTE 4.avi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7"/>
              </a:rPr>
              <a:t>MYSTERY PURINA LA RES CENTRO PARTE 5.avi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8"/>
              </a:rPr>
              <a:t>MYSTERY PURINA LA RES CENTRO PARTE 6.avi - Google Drive</a:t>
            </a:r>
            <a:endParaRPr lang="es-CO" sz="1400" b="0" i="0" u="none" strike="noStrike" dirty="0">
              <a:solidFill>
                <a:srgbClr val="000000"/>
              </a:solidFill>
              <a:effectLst/>
              <a:latin typeface="Aptos Narrow" panose="020B0004020202020204" pitchFamily="34" charset="0"/>
            </a:endParaRPr>
          </a:p>
          <a:p>
            <a:endParaRPr lang="es-CO" sz="1400" b="0" i="0" u="none" strike="noStrike" dirty="0">
              <a:solidFill>
                <a:srgbClr val="000000"/>
              </a:solidFill>
              <a:effectLst/>
              <a:latin typeface="Aptos Narrow" panose="020B0004020202020204" pitchFamily="34" charset="0"/>
            </a:endParaRPr>
          </a:p>
        </p:txBody>
      </p:sp>
      <p:sp>
        <p:nvSpPr>
          <p:cNvPr id="13" name="CuadroTexto 12">
            <a:extLst>
              <a:ext uri="{FF2B5EF4-FFF2-40B4-BE49-F238E27FC236}">
                <a16:creationId xmlns:a16="http://schemas.microsoft.com/office/drawing/2014/main" id="{DE21D792-2030-6DAE-5E30-576EC25D4396}"/>
              </a:ext>
            </a:extLst>
          </p:cNvPr>
          <p:cNvSpPr txBox="1"/>
          <p:nvPr/>
        </p:nvSpPr>
        <p:spPr>
          <a:xfrm>
            <a:off x="8061634" y="1359289"/>
            <a:ext cx="3805688" cy="550920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algn="just"/>
            <a:r>
              <a:rPr lang="es-MX" sz="1600" b="1" dirty="0"/>
              <a:t>Uniforme: </a:t>
            </a:r>
            <a:r>
              <a:rPr lang="es-MX" sz="1600" dirty="0"/>
              <a:t>Acorde con los parámetros de la compañía, sin nada que pueda generar malestar visual o  desacorde a lo solicitado.</a:t>
            </a:r>
          </a:p>
          <a:p>
            <a:pPr algn="just"/>
            <a:endParaRPr lang="es-MX" sz="1600" dirty="0"/>
          </a:p>
          <a:p>
            <a:pPr algn="just"/>
            <a:r>
              <a:rPr lang="es-MX" sz="1600" b="1" dirty="0"/>
              <a:t>Manejo de objeciones: </a:t>
            </a:r>
            <a:r>
              <a:rPr lang="es-CO" sz="1600" dirty="0"/>
              <a:t>Buena respuesta en cuanto a la objeción respondida esto aporta y permite mejorar el discurso hacia el cliente final.</a:t>
            </a:r>
          </a:p>
          <a:p>
            <a:pPr algn="just"/>
            <a:endParaRPr lang="es-CO" sz="1600" dirty="0"/>
          </a:p>
          <a:p>
            <a:pPr algn="just"/>
            <a:r>
              <a:rPr lang="es-CO" sz="1600" b="1" dirty="0"/>
              <a:t>Labor de venta: </a:t>
            </a:r>
            <a:r>
              <a:rPr lang="es-CO" sz="1600" dirty="0"/>
              <a:t>El uniforme y el manejo de objeciones trabajan en sinergia con otras habilidades para generar una buena venta.</a:t>
            </a:r>
            <a:endParaRPr lang="es-MX" sz="1600" dirty="0"/>
          </a:p>
          <a:p>
            <a:pPr algn="just"/>
            <a:endParaRPr lang="es-MX" sz="1600" dirty="0"/>
          </a:p>
          <a:p>
            <a:pPr algn="just"/>
            <a:r>
              <a:rPr lang="es-MX" sz="1600" b="1" dirty="0"/>
              <a:t>Actividades del mes: </a:t>
            </a:r>
            <a:r>
              <a:rPr lang="es-MX" sz="1600" dirty="0"/>
              <a:t>No </a:t>
            </a:r>
            <a:r>
              <a:rPr lang="es-CO" sz="1600" dirty="0"/>
              <a:t>ofrece producto húmedo y comunica la dinámica de multiprice (por la compra de mas cantidades tiene descuento)</a:t>
            </a:r>
          </a:p>
          <a:p>
            <a:pPr algn="just"/>
            <a:endParaRPr lang="es-MX" sz="1600" dirty="0"/>
          </a:p>
        </p:txBody>
      </p:sp>
      <p:pic>
        <p:nvPicPr>
          <p:cNvPr id="6" name="Imagen 5">
            <a:extLst>
              <a:ext uri="{FF2B5EF4-FFF2-40B4-BE49-F238E27FC236}">
                <a16:creationId xmlns:a16="http://schemas.microsoft.com/office/drawing/2014/main" id="{62CE1150-8196-877A-EA24-07BD876B0F96}"/>
              </a:ext>
            </a:extLst>
          </p:cNvPr>
          <p:cNvPicPr>
            <a:picLocks noChangeAspect="1"/>
          </p:cNvPicPr>
          <p:nvPr/>
        </p:nvPicPr>
        <p:blipFill>
          <a:blip r:embed="rId9"/>
          <a:stretch>
            <a:fillRect/>
          </a:stretch>
        </p:blipFill>
        <p:spPr>
          <a:xfrm>
            <a:off x="2877350" y="1078274"/>
            <a:ext cx="5036564" cy="1862839"/>
          </a:xfrm>
          <a:prstGeom prst="rect">
            <a:avLst/>
          </a:prstGeom>
        </p:spPr>
      </p:pic>
    </p:spTree>
    <p:extLst>
      <p:ext uri="{BB962C8B-B14F-4D97-AF65-F5344CB8AC3E}">
        <p14:creationId xmlns:p14="http://schemas.microsoft.com/office/powerpoint/2010/main" val="2752626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1DA88-2B6C-85E3-5DE3-0C325EA11C5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5A15FF5-33A7-EAE0-AE0B-BDE14BEC133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601B8FC0-B694-AF17-8608-DB8FBFEF59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2928A6CB-226A-7458-304A-E3338FEEE6FE}"/>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29C4C48-11C2-B80A-CD26-92B720E11129}"/>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ÉXITO COLINA -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61CBE222-C5B5-BF65-C9FA-924AAC83B8C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28FA9B46-7B30-E06E-C8C8-705B39844804}"/>
              </a:ext>
            </a:extLst>
          </p:cNvPr>
          <p:cNvSpPr txBox="1"/>
          <p:nvPr/>
        </p:nvSpPr>
        <p:spPr>
          <a:xfrm>
            <a:off x="2877350" y="3059668"/>
            <a:ext cx="5036564" cy="1815882"/>
          </a:xfrm>
          <a:prstGeom prst="rect">
            <a:avLst/>
          </a:prstGeom>
          <a:noFill/>
        </p:spPr>
        <p:txBody>
          <a:bodyPr wrap="square">
            <a:spAutoFit/>
          </a:bodyPr>
          <a:lstStyle/>
          <a:p>
            <a:r>
              <a:rPr lang="it-IT" sz="1400" dirty="0">
                <a:hlinkClick r:id="rId3"/>
              </a:rPr>
              <a:t>MYSTERY PURINA EXITO COLINA PARTE 1.avi - Google Drive</a:t>
            </a:r>
            <a:endParaRPr lang="it-IT" sz="1400" dirty="0"/>
          </a:p>
          <a:p>
            <a:endParaRPr lang="es-CO" sz="1400" dirty="0">
              <a:solidFill>
                <a:srgbClr val="000000"/>
              </a:solidFill>
              <a:latin typeface="Aptos Narrow" panose="020B0004020202020204" pitchFamily="34" charset="0"/>
            </a:endParaRPr>
          </a:p>
          <a:p>
            <a:r>
              <a:rPr lang="it-IT" sz="1400" dirty="0">
                <a:hlinkClick r:id="rId4"/>
              </a:rPr>
              <a:t>MYSTERY PURINA EXITO COLINA PARTE 2.avi - Google Drive</a:t>
            </a:r>
            <a:endParaRPr lang="it-IT" sz="1400" dirty="0"/>
          </a:p>
          <a:p>
            <a:endParaRPr lang="es-CO" sz="1400" b="0" i="0" u="none" strike="noStrike" dirty="0">
              <a:solidFill>
                <a:srgbClr val="000000"/>
              </a:solidFill>
              <a:effectLst/>
              <a:latin typeface="Aptos Narrow" panose="020B0004020202020204" pitchFamily="34" charset="0"/>
            </a:endParaRPr>
          </a:p>
          <a:p>
            <a:r>
              <a:rPr lang="it-IT" sz="1400" dirty="0">
                <a:hlinkClick r:id="rId5"/>
              </a:rPr>
              <a:t>MYSTERY PURINA EXITO COLINA PARTE 3.avi - Google Drive</a:t>
            </a:r>
            <a:endParaRPr lang="it-IT" sz="1400" dirty="0"/>
          </a:p>
          <a:p>
            <a:endParaRPr lang="es-CO" sz="1400" b="0" i="0" u="none" strike="noStrike" dirty="0">
              <a:solidFill>
                <a:srgbClr val="000000"/>
              </a:solidFill>
              <a:effectLst/>
              <a:latin typeface="Aptos Narrow" panose="020B0004020202020204" pitchFamily="34" charset="0"/>
            </a:endParaRPr>
          </a:p>
          <a:p>
            <a:r>
              <a:rPr lang="it-IT" sz="1400" dirty="0">
                <a:hlinkClick r:id="rId6"/>
              </a:rPr>
              <a:t>MYSTERY PURINA EXITO COLINA PARTE 4.avi - Google Drive</a:t>
            </a:r>
            <a:endParaRPr lang="it-IT" sz="1400" b="0" i="0" u="none" strike="noStrike" dirty="0">
              <a:solidFill>
                <a:srgbClr val="000000"/>
              </a:solidFill>
              <a:effectLst/>
              <a:latin typeface="Aptos Narrow" panose="020B0004020202020204" pitchFamily="34" charset="0"/>
            </a:endParaRPr>
          </a:p>
          <a:p>
            <a:endParaRPr lang="es-CO" sz="1400" b="0" i="0" u="none" strike="noStrike" dirty="0">
              <a:solidFill>
                <a:srgbClr val="000000"/>
              </a:solidFill>
              <a:effectLst/>
              <a:latin typeface="Aptos Narrow" panose="020B0004020202020204" pitchFamily="34" charset="0"/>
            </a:endParaRPr>
          </a:p>
        </p:txBody>
      </p:sp>
      <p:sp>
        <p:nvSpPr>
          <p:cNvPr id="13" name="CuadroTexto 12">
            <a:extLst>
              <a:ext uri="{FF2B5EF4-FFF2-40B4-BE49-F238E27FC236}">
                <a16:creationId xmlns:a16="http://schemas.microsoft.com/office/drawing/2014/main" id="{27112C75-F947-E8CD-1EF9-4C3A6AEF328B}"/>
              </a:ext>
            </a:extLst>
          </p:cNvPr>
          <p:cNvSpPr txBox="1"/>
          <p:nvPr/>
        </p:nvSpPr>
        <p:spPr>
          <a:xfrm>
            <a:off x="8061634" y="1359289"/>
            <a:ext cx="3805688" cy="550920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algn="just"/>
            <a:r>
              <a:rPr lang="es-MX" sz="1600" b="1" dirty="0"/>
              <a:t>Uniforme: </a:t>
            </a:r>
            <a:r>
              <a:rPr lang="es-MX" sz="1600" dirty="0"/>
              <a:t>Acorde con los parámetros de la compañía, sin nada que pueda generar malestar visual o  desacorde a lo solicitado.</a:t>
            </a:r>
          </a:p>
          <a:p>
            <a:pPr algn="just"/>
            <a:endParaRPr lang="es-MX" sz="1600" dirty="0"/>
          </a:p>
          <a:p>
            <a:pPr algn="just"/>
            <a:r>
              <a:rPr lang="es-MX" sz="1600" b="1" dirty="0"/>
              <a:t>Manejo de objeciones: </a:t>
            </a:r>
            <a:r>
              <a:rPr lang="es-CO" sz="1600" dirty="0"/>
              <a:t>Buena respuesta en cuanto a la objeción respondida esto aporta y permite mejorar el discurso hacia el cliente final.</a:t>
            </a:r>
          </a:p>
          <a:p>
            <a:pPr algn="just"/>
            <a:endParaRPr lang="es-CO" sz="1600" dirty="0"/>
          </a:p>
          <a:p>
            <a:pPr algn="just"/>
            <a:r>
              <a:rPr lang="es-CO" sz="1600" b="1" dirty="0"/>
              <a:t>Labor de venta: </a:t>
            </a:r>
            <a:r>
              <a:rPr lang="es-CO" sz="1600" dirty="0"/>
              <a:t>El uniforme y el manejo de objeciones trabajan en sinergia con otras habilidades para generar una buena venta.</a:t>
            </a:r>
            <a:endParaRPr lang="es-MX" sz="1600" dirty="0"/>
          </a:p>
          <a:p>
            <a:pPr algn="just"/>
            <a:endParaRPr lang="es-MX" sz="1600" dirty="0"/>
          </a:p>
          <a:p>
            <a:pPr algn="just"/>
            <a:r>
              <a:rPr lang="es-MX" sz="1600" b="1" dirty="0"/>
              <a:t>Actividades del mes: </a:t>
            </a:r>
            <a:r>
              <a:rPr lang="es-MX" sz="1600" dirty="0"/>
              <a:t>No </a:t>
            </a:r>
            <a:r>
              <a:rPr lang="es-CO" sz="1600" dirty="0"/>
              <a:t>ofrece producto húmedo y comunica la dinámica de multiprice (por la compra de mas cantidades tiene descuento)</a:t>
            </a:r>
          </a:p>
          <a:p>
            <a:pPr algn="just"/>
            <a:endParaRPr lang="es-MX" sz="1600" dirty="0"/>
          </a:p>
        </p:txBody>
      </p:sp>
      <p:pic>
        <p:nvPicPr>
          <p:cNvPr id="6" name="Imagen 5">
            <a:extLst>
              <a:ext uri="{FF2B5EF4-FFF2-40B4-BE49-F238E27FC236}">
                <a16:creationId xmlns:a16="http://schemas.microsoft.com/office/drawing/2014/main" id="{46AE8221-BF60-4AEF-CAE3-60986005AD78}"/>
              </a:ext>
            </a:extLst>
          </p:cNvPr>
          <p:cNvPicPr>
            <a:picLocks noChangeAspect="1"/>
          </p:cNvPicPr>
          <p:nvPr/>
        </p:nvPicPr>
        <p:blipFill>
          <a:blip r:embed="rId7"/>
          <a:stretch>
            <a:fillRect/>
          </a:stretch>
        </p:blipFill>
        <p:spPr>
          <a:xfrm>
            <a:off x="2877350" y="1078274"/>
            <a:ext cx="5036564" cy="1862839"/>
          </a:xfrm>
          <a:prstGeom prst="rect">
            <a:avLst/>
          </a:prstGeom>
        </p:spPr>
      </p:pic>
    </p:spTree>
    <p:extLst>
      <p:ext uri="{BB962C8B-B14F-4D97-AF65-F5344CB8AC3E}">
        <p14:creationId xmlns:p14="http://schemas.microsoft.com/office/powerpoint/2010/main" val="59235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69EAE-0837-C9B5-A15E-99BC1358227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4CA2E51-805C-8F2A-2B81-5B6E60A9E8B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04A73A2-3D90-9BC9-9801-A4A13BE572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014B968D-BCA5-B3E9-1090-0F830C2A320A}"/>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8AE76483-2277-EE25-9B5E-B3832FFE54C3}"/>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JUMBO SANTA ANA - BOGOTÁ</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87586EFF-D90D-5543-ACD3-8122457EDBE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A173EDC9-9B86-B41A-E8BF-6DE55FA55698}"/>
              </a:ext>
            </a:extLst>
          </p:cNvPr>
          <p:cNvSpPr txBox="1"/>
          <p:nvPr/>
        </p:nvSpPr>
        <p:spPr>
          <a:xfrm>
            <a:off x="2877350" y="3059668"/>
            <a:ext cx="5036564" cy="2893100"/>
          </a:xfrm>
          <a:prstGeom prst="rect">
            <a:avLst/>
          </a:prstGeom>
          <a:noFill/>
        </p:spPr>
        <p:txBody>
          <a:bodyPr wrap="square">
            <a:spAutoFit/>
          </a:bodyPr>
          <a:lstStyle/>
          <a:p>
            <a:r>
              <a:rPr lang="es-CO" sz="1400" dirty="0">
                <a:hlinkClick r:id="rId3"/>
              </a:rPr>
              <a:t>MYSTERY PURINA JUMBO SANTA ANA PARTE 1.avi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4"/>
              </a:rPr>
              <a:t>MYSTERY PURINA JUMBO SANTA ANA PARTE 2.avi - Google Drive</a:t>
            </a:r>
            <a:endParaRPr lang="es-CO" sz="1400" dirty="0">
              <a:solidFill>
                <a:srgbClr val="000000"/>
              </a:solidFill>
              <a:latin typeface="Aptos Narrow" panose="020B0004020202020204" pitchFamily="34" charset="0"/>
            </a:endParaRPr>
          </a:p>
          <a:p>
            <a:endParaRPr lang="es-CO" sz="1400" b="0" i="0" u="none" strike="noStrike" dirty="0">
              <a:solidFill>
                <a:srgbClr val="000000"/>
              </a:solidFill>
              <a:effectLst/>
              <a:latin typeface="Aptos Narrow" panose="020B0004020202020204" pitchFamily="34" charset="0"/>
            </a:endParaRPr>
          </a:p>
          <a:p>
            <a:r>
              <a:rPr lang="es-CO" sz="1400" dirty="0">
                <a:hlinkClick r:id="rId5"/>
              </a:rPr>
              <a:t>MYSTERY PURINA JUMBO SANTA ANA PARTE 3.avi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6"/>
              </a:rPr>
              <a:t>MYSTERY PURINA JUMBO SANTA ANA PARTE 4.avi - Google Drive</a:t>
            </a:r>
            <a:endParaRPr lang="es-CO" sz="1400" dirty="0"/>
          </a:p>
          <a:p>
            <a:endParaRPr lang="es-CO" sz="1400" b="0" i="0" u="none" strike="noStrike" dirty="0">
              <a:solidFill>
                <a:srgbClr val="000000"/>
              </a:solidFill>
              <a:effectLst/>
              <a:latin typeface="Aptos Narrow" panose="020B0004020202020204" pitchFamily="34" charset="0"/>
            </a:endParaRPr>
          </a:p>
          <a:p>
            <a:endParaRPr lang="es-CO" sz="1400" b="0" i="0" u="none" strike="noStrike" dirty="0">
              <a:solidFill>
                <a:srgbClr val="000000"/>
              </a:solidFill>
              <a:effectLst/>
              <a:latin typeface="Aptos Narrow" panose="020B0004020202020204" pitchFamily="34" charset="0"/>
            </a:endParaRPr>
          </a:p>
        </p:txBody>
      </p:sp>
      <p:sp>
        <p:nvSpPr>
          <p:cNvPr id="13" name="CuadroTexto 12">
            <a:extLst>
              <a:ext uri="{FF2B5EF4-FFF2-40B4-BE49-F238E27FC236}">
                <a16:creationId xmlns:a16="http://schemas.microsoft.com/office/drawing/2014/main" id="{51CA7A15-62DF-699B-A71A-B9F0D089567C}"/>
              </a:ext>
            </a:extLst>
          </p:cNvPr>
          <p:cNvSpPr txBox="1"/>
          <p:nvPr/>
        </p:nvSpPr>
        <p:spPr>
          <a:xfrm>
            <a:off x="8061634" y="1359289"/>
            <a:ext cx="3805688" cy="1815882"/>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CO" sz="1600" b="1" dirty="0"/>
              <a:t>Labor de venta: </a:t>
            </a:r>
            <a:r>
              <a:rPr lang="es-MX" sz="1600" dirty="0"/>
              <a:t>Brinda información muy general de  los productos y no ofrece un SKU especifico de acuerdo al tamaño o edad del cachorro.</a:t>
            </a:r>
          </a:p>
          <a:p>
            <a:endParaRPr lang="es-MX" sz="1600" dirty="0"/>
          </a:p>
        </p:txBody>
      </p:sp>
      <p:pic>
        <p:nvPicPr>
          <p:cNvPr id="5" name="Imagen 4">
            <a:extLst>
              <a:ext uri="{FF2B5EF4-FFF2-40B4-BE49-F238E27FC236}">
                <a16:creationId xmlns:a16="http://schemas.microsoft.com/office/drawing/2014/main" id="{8BF2718F-0349-306E-BDB5-582A33598267}"/>
              </a:ext>
            </a:extLst>
          </p:cNvPr>
          <p:cNvPicPr>
            <a:picLocks noChangeAspect="1"/>
          </p:cNvPicPr>
          <p:nvPr/>
        </p:nvPicPr>
        <p:blipFill>
          <a:blip r:embed="rId7"/>
          <a:stretch>
            <a:fillRect/>
          </a:stretch>
        </p:blipFill>
        <p:spPr>
          <a:xfrm>
            <a:off x="2877349" y="1025383"/>
            <a:ext cx="4919113" cy="1819398"/>
          </a:xfrm>
          <a:prstGeom prst="rect">
            <a:avLst/>
          </a:prstGeom>
        </p:spPr>
      </p:pic>
    </p:spTree>
    <p:extLst>
      <p:ext uri="{BB962C8B-B14F-4D97-AF65-F5344CB8AC3E}">
        <p14:creationId xmlns:p14="http://schemas.microsoft.com/office/powerpoint/2010/main" val="2005288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E79C-58B4-6758-E99B-71BBCE9F652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373E909-B469-5F14-9C55-05F06A84E477}"/>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B51C0C7A-D83D-77A3-74B3-C62C7F5FA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50023BD6-71E0-7FF1-BCC8-E7F2BB59C2D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8AF8B92-4E02-FD08-9443-28BE9B5A825F}"/>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JUMBO 170 - BOGOTÁ</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DEC2E331-1758-849C-0DE2-8E344C9E08A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898A632D-8D3E-D9CB-C71A-A4CCF340E1D2}"/>
              </a:ext>
            </a:extLst>
          </p:cNvPr>
          <p:cNvSpPr txBox="1"/>
          <p:nvPr/>
        </p:nvSpPr>
        <p:spPr>
          <a:xfrm>
            <a:off x="2860851" y="3007501"/>
            <a:ext cx="5036564" cy="1815882"/>
          </a:xfrm>
          <a:prstGeom prst="rect">
            <a:avLst/>
          </a:prstGeom>
          <a:noFill/>
        </p:spPr>
        <p:txBody>
          <a:bodyPr wrap="square">
            <a:spAutoFit/>
          </a:bodyPr>
          <a:lstStyle/>
          <a:p>
            <a:r>
              <a:rPr lang="es-CO" sz="1400" dirty="0">
                <a:hlinkClick r:id="rId3"/>
              </a:rPr>
              <a:t>MYSTERY PURINA JUMBO CALLE 170 PARTE 1.avi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4"/>
              </a:rPr>
              <a:t>MYSTERY PURINA JUMBO CALLE 170 PARTE 2.avi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5"/>
              </a:rPr>
              <a:t>MYSTERY PURINA JUMBO CALLE 170 PARTE 3.avi - Google Drive</a:t>
            </a:r>
            <a:endParaRPr lang="es-CO" sz="1400" dirty="0"/>
          </a:p>
          <a:p>
            <a:endParaRPr lang="es-CO" sz="1400" b="0" i="0" u="none" strike="noStrike" dirty="0">
              <a:solidFill>
                <a:srgbClr val="000000"/>
              </a:solidFill>
              <a:effectLst/>
              <a:latin typeface="Aptos Narrow" panose="020B0004020202020204" pitchFamily="34" charset="0"/>
            </a:endParaRPr>
          </a:p>
          <a:p>
            <a:r>
              <a:rPr lang="es-CO" sz="1400" dirty="0">
                <a:hlinkClick r:id="rId6"/>
              </a:rPr>
              <a:t>MYSTERY PURINA JUMBO CALLE 170 PARTE 4.avi - Google Drive</a:t>
            </a:r>
            <a:endParaRPr lang="es-CO" sz="1400" dirty="0">
              <a:solidFill>
                <a:srgbClr val="000000"/>
              </a:solidFill>
              <a:latin typeface="Aptos Narrow" panose="020B0004020202020204" pitchFamily="34" charset="0"/>
            </a:endParaRPr>
          </a:p>
          <a:p>
            <a:endParaRPr lang="es-CO" sz="1400" b="0" i="0" u="none" strike="noStrike" dirty="0">
              <a:solidFill>
                <a:srgbClr val="000000"/>
              </a:solidFill>
              <a:effectLst/>
              <a:latin typeface="Aptos Narrow" panose="020B0004020202020204" pitchFamily="34" charset="0"/>
            </a:endParaRPr>
          </a:p>
        </p:txBody>
      </p:sp>
      <p:sp>
        <p:nvSpPr>
          <p:cNvPr id="13" name="CuadroTexto 12">
            <a:extLst>
              <a:ext uri="{FF2B5EF4-FFF2-40B4-BE49-F238E27FC236}">
                <a16:creationId xmlns:a16="http://schemas.microsoft.com/office/drawing/2014/main" id="{6D7072B7-F7C3-7718-3622-996FCABB0A0E}"/>
              </a:ext>
            </a:extLst>
          </p:cNvPr>
          <p:cNvSpPr txBox="1"/>
          <p:nvPr/>
        </p:nvSpPr>
        <p:spPr>
          <a:xfrm>
            <a:off x="8061634" y="1359289"/>
            <a:ext cx="3805688" cy="4278094"/>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CO" sz="1600" b="1" dirty="0"/>
              <a:t>Labor de venta: </a:t>
            </a:r>
            <a:r>
              <a:rPr lang="es-MX" sz="1600" dirty="0"/>
              <a:t>Brinda información muy general de  los productos y no ofrece un SKU especifico de acuerdo al tamaño o edad del cachorro.</a:t>
            </a:r>
          </a:p>
          <a:p>
            <a:endParaRPr lang="es-MX" sz="1600" dirty="0"/>
          </a:p>
          <a:p>
            <a:r>
              <a:rPr lang="es-MX" sz="1600" b="1" dirty="0"/>
              <a:t>Portafolio y manejo de objeciones: </a:t>
            </a:r>
            <a:r>
              <a:rPr lang="es-MX" sz="1600" dirty="0"/>
              <a:t>No </a:t>
            </a:r>
            <a:r>
              <a:rPr lang="es-MX" sz="1600" dirty="0" err="1"/>
              <a:t>mencIona</a:t>
            </a:r>
            <a:r>
              <a:rPr lang="es-MX" sz="1600" dirty="0"/>
              <a:t> que purina </a:t>
            </a:r>
            <a:r>
              <a:rPr lang="es-MX" sz="1600" dirty="0" err="1"/>
              <a:t>one</a:t>
            </a:r>
            <a:r>
              <a:rPr lang="es-MX" sz="1600" dirty="0"/>
              <a:t> cuenta con alimento húmedo y no menciona las variedades.</a:t>
            </a:r>
          </a:p>
          <a:p>
            <a:endParaRPr lang="es-MX" sz="1600" dirty="0"/>
          </a:p>
          <a:p>
            <a:r>
              <a:rPr lang="es-MX" sz="1600" b="1" dirty="0"/>
              <a:t>Actividades del mes: </a:t>
            </a:r>
            <a:r>
              <a:rPr lang="es-MX" sz="1600" dirty="0"/>
              <a:t>No </a:t>
            </a:r>
            <a:r>
              <a:rPr lang="es-CO" sz="1600" dirty="0"/>
              <a:t>ofrece producto húmedo y comunica la dinámica de </a:t>
            </a:r>
            <a:r>
              <a:rPr lang="es-CO" sz="1600" dirty="0" err="1"/>
              <a:t>multiprice</a:t>
            </a:r>
            <a:r>
              <a:rPr lang="es-CO" sz="1600" dirty="0"/>
              <a:t> (por la compra de mas cantidades tiene descuento)</a:t>
            </a:r>
          </a:p>
          <a:p>
            <a:endParaRPr lang="es-MX" sz="1600" dirty="0"/>
          </a:p>
        </p:txBody>
      </p:sp>
      <p:pic>
        <p:nvPicPr>
          <p:cNvPr id="2" name="Imagen 1">
            <a:extLst>
              <a:ext uri="{FF2B5EF4-FFF2-40B4-BE49-F238E27FC236}">
                <a16:creationId xmlns:a16="http://schemas.microsoft.com/office/drawing/2014/main" id="{0BDE289C-E2FD-6409-81BE-65100AE7DABA}"/>
              </a:ext>
            </a:extLst>
          </p:cNvPr>
          <p:cNvPicPr>
            <a:picLocks noChangeAspect="1"/>
          </p:cNvPicPr>
          <p:nvPr/>
        </p:nvPicPr>
        <p:blipFill>
          <a:blip r:embed="rId7"/>
          <a:stretch>
            <a:fillRect/>
          </a:stretch>
        </p:blipFill>
        <p:spPr>
          <a:xfrm>
            <a:off x="2896352" y="1106966"/>
            <a:ext cx="4659480" cy="1809750"/>
          </a:xfrm>
          <a:prstGeom prst="rect">
            <a:avLst/>
          </a:prstGeom>
        </p:spPr>
      </p:pic>
    </p:spTree>
    <p:extLst>
      <p:ext uri="{BB962C8B-B14F-4D97-AF65-F5344CB8AC3E}">
        <p14:creationId xmlns:p14="http://schemas.microsoft.com/office/powerpoint/2010/main" val="3824062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0A1F5-BA2C-87A9-7067-4ED8202B6BC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A6747EF-4906-2603-C69D-58503E3D4DC3}"/>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89C68833-2E38-0230-C1F2-011079922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C11B0196-6D1C-AA72-D075-109CDA1FE93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65D408B-AC6B-609B-FEBE-219986426F61}"/>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CLINICA VETERINARIA SHARPEY </a:t>
            </a:r>
            <a:r>
              <a:rPr lang="es-MX" sz="1800" b="1" i="0" u="none" strike="noStrike" dirty="0">
                <a:solidFill>
                  <a:srgbClr val="000000"/>
                </a:solidFill>
                <a:effectLst/>
                <a:latin typeface="Aptos Narrow" panose="020B0004020202020204" pitchFamily="34" charset="0"/>
              </a:rPr>
              <a:t>-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60B62995-98C2-4E5B-EDA7-254986BCFA4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3" name="CuadroTexto 12">
            <a:extLst>
              <a:ext uri="{FF2B5EF4-FFF2-40B4-BE49-F238E27FC236}">
                <a16:creationId xmlns:a16="http://schemas.microsoft.com/office/drawing/2014/main" id="{BE2063A4-4852-0F3F-EFE5-2FABE52E56E3}"/>
              </a:ext>
            </a:extLst>
          </p:cNvPr>
          <p:cNvSpPr txBox="1"/>
          <p:nvPr/>
        </p:nvSpPr>
        <p:spPr>
          <a:xfrm>
            <a:off x="2871438" y="3056094"/>
            <a:ext cx="4970674" cy="338554"/>
          </a:xfrm>
          <a:prstGeom prst="rect">
            <a:avLst/>
          </a:prstGeom>
          <a:noFill/>
        </p:spPr>
        <p:txBody>
          <a:bodyPr wrap="square">
            <a:spAutoFit/>
          </a:bodyPr>
          <a:lstStyle/>
          <a:p>
            <a:r>
              <a:rPr lang="en-US" sz="1600" dirty="0">
                <a:hlinkClick r:id="rId3"/>
              </a:rPr>
              <a:t>CLINICA SHARPEY.mp4 - Google Drive</a:t>
            </a:r>
            <a:endParaRPr lang="es-CO" sz="1600" b="0" i="0" u="none" strike="noStrike" dirty="0">
              <a:solidFill>
                <a:srgbClr val="000000"/>
              </a:solidFill>
              <a:effectLst/>
              <a:latin typeface="Aptos Narrow" panose="020B0004020202020204" pitchFamily="34" charset="0"/>
            </a:endParaRPr>
          </a:p>
        </p:txBody>
      </p:sp>
      <p:sp>
        <p:nvSpPr>
          <p:cNvPr id="5" name="CuadroTexto 4">
            <a:extLst>
              <a:ext uri="{FF2B5EF4-FFF2-40B4-BE49-F238E27FC236}">
                <a16:creationId xmlns:a16="http://schemas.microsoft.com/office/drawing/2014/main" id="{002AF777-BED1-583A-F1E6-FE98022187DD}"/>
              </a:ext>
            </a:extLst>
          </p:cNvPr>
          <p:cNvSpPr txBox="1"/>
          <p:nvPr/>
        </p:nvSpPr>
        <p:spPr>
          <a:xfrm>
            <a:off x="8022606" y="1260152"/>
            <a:ext cx="3805688" cy="2062103"/>
          </a:xfrm>
          <a:prstGeom prst="rect">
            <a:avLst/>
          </a:prstGeom>
          <a:noFill/>
          <a:ln>
            <a:solidFill>
              <a:schemeClr val="tx1"/>
            </a:solidFill>
          </a:ln>
        </p:spPr>
        <p:txBody>
          <a:bodyPr wrap="square" rtlCol="0">
            <a:spAutoFit/>
          </a:bodyPr>
          <a:lstStyle/>
          <a:p>
            <a:r>
              <a:rPr lang="es-MX" sz="1600" b="1" dirty="0">
                <a:latin typeface="+mj-lt"/>
              </a:rPr>
              <a:t>Detalle de novedades: </a:t>
            </a:r>
          </a:p>
          <a:p>
            <a:endParaRPr lang="es-MX" sz="1600" b="1" dirty="0">
              <a:latin typeface="+mj-lt"/>
            </a:endParaRPr>
          </a:p>
          <a:p>
            <a:r>
              <a:rPr lang="es-MX" sz="1600" b="1" dirty="0">
                <a:latin typeface="+mj-lt"/>
              </a:rPr>
              <a:t>Manejo de objeciones: </a:t>
            </a:r>
            <a:r>
              <a:rPr lang="es-MX" sz="1600" b="0" dirty="0">
                <a:latin typeface="+mj-lt"/>
              </a:rPr>
              <a:t>No se evidencia proactividad y/o dinamismo del asesor en atención de las objeciones y falta profundización en </a:t>
            </a:r>
            <a:r>
              <a:rPr lang="es-MX" sz="1600" dirty="0">
                <a:latin typeface="+mj-lt"/>
              </a:rPr>
              <a:t>ofrecimiento de diversidad de productos</a:t>
            </a:r>
            <a:r>
              <a:rPr lang="es-MX" sz="1600" b="0" dirty="0">
                <a:latin typeface="+mj-lt"/>
              </a:rPr>
              <a:t>. </a:t>
            </a:r>
          </a:p>
          <a:p>
            <a:endParaRPr lang="es-MX" sz="1600" b="0" dirty="0">
              <a:latin typeface="+mj-lt"/>
            </a:endParaRPr>
          </a:p>
        </p:txBody>
      </p:sp>
      <p:pic>
        <p:nvPicPr>
          <p:cNvPr id="6" name="Imagen 5">
            <a:extLst>
              <a:ext uri="{FF2B5EF4-FFF2-40B4-BE49-F238E27FC236}">
                <a16:creationId xmlns:a16="http://schemas.microsoft.com/office/drawing/2014/main" id="{E2546B12-CE5A-EA93-C3F2-18FE80AA49A2}"/>
              </a:ext>
            </a:extLst>
          </p:cNvPr>
          <p:cNvPicPr>
            <a:picLocks noChangeAspect="1"/>
          </p:cNvPicPr>
          <p:nvPr/>
        </p:nvPicPr>
        <p:blipFill>
          <a:blip r:embed="rId4"/>
          <a:stretch>
            <a:fillRect/>
          </a:stretch>
        </p:blipFill>
        <p:spPr>
          <a:xfrm>
            <a:off x="2871438" y="1150007"/>
            <a:ext cx="4970674" cy="1770613"/>
          </a:xfrm>
          <a:prstGeom prst="rect">
            <a:avLst/>
          </a:prstGeom>
        </p:spPr>
      </p:pic>
    </p:spTree>
    <p:extLst>
      <p:ext uri="{BB962C8B-B14F-4D97-AF65-F5344CB8AC3E}">
        <p14:creationId xmlns:p14="http://schemas.microsoft.com/office/powerpoint/2010/main" val="4132532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2952-CEA5-951C-9199-D0F42B5DBDB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3AA2379-C49A-40FA-9945-2F2C1B3462A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30E2A7E9-92FB-1079-C4C5-44AA69626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671CEC5A-D5B5-03CF-4980-01896B06B9E1}"/>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644BDCA9-2876-7713-D4AD-8FFE2E0B8B0B}"/>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OLIMPICA STO 039 CHIQUINQUIRA - </a:t>
            </a:r>
            <a:r>
              <a:rPr lang="es-MX" sz="1800" b="1" i="0" u="none" strike="noStrike" dirty="0">
                <a:solidFill>
                  <a:srgbClr val="000000"/>
                </a:solidFill>
                <a:effectLst/>
                <a:latin typeface="Aptos Narrow" panose="020B0004020202020204" pitchFamily="34" charset="0"/>
              </a:rPr>
              <a:t>BARRANQUILLA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4D63C17C-2BB4-F6F7-8DE1-1793234DF85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DD770501-E6E1-9A62-19AC-5020EA09D1EF}"/>
              </a:ext>
            </a:extLst>
          </p:cNvPr>
          <p:cNvSpPr txBox="1"/>
          <p:nvPr/>
        </p:nvSpPr>
        <p:spPr>
          <a:xfrm>
            <a:off x="3020836" y="3198167"/>
            <a:ext cx="4988798" cy="338554"/>
          </a:xfrm>
          <a:prstGeom prst="rect">
            <a:avLst/>
          </a:prstGeom>
          <a:noFill/>
        </p:spPr>
        <p:txBody>
          <a:bodyPr wrap="square">
            <a:spAutoFit/>
          </a:bodyPr>
          <a:lstStyle/>
          <a:p>
            <a:r>
              <a:rPr lang="es-CO" sz="1600" dirty="0">
                <a:hlinkClick r:id="rId3"/>
              </a:rPr>
              <a:t>OLIMPICA CHIQUINQUIRA.mp4 - Google Drive</a:t>
            </a:r>
            <a:endParaRPr lang="es-CO" sz="1600" dirty="0">
              <a:solidFill>
                <a:srgbClr val="000000"/>
              </a:solidFill>
              <a:latin typeface="Aptos Narrow" panose="020B0004020202020204" pitchFamily="34" charset="0"/>
            </a:endParaRPr>
          </a:p>
        </p:txBody>
      </p:sp>
      <p:sp>
        <p:nvSpPr>
          <p:cNvPr id="2" name="CuadroTexto 1">
            <a:extLst>
              <a:ext uri="{FF2B5EF4-FFF2-40B4-BE49-F238E27FC236}">
                <a16:creationId xmlns:a16="http://schemas.microsoft.com/office/drawing/2014/main" id="{FEA26E1E-4ACA-672A-001E-BC93500F1F11}"/>
              </a:ext>
            </a:extLst>
          </p:cNvPr>
          <p:cNvSpPr txBox="1"/>
          <p:nvPr/>
        </p:nvSpPr>
        <p:spPr>
          <a:xfrm>
            <a:off x="8045135" y="1729890"/>
            <a:ext cx="3805688" cy="2062103"/>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r>
              <a:rPr lang="es-MX" sz="1600" b="1" dirty="0">
                <a:latin typeface="+mj-lt"/>
              </a:rPr>
              <a:t>Manejo de objeciones: </a:t>
            </a:r>
            <a:r>
              <a:rPr lang="es-MX" sz="1600" b="0" dirty="0">
                <a:latin typeface="+mj-lt"/>
              </a:rPr>
              <a:t>No se evidencia proactividad y/o dinamismo del asesor en atención de las objeciones y falta profundización en </a:t>
            </a:r>
            <a:r>
              <a:rPr lang="es-MX" sz="1600" dirty="0">
                <a:latin typeface="+mj-lt"/>
              </a:rPr>
              <a:t>ofrecimiento de diversidad de productos</a:t>
            </a:r>
            <a:r>
              <a:rPr lang="es-MX" sz="1600" b="0" dirty="0">
                <a:latin typeface="+mj-lt"/>
              </a:rPr>
              <a:t>. </a:t>
            </a:r>
          </a:p>
          <a:p>
            <a:endParaRPr lang="es-MX" sz="1600" dirty="0">
              <a:latin typeface="+mj-lt"/>
            </a:endParaRPr>
          </a:p>
        </p:txBody>
      </p:sp>
      <p:pic>
        <p:nvPicPr>
          <p:cNvPr id="5" name="Imagen 4">
            <a:extLst>
              <a:ext uri="{FF2B5EF4-FFF2-40B4-BE49-F238E27FC236}">
                <a16:creationId xmlns:a16="http://schemas.microsoft.com/office/drawing/2014/main" id="{B6ECC95F-A391-186B-047D-4A9D69D135A9}"/>
              </a:ext>
            </a:extLst>
          </p:cNvPr>
          <p:cNvPicPr>
            <a:picLocks noChangeAspect="1"/>
          </p:cNvPicPr>
          <p:nvPr/>
        </p:nvPicPr>
        <p:blipFill>
          <a:blip r:embed="rId4"/>
          <a:stretch>
            <a:fillRect/>
          </a:stretch>
        </p:blipFill>
        <p:spPr>
          <a:xfrm>
            <a:off x="3037335" y="1125218"/>
            <a:ext cx="4810127" cy="1972925"/>
          </a:xfrm>
          <a:prstGeom prst="rect">
            <a:avLst/>
          </a:prstGeom>
        </p:spPr>
      </p:pic>
    </p:spTree>
    <p:extLst>
      <p:ext uri="{BB962C8B-B14F-4D97-AF65-F5344CB8AC3E}">
        <p14:creationId xmlns:p14="http://schemas.microsoft.com/office/powerpoint/2010/main" val="2549534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A7210-679D-18CD-9F65-7B685F8C903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DE9444E7-AA2B-F317-27A5-CF0F476A388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CDF9384-FF66-04D4-335C-9C8A7A2C7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2EBAA5C1-5B91-E3CD-9360-D9C3EF7EA78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9B9BEE2-E8E1-6BE1-3194-C453921D2054}"/>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MAKRO BARRANQUILLA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3E89FB37-53B5-8995-6520-98FD0E6E58DB}"/>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5F52B495-AB4B-2C78-3549-FF25FEEF8C6C}"/>
              </a:ext>
            </a:extLst>
          </p:cNvPr>
          <p:cNvSpPr txBox="1"/>
          <p:nvPr/>
        </p:nvSpPr>
        <p:spPr>
          <a:xfrm>
            <a:off x="2877350" y="3059668"/>
            <a:ext cx="5036564" cy="338554"/>
          </a:xfrm>
          <a:prstGeom prst="rect">
            <a:avLst/>
          </a:prstGeom>
          <a:noFill/>
        </p:spPr>
        <p:txBody>
          <a:bodyPr wrap="square">
            <a:spAutoFit/>
          </a:bodyPr>
          <a:lstStyle/>
          <a:p>
            <a:r>
              <a:rPr lang="es-CO" sz="1600" dirty="0">
                <a:hlinkClick r:id="rId3"/>
              </a:rPr>
              <a:t>MAKRO VILLA SANTOS.mp4 - Google Drive</a:t>
            </a:r>
            <a:endParaRPr lang="es-CO" sz="1600" b="0" i="0" u="none" strike="noStrike" dirty="0">
              <a:solidFill>
                <a:srgbClr val="000000"/>
              </a:solidFill>
              <a:effectLst/>
              <a:latin typeface="Aptos Narrow" panose="020B0004020202020204" pitchFamily="34" charset="0"/>
            </a:endParaRPr>
          </a:p>
        </p:txBody>
      </p:sp>
      <p:sp>
        <p:nvSpPr>
          <p:cNvPr id="13" name="CuadroTexto 12">
            <a:extLst>
              <a:ext uri="{FF2B5EF4-FFF2-40B4-BE49-F238E27FC236}">
                <a16:creationId xmlns:a16="http://schemas.microsoft.com/office/drawing/2014/main" id="{338B5C7A-6624-3767-68CA-A28CDEAF1966}"/>
              </a:ext>
            </a:extLst>
          </p:cNvPr>
          <p:cNvSpPr txBox="1"/>
          <p:nvPr/>
        </p:nvSpPr>
        <p:spPr>
          <a:xfrm>
            <a:off x="8061634" y="1359289"/>
            <a:ext cx="3805688" cy="3046988"/>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Manejo de objeciones: </a:t>
            </a:r>
            <a:r>
              <a:rPr lang="es-MX" sz="1600" dirty="0"/>
              <a:t>No se evidencia proactividad y/o dinamismo del asesor en atención de las objeciones y falta profundización en ofrecimiento de diversidad de productos. </a:t>
            </a:r>
          </a:p>
          <a:p>
            <a:endParaRPr lang="es-MX" sz="1600" dirty="0"/>
          </a:p>
          <a:p>
            <a:r>
              <a:rPr lang="es-MX" sz="1600" b="1" dirty="0"/>
              <a:t>Actividades del mes: </a:t>
            </a:r>
            <a:r>
              <a:rPr lang="es-MX" sz="1600" dirty="0"/>
              <a:t>No </a:t>
            </a:r>
            <a:r>
              <a:rPr lang="es-CO" sz="1600" dirty="0"/>
              <a:t>ofrece producto húmedo y comunica la dinámica de multiprice (por la compra de mas cantidades tiene descuento)</a:t>
            </a:r>
            <a:endParaRPr lang="es-MX" sz="1600" dirty="0"/>
          </a:p>
        </p:txBody>
      </p:sp>
      <p:pic>
        <p:nvPicPr>
          <p:cNvPr id="2" name="Imagen 1">
            <a:extLst>
              <a:ext uri="{FF2B5EF4-FFF2-40B4-BE49-F238E27FC236}">
                <a16:creationId xmlns:a16="http://schemas.microsoft.com/office/drawing/2014/main" id="{F6D8947E-1853-1987-7FCB-35617AD03AC8}"/>
              </a:ext>
            </a:extLst>
          </p:cNvPr>
          <p:cNvPicPr>
            <a:picLocks noChangeAspect="1"/>
          </p:cNvPicPr>
          <p:nvPr/>
        </p:nvPicPr>
        <p:blipFill>
          <a:blip r:embed="rId4"/>
          <a:stretch>
            <a:fillRect/>
          </a:stretch>
        </p:blipFill>
        <p:spPr>
          <a:xfrm>
            <a:off x="2896351" y="1073033"/>
            <a:ext cx="4841929" cy="1809750"/>
          </a:xfrm>
          <a:prstGeom prst="rect">
            <a:avLst/>
          </a:prstGeom>
        </p:spPr>
      </p:pic>
    </p:spTree>
    <p:extLst>
      <p:ext uri="{BB962C8B-B14F-4D97-AF65-F5344CB8AC3E}">
        <p14:creationId xmlns:p14="http://schemas.microsoft.com/office/powerpoint/2010/main" val="3037264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A120D-2F65-A930-508A-9D888B15193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B59730B-B303-B093-420E-3F2CD1C2A9B1}"/>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3E417172-169F-36D5-37AD-61C0DFDE0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2BCBD0CA-A0A5-8C6A-2D91-DDEF9A038F3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D136A9A-EE4C-2EF2-19DC-55A397C497B9}"/>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DISTRIBUCIONES MILENA </a:t>
            </a:r>
            <a:r>
              <a:rPr lang="es-MX" sz="1800" b="1" i="0" u="none" strike="noStrike" dirty="0">
                <a:solidFill>
                  <a:srgbClr val="000000"/>
                </a:solidFill>
                <a:effectLst/>
                <a:latin typeface="Aptos Narrow" panose="020B0004020202020204" pitchFamily="34" charset="0"/>
              </a:rPr>
              <a:t>-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2C27DEFB-1932-BDA1-638A-CEFA6C48CE87}"/>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7D0CA726-6ABA-1A1C-BD83-BD1A5FDF33D0}"/>
              </a:ext>
            </a:extLst>
          </p:cNvPr>
          <p:cNvSpPr txBox="1"/>
          <p:nvPr/>
        </p:nvSpPr>
        <p:spPr>
          <a:xfrm>
            <a:off x="3524249" y="3939925"/>
            <a:ext cx="6233900" cy="338554"/>
          </a:xfrm>
          <a:prstGeom prst="rect">
            <a:avLst/>
          </a:prstGeom>
          <a:noFill/>
        </p:spPr>
        <p:txBody>
          <a:bodyPr wrap="square">
            <a:spAutoFit/>
          </a:bodyPr>
          <a:lstStyle/>
          <a:p>
            <a:r>
              <a:rPr lang="es-CO" sz="1600" dirty="0">
                <a:hlinkClick r:id="rId3"/>
              </a:rPr>
              <a:t>DISTRIBUCIONES MILENA.mp4 - Google Drive</a:t>
            </a:r>
            <a:endParaRPr lang="es-CO" sz="1600" dirty="0"/>
          </a:p>
        </p:txBody>
      </p:sp>
      <p:pic>
        <p:nvPicPr>
          <p:cNvPr id="7" name="Imagen 6">
            <a:extLst>
              <a:ext uri="{FF2B5EF4-FFF2-40B4-BE49-F238E27FC236}">
                <a16:creationId xmlns:a16="http://schemas.microsoft.com/office/drawing/2014/main" id="{6FE75932-B8CC-7029-BB9A-A20C6573E137}"/>
              </a:ext>
            </a:extLst>
          </p:cNvPr>
          <p:cNvPicPr>
            <a:picLocks noChangeAspect="1"/>
          </p:cNvPicPr>
          <p:nvPr/>
        </p:nvPicPr>
        <p:blipFill>
          <a:blip r:embed="rId4"/>
          <a:stretch>
            <a:fillRect/>
          </a:stretch>
        </p:blipFill>
        <p:spPr>
          <a:xfrm>
            <a:off x="3524249" y="1088510"/>
            <a:ext cx="6233900" cy="2541793"/>
          </a:xfrm>
          <a:prstGeom prst="rect">
            <a:avLst/>
          </a:prstGeom>
        </p:spPr>
      </p:pic>
    </p:spTree>
    <p:extLst>
      <p:ext uri="{BB962C8B-B14F-4D97-AF65-F5344CB8AC3E}">
        <p14:creationId xmlns:p14="http://schemas.microsoft.com/office/powerpoint/2010/main" val="2948970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0B9EB-3594-02A5-FB30-A50E455C5D3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4133A8D-FD1A-4F23-A87F-7E633207F0B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64622DF0-37E7-0C27-D94B-97924E9B9C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04ECDD01-7D44-F52C-E2BD-92EBE12094D6}"/>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C3657BB7-83F4-9E4C-D2E4-C80FCD29A548}"/>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SUPERMASCOTAS CIUDAD JARDIN</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D0F02954-437D-8BB8-FB53-11C548C72CB6}"/>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082DCA24-6E42-FF18-4281-99AA9676CA9E}"/>
              </a:ext>
            </a:extLst>
          </p:cNvPr>
          <p:cNvSpPr txBox="1"/>
          <p:nvPr/>
        </p:nvSpPr>
        <p:spPr>
          <a:xfrm>
            <a:off x="3026020" y="4062691"/>
            <a:ext cx="5022827" cy="338554"/>
          </a:xfrm>
          <a:prstGeom prst="rect">
            <a:avLst/>
          </a:prstGeom>
          <a:noFill/>
        </p:spPr>
        <p:txBody>
          <a:bodyPr wrap="square">
            <a:spAutoFit/>
          </a:bodyPr>
          <a:lstStyle/>
          <a:p>
            <a:r>
              <a:rPr lang="es-CO" sz="1600" dirty="0">
                <a:hlinkClick r:id="rId3"/>
              </a:rPr>
              <a:t>MISTER SUPERMASCOTAS.mp4 - Google Drive</a:t>
            </a:r>
            <a:endParaRPr lang="es-CO" sz="1600" dirty="0"/>
          </a:p>
        </p:txBody>
      </p:sp>
      <p:pic>
        <p:nvPicPr>
          <p:cNvPr id="5" name="Imagen 4">
            <a:extLst>
              <a:ext uri="{FF2B5EF4-FFF2-40B4-BE49-F238E27FC236}">
                <a16:creationId xmlns:a16="http://schemas.microsoft.com/office/drawing/2014/main" id="{2E865BE1-1710-A518-D9F8-883E69FAC255}"/>
              </a:ext>
            </a:extLst>
          </p:cNvPr>
          <p:cNvPicPr>
            <a:picLocks noChangeAspect="1"/>
          </p:cNvPicPr>
          <p:nvPr/>
        </p:nvPicPr>
        <p:blipFill>
          <a:blip r:embed="rId4"/>
          <a:stretch>
            <a:fillRect/>
          </a:stretch>
        </p:blipFill>
        <p:spPr>
          <a:xfrm>
            <a:off x="3026020" y="1385035"/>
            <a:ext cx="5022827" cy="2167633"/>
          </a:xfrm>
          <a:prstGeom prst="rect">
            <a:avLst/>
          </a:prstGeom>
        </p:spPr>
      </p:pic>
      <p:sp>
        <p:nvSpPr>
          <p:cNvPr id="13" name="CuadroTexto 12">
            <a:extLst>
              <a:ext uri="{FF2B5EF4-FFF2-40B4-BE49-F238E27FC236}">
                <a16:creationId xmlns:a16="http://schemas.microsoft.com/office/drawing/2014/main" id="{412ACAC2-9017-7988-4BDD-88E6F509B028}"/>
              </a:ext>
            </a:extLst>
          </p:cNvPr>
          <p:cNvSpPr txBox="1"/>
          <p:nvPr/>
        </p:nvSpPr>
        <p:spPr>
          <a:xfrm>
            <a:off x="8234943" y="1482798"/>
            <a:ext cx="3615880" cy="2062103"/>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Manejo de objeciones: </a:t>
            </a:r>
            <a:r>
              <a:rPr lang="es-MX" sz="1600" dirty="0"/>
              <a:t>No se evidencia proactividad y/o dinamismo del asesor en atención de las objeciones y falta profundización en ofrecimiento de diversidad de productos. </a:t>
            </a:r>
          </a:p>
        </p:txBody>
      </p:sp>
    </p:spTree>
    <p:extLst>
      <p:ext uri="{BB962C8B-B14F-4D97-AF65-F5344CB8AC3E}">
        <p14:creationId xmlns:p14="http://schemas.microsoft.com/office/powerpoint/2010/main" val="2171170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CAE1-258A-E010-A937-85609E72FD84}"/>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23AF946C-CB9A-CA27-B6F9-1FCE62460077}"/>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B89BDAE1-4AD2-0F9F-5080-5446792BA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7BFAE14F-A001-37D2-DA9B-A87A593274E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8BA44872-0B73-FB89-1680-D8B3FE61F801}"/>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AGRO LA HACIENDA SUR - </a:t>
            </a:r>
            <a:r>
              <a:rPr lang="es-MX" sz="1800" b="1" i="0" u="none" strike="noStrike" dirty="0">
                <a:solidFill>
                  <a:srgbClr val="000000"/>
                </a:solidFill>
                <a:effectLst/>
                <a:latin typeface="Aptos Narrow" panose="020B0004020202020204" pitchFamily="34" charset="0"/>
              </a:rPr>
              <a:t>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F6CE5A72-C4A2-274B-BFE8-E3C6D883FC5B}"/>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E24FDFE9-9E62-5145-8BDC-13037CBB0C6D}"/>
              </a:ext>
            </a:extLst>
          </p:cNvPr>
          <p:cNvSpPr txBox="1"/>
          <p:nvPr/>
        </p:nvSpPr>
        <p:spPr>
          <a:xfrm>
            <a:off x="3026020" y="4062691"/>
            <a:ext cx="5022827" cy="338554"/>
          </a:xfrm>
          <a:prstGeom prst="rect">
            <a:avLst/>
          </a:prstGeom>
          <a:noFill/>
        </p:spPr>
        <p:txBody>
          <a:bodyPr wrap="square">
            <a:spAutoFit/>
          </a:bodyPr>
          <a:lstStyle/>
          <a:p>
            <a:r>
              <a:rPr lang="es-CO" sz="1600" dirty="0">
                <a:hlinkClick r:id="rId3"/>
              </a:rPr>
              <a:t>MISTERY AGRO LA HACIENDA.mp4 - Google Drive</a:t>
            </a:r>
            <a:endParaRPr lang="es-CO" sz="1600" dirty="0"/>
          </a:p>
        </p:txBody>
      </p:sp>
      <p:pic>
        <p:nvPicPr>
          <p:cNvPr id="2" name="Imagen 1">
            <a:extLst>
              <a:ext uri="{FF2B5EF4-FFF2-40B4-BE49-F238E27FC236}">
                <a16:creationId xmlns:a16="http://schemas.microsoft.com/office/drawing/2014/main" id="{412007F8-F08F-B8BC-07C4-E95D0506952A}"/>
              </a:ext>
            </a:extLst>
          </p:cNvPr>
          <p:cNvPicPr>
            <a:picLocks noChangeAspect="1"/>
          </p:cNvPicPr>
          <p:nvPr/>
        </p:nvPicPr>
        <p:blipFill>
          <a:blip r:embed="rId4"/>
          <a:stretch>
            <a:fillRect/>
          </a:stretch>
        </p:blipFill>
        <p:spPr>
          <a:xfrm>
            <a:off x="3026020" y="1488930"/>
            <a:ext cx="5019675" cy="1940070"/>
          </a:xfrm>
          <a:prstGeom prst="rect">
            <a:avLst/>
          </a:prstGeom>
        </p:spPr>
      </p:pic>
      <p:sp>
        <p:nvSpPr>
          <p:cNvPr id="6" name="CuadroTexto 5">
            <a:extLst>
              <a:ext uri="{FF2B5EF4-FFF2-40B4-BE49-F238E27FC236}">
                <a16:creationId xmlns:a16="http://schemas.microsoft.com/office/drawing/2014/main" id="{15CE5A8A-A5DC-EC15-9548-731674F9F744}"/>
              </a:ext>
            </a:extLst>
          </p:cNvPr>
          <p:cNvSpPr txBox="1"/>
          <p:nvPr/>
        </p:nvSpPr>
        <p:spPr>
          <a:xfrm>
            <a:off x="8061634" y="1359289"/>
            <a:ext cx="3805688" cy="3046988"/>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Manejo de objeciones: </a:t>
            </a:r>
            <a:r>
              <a:rPr lang="es-MX" sz="1600" dirty="0"/>
              <a:t>No se evidencia proactividad y/o dinamismo del asesor en atención de las objeciones y falta profundización en ofrecimiento de diversidad de productos. </a:t>
            </a:r>
          </a:p>
          <a:p>
            <a:endParaRPr lang="es-MX" sz="1600" dirty="0"/>
          </a:p>
          <a:p>
            <a:r>
              <a:rPr lang="es-MX" sz="1600" b="1" dirty="0"/>
              <a:t>Actividades del mes: </a:t>
            </a:r>
            <a:r>
              <a:rPr lang="es-MX" sz="1600" dirty="0"/>
              <a:t>No </a:t>
            </a:r>
            <a:r>
              <a:rPr lang="es-CO" sz="1600" dirty="0"/>
              <a:t>ofrece producto húmedo y comunica la dinámica de multiprice (por la compra de mas cantidades tiene descuento)</a:t>
            </a:r>
            <a:endParaRPr lang="es-MX" sz="1600" dirty="0"/>
          </a:p>
        </p:txBody>
      </p:sp>
    </p:spTree>
    <p:extLst>
      <p:ext uri="{BB962C8B-B14F-4D97-AF65-F5344CB8AC3E}">
        <p14:creationId xmlns:p14="http://schemas.microsoft.com/office/powerpoint/2010/main" val="1510060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D9887-EBDC-1BD3-3B21-C82AB720727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7EE0B9-0A4A-2C07-32B5-A94C198AC67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BDB1BAB-0B23-3254-CC8C-5EACDB3C3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9E952ECC-1332-7614-E94E-486F2EE28D49}"/>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5C7A547-8EBD-2051-1FEA-1B86E508459D}"/>
              </a:ext>
            </a:extLst>
          </p:cNvPr>
          <p:cNvSpPr txBox="1"/>
          <p:nvPr/>
        </p:nvSpPr>
        <p:spPr>
          <a:xfrm>
            <a:off x="2860851" y="165181"/>
            <a:ext cx="7492517" cy="923330"/>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CARULLA RINCON DE OVIEDO - MEDELLIN</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A1FCA8FD-BBB0-859C-E4BF-8CE0E059ACC2}"/>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2" name="CuadroTexto 1">
            <a:extLst>
              <a:ext uri="{FF2B5EF4-FFF2-40B4-BE49-F238E27FC236}">
                <a16:creationId xmlns:a16="http://schemas.microsoft.com/office/drawing/2014/main" id="{1CEBA107-A718-277C-D060-2AC766F67792}"/>
              </a:ext>
            </a:extLst>
          </p:cNvPr>
          <p:cNvSpPr txBox="1"/>
          <p:nvPr/>
        </p:nvSpPr>
        <p:spPr>
          <a:xfrm>
            <a:off x="8064668" y="1457844"/>
            <a:ext cx="3818475" cy="2308324"/>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Abordaje: </a:t>
            </a:r>
            <a:r>
              <a:rPr lang="es-MX" sz="1600" b="0" dirty="0"/>
              <a:t>No </a:t>
            </a:r>
            <a:r>
              <a:rPr lang="es-MX" sz="1600" dirty="0"/>
              <a:t>se produce abordaje proactivo al cliente.</a:t>
            </a:r>
            <a:endParaRPr lang="es-MX" sz="1600" b="0" dirty="0"/>
          </a:p>
          <a:p>
            <a:endParaRPr lang="es-MX" sz="1600" dirty="0">
              <a:latin typeface="+mj-lt"/>
            </a:endParaRPr>
          </a:p>
          <a:p>
            <a:r>
              <a:rPr lang="es-MX" sz="1600" b="1" dirty="0"/>
              <a:t>Actividades del mes: </a:t>
            </a:r>
            <a:r>
              <a:rPr lang="es-MX" sz="1600" dirty="0"/>
              <a:t>No </a:t>
            </a:r>
            <a:r>
              <a:rPr lang="es-CO" sz="1600" dirty="0"/>
              <a:t>ofrece producto húmedo y comunica la dinámica de </a:t>
            </a:r>
            <a:r>
              <a:rPr lang="es-CO" sz="1600" dirty="0" err="1"/>
              <a:t>multiprice</a:t>
            </a:r>
            <a:r>
              <a:rPr lang="es-CO" sz="1600" dirty="0"/>
              <a:t> (por la compra de mas cantidades tiene descuento)</a:t>
            </a:r>
            <a:endParaRPr lang="es-MX" sz="1600" dirty="0"/>
          </a:p>
        </p:txBody>
      </p:sp>
      <p:pic>
        <p:nvPicPr>
          <p:cNvPr id="7" name="Imagen 6">
            <a:extLst>
              <a:ext uri="{FF2B5EF4-FFF2-40B4-BE49-F238E27FC236}">
                <a16:creationId xmlns:a16="http://schemas.microsoft.com/office/drawing/2014/main" id="{D450BF0C-B8DE-C775-AC5A-922D6FF132FC}"/>
              </a:ext>
            </a:extLst>
          </p:cNvPr>
          <p:cNvPicPr>
            <a:picLocks noChangeAspect="1"/>
          </p:cNvPicPr>
          <p:nvPr/>
        </p:nvPicPr>
        <p:blipFill>
          <a:blip r:embed="rId3"/>
          <a:stretch>
            <a:fillRect/>
          </a:stretch>
        </p:blipFill>
        <p:spPr>
          <a:xfrm>
            <a:off x="2980502" y="1271462"/>
            <a:ext cx="5019675" cy="2157537"/>
          </a:xfrm>
          <a:prstGeom prst="rect">
            <a:avLst/>
          </a:prstGeom>
        </p:spPr>
      </p:pic>
      <p:sp>
        <p:nvSpPr>
          <p:cNvPr id="12" name="CuadroTexto 11">
            <a:extLst>
              <a:ext uri="{FF2B5EF4-FFF2-40B4-BE49-F238E27FC236}">
                <a16:creationId xmlns:a16="http://schemas.microsoft.com/office/drawing/2014/main" id="{E430F9FF-A82F-9A90-D63C-4DD254EA0D9E}"/>
              </a:ext>
            </a:extLst>
          </p:cNvPr>
          <p:cNvSpPr txBox="1"/>
          <p:nvPr/>
        </p:nvSpPr>
        <p:spPr>
          <a:xfrm>
            <a:off x="3026020" y="4062691"/>
            <a:ext cx="5022827" cy="338554"/>
          </a:xfrm>
          <a:prstGeom prst="rect">
            <a:avLst/>
          </a:prstGeom>
          <a:noFill/>
        </p:spPr>
        <p:txBody>
          <a:bodyPr wrap="square">
            <a:spAutoFit/>
          </a:bodyPr>
          <a:lstStyle/>
          <a:p>
            <a:r>
              <a:rPr lang="es-CO" sz="1600" dirty="0">
                <a:hlinkClick r:id="rId4"/>
              </a:rPr>
              <a:t>CARULLA RINCON DE OVIEDO.mp4 - Google Drive</a:t>
            </a:r>
            <a:endParaRPr lang="es-CO" sz="1600" dirty="0"/>
          </a:p>
        </p:txBody>
      </p:sp>
    </p:spTree>
    <p:extLst>
      <p:ext uri="{BB962C8B-B14F-4D97-AF65-F5344CB8AC3E}">
        <p14:creationId xmlns:p14="http://schemas.microsoft.com/office/powerpoint/2010/main" val="2170750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EF0ED-2881-9C42-2292-92FFD6F9AD6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2CAD49-71B0-6960-B7E9-CCA1A2FF9A0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EB312836-2645-3D08-B45D-615305B59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69119ADF-8470-D451-2D33-1C9922DDF85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5B71B624-8335-4512-DA4C-EF7EE64FF616}"/>
              </a:ext>
            </a:extLst>
          </p:cNvPr>
          <p:cNvSpPr txBox="1"/>
          <p:nvPr/>
        </p:nvSpPr>
        <p:spPr>
          <a:xfrm>
            <a:off x="2877350" y="114934"/>
            <a:ext cx="5842107"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ÉXITO CALLE 80 -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95AD48C2-AD22-F75F-A0D1-D3FA508FF326}"/>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518CA6F3-BE07-4244-7D5E-6E7D573F23B6}"/>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20EE4ACA-59EE-FFEC-19FE-E9C36071562E}"/>
              </a:ext>
            </a:extLst>
          </p:cNvPr>
          <p:cNvSpPr txBox="1"/>
          <p:nvPr/>
        </p:nvSpPr>
        <p:spPr>
          <a:xfrm>
            <a:off x="3049030" y="3105835"/>
            <a:ext cx="6098058" cy="1477328"/>
          </a:xfrm>
          <a:prstGeom prst="rect">
            <a:avLst/>
          </a:prstGeom>
          <a:noFill/>
        </p:spPr>
        <p:txBody>
          <a:bodyPr wrap="square">
            <a:spAutoFit/>
          </a:bodyPr>
          <a:lstStyle/>
          <a:p>
            <a:r>
              <a:rPr lang="es-CO" dirty="0">
                <a:hlinkClick r:id="rId3"/>
              </a:rPr>
              <a:t>MYSTERY PURINA PRIMER VIDEO EXITO CALLE 80.avi - Google Drive</a:t>
            </a:r>
            <a:endParaRPr lang="es-CO" dirty="0"/>
          </a:p>
          <a:p>
            <a:endParaRPr lang="es-CO" dirty="0">
              <a:solidFill>
                <a:srgbClr val="000000"/>
              </a:solidFill>
              <a:latin typeface="Aptos Narrow" panose="020B0004020202020204" pitchFamily="34" charset="0"/>
            </a:endParaRPr>
          </a:p>
          <a:p>
            <a:r>
              <a:rPr lang="es-CO" dirty="0">
                <a:hlinkClick r:id="rId4"/>
              </a:rPr>
              <a:t>MYSTERY PURINA SEGUNDO VIDEO EXITO CALLE 80.avi - Google Drive</a:t>
            </a:r>
            <a:endParaRPr lang="es-CO" dirty="0"/>
          </a:p>
        </p:txBody>
      </p:sp>
      <p:sp>
        <p:nvSpPr>
          <p:cNvPr id="5" name="CuadroTexto 4">
            <a:extLst>
              <a:ext uri="{FF2B5EF4-FFF2-40B4-BE49-F238E27FC236}">
                <a16:creationId xmlns:a16="http://schemas.microsoft.com/office/drawing/2014/main" id="{0DFFE4B8-13FB-ABB0-BFBC-74FFCE8618FA}"/>
              </a:ext>
            </a:extLst>
          </p:cNvPr>
          <p:cNvSpPr txBox="1"/>
          <p:nvPr/>
        </p:nvSpPr>
        <p:spPr>
          <a:xfrm>
            <a:off x="3232223" y="1373898"/>
            <a:ext cx="3818475" cy="830997"/>
          </a:xfrm>
          <a:prstGeom prst="rect">
            <a:avLst/>
          </a:prstGeom>
          <a:noFill/>
          <a:ln>
            <a:solidFill>
              <a:schemeClr val="tx1"/>
            </a:solidFill>
          </a:ln>
        </p:spPr>
        <p:txBody>
          <a:bodyPr wrap="square" rtlCol="0">
            <a:spAutoFit/>
          </a:bodyPr>
          <a:lstStyle/>
          <a:p>
            <a:r>
              <a:rPr lang="es-CO" sz="1600" dirty="0"/>
              <a:t>SE RETRASO EN LA RUTA Y NO HABIA ALCANZADO A LLEGAR ESTABA EN OTRO PUNTO</a:t>
            </a:r>
            <a:endParaRPr lang="es-MX" sz="1600" dirty="0">
              <a:highlight>
                <a:srgbClr val="C0C0C0"/>
              </a:highlight>
            </a:endParaRPr>
          </a:p>
        </p:txBody>
      </p:sp>
    </p:spTree>
    <p:extLst>
      <p:ext uri="{BB962C8B-B14F-4D97-AF65-F5344CB8AC3E}">
        <p14:creationId xmlns:p14="http://schemas.microsoft.com/office/powerpoint/2010/main" val="111384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39CBE-D528-4847-5E83-CB28B86A505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463C9B1-7DB5-101C-4A09-DC17A6EADBB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6602BF9F-16DA-5664-6754-F4D0F1B57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E4B3735B-E308-6ED6-49EC-80D2AC470E7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59CCA2D4-5DF5-B890-7CF1-CABB094D68C1}"/>
              </a:ext>
            </a:extLst>
          </p:cNvPr>
          <p:cNvSpPr txBox="1"/>
          <p:nvPr/>
        </p:nvSpPr>
        <p:spPr>
          <a:xfrm>
            <a:off x="2877350" y="114934"/>
            <a:ext cx="5842107"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JUMBO TITAN -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35CAA438-FE30-3A70-BFD8-F36CB70C3A6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6B4B8D1A-B533-C38F-A643-8694D5AACE9E}"/>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55549DC3-A112-5D7A-CB9B-8B03813E45DF}"/>
              </a:ext>
            </a:extLst>
          </p:cNvPr>
          <p:cNvSpPr txBox="1"/>
          <p:nvPr/>
        </p:nvSpPr>
        <p:spPr>
          <a:xfrm>
            <a:off x="3049030" y="3105835"/>
            <a:ext cx="6098058" cy="369332"/>
          </a:xfrm>
          <a:prstGeom prst="rect">
            <a:avLst/>
          </a:prstGeom>
          <a:noFill/>
        </p:spPr>
        <p:txBody>
          <a:bodyPr wrap="square">
            <a:spAutoFit/>
          </a:bodyPr>
          <a:lstStyle/>
          <a:p>
            <a:r>
              <a:rPr lang="es-CO" dirty="0">
                <a:hlinkClick r:id="rId3"/>
              </a:rPr>
              <a:t>MYSTERY PURINA JUMBO TITAN.avi - Google Drive</a:t>
            </a:r>
            <a:endParaRPr lang="es-CO" dirty="0"/>
          </a:p>
        </p:txBody>
      </p:sp>
      <p:sp>
        <p:nvSpPr>
          <p:cNvPr id="5" name="CuadroTexto 4">
            <a:extLst>
              <a:ext uri="{FF2B5EF4-FFF2-40B4-BE49-F238E27FC236}">
                <a16:creationId xmlns:a16="http://schemas.microsoft.com/office/drawing/2014/main" id="{3CEBA708-7AF4-6FB5-622C-770C0F4FF016}"/>
              </a:ext>
            </a:extLst>
          </p:cNvPr>
          <p:cNvSpPr txBox="1"/>
          <p:nvPr/>
        </p:nvSpPr>
        <p:spPr>
          <a:xfrm>
            <a:off x="3232223" y="1373898"/>
            <a:ext cx="3818475" cy="584775"/>
          </a:xfrm>
          <a:prstGeom prst="rect">
            <a:avLst/>
          </a:prstGeom>
          <a:noFill/>
          <a:ln>
            <a:solidFill>
              <a:schemeClr val="tx1"/>
            </a:solidFill>
          </a:ln>
        </p:spPr>
        <p:txBody>
          <a:bodyPr wrap="square" rtlCol="0">
            <a:spAutoFit/>
          </a:bodyPr>
          <a:lstStyle/>
          <a:p>
            <a:r>
              <a:rPr lang="es-CO" sz="1600" dirty="0"/>
              <a:t>EL ASESOR ESTABA EN EVENTO EN OTRO PUNTO</a:t>
            </a:r>
            <a:endParaRPr lang="es-MX" sz="1600" dirty="0">
              <a:highlight>
                <a:srgbClr val="C0C0C0"/>
              </a:highlight>
            </a:endParaRPr>
          </a:p>
        </p:txBody>
      </p:sp>
    </p:spTree>
    <p:extLst>
      <p:ext uri="{BB962C8B-B14F-4D97-AF65-F5344CB8AC3E}">
        <p14:creationId xmlns:p14="http://schemas.microsoft.com/office/powerpoint/2010/main" val="558781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50356-63FC-F627-DE59-E90D491F1FDC}"/>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39BB7F6-1280-F4DC-5960-ADA55A36511F}"/>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6CEBBFC1-FDC8-9E22-97D3-E36BF3E3E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35E566F4-24FC-E6FC-B31C-F87C53E0DB89}"/>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285F287C-3F20-0A2C-D2DD-6DFD49E3D3B3}"/>
              </a:ext>
            </a:extLst>
          </p:cNvPr>
          <p:cNvSpPr txBox="1"/>
          <p:nvPr/>
        </p:nvSpPr>
        <p:spPr>
          <a:xfrm>
            <a:off x="2877350" y="114934"/>
            <a:ext cx="5842107"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LAIKA 116 -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0856CA21-88CF-4AC9-C758-39FED0720B6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DBAD36D3-0F95-A0AA-2836-C0121CFA5C22}"/>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DDFC2AF6-9A7F-EF58-DE4A-E928DD55D04A}"/>
              </a:ext>
            </a:extLst>
          </p:cNvPr>
          <p:cNvSpPr txBox="1"/>
          <p:nvPr/>
        </p:nvSpPr>
        <p:spPr>
          <a:xfrm>
            <a:off x="3049030" y="3105835"/>
            <a:ext cx="6098058" cy="369332"/>
          </a:xfrm>
          <a:prstGeom prst="rect">
            <a:avLst/>
          </a:prstGeom>
          <a:noFill/>
        </p:spPr>
        <p:txBody>
          <a:bodyPr wrap="square">
            <a:spAutoFit/>
          </a:bodyPr>
          <a:lstStyle/>
          <a:p>
            <a:r>
              <a:rPr lang="es-CO" dirty="0">
                <a:hlinkClick r:id="rId3"/>
              </a:rPr>
              <a:t>MYSTERY PURINA LAIKA 116 .</a:t>
            </a:r>
            <a:r>
              <a:rPr lang="es-CO" dirty="0" err="1">
                <a:hlinkClick r:id="rId3"/>
              </a:rPr>
              <a:t>avi</a:t>
            </a:r>
            <a:r>
              <a:rPr lang="es-CO" dirty="0">
                <a:hlinkClick r:id="rId3"/>
              </a:rPr>
              <a:t> - Google Drive</a:t>
            </a:r>
            <a:endParaRPr lang="es-CO" dirty="0"/>
          </a:p>
        </p:txBody>
      </p:sp>
      <p:sp>
        <p:nvSpPr>
          <p:cNvPr id="5" name="CuadroTexto 4">
            <a:extLst>
              <a:ext uri="{FF2B5EF4-FFF2-40B4-BE49-F238E27FC236}">
                <a16:creationId xmlns:a16="http://schemas.microsoft.com/office/drawing/2014/main" id="{ACE6AE98-C3FD-DF4F-8EDC-B8344899E919}"/>
              </a:ext>
            </a:extLst>
          </p:cNvPr>
          <p:cNvSpPr txBox="1"/>
          <p:nvPr/>
        </p:nvSpPr>
        <p:spPr>
          <a:xfrm>
            <a:off x="3232223" y="1373898"/>
            <a:ext cx="3818475" cy="338554"/>
          </a:xfrm>
          <a:prstGeom prst="rect">
            <a:avLst/>
          </a:prstGeom>
          <a:noFill/>
          <a:ln>
            <a:solidFill>
              <a:schemeClr val="tx1"/>
            </a:solidFill>
          </a:ln>
        </p:spPr>
        <p:txBody>
          <a:bodyPr wrap="square" rtlCol="0">
            <a:spAutoFit/>
          </a:bodyPr>
          <a:lstStyle/>
          <a:p>
            <a:r>
              <a:rPr lang="es-CO" sz="1600" dirty="0"/>
              <a:t>TENIA INCAPACIDAD</a:t>
            </a:r>
            <a:endParaRPr lang="es-MX" sz="1600" dirty="0">
              <a:highlight>
                <a:srgbClr val="C0C0C0"/>
              </a:highlight>
            </a:endParaRPr>
          </a:p>
        </p:txBody>
      </p:sp>
    </p:spTree>
    <p:extLst>
      <p:ext uri="{BB962C8B-B14F-4D97-AF65-F5344CB8AC3E}">
        <p14:creationId xmlns:p14="http://schemas.microsoft.com/office/powerpoint/2010/main" val="442886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50A94-F6ED-9590-49DC-656782BB5461}"/>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E1F42E8-A889-8B77-57F0-7324F98ED9E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B025B5BD-16E9-9BB3-1216-64543A69B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9D2B8CE1-A987-2591-B3A1-B8AD112153BE}"/>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B0F05580-970C-3B47-2FA1-062F3CB6FABE}"/>
              </a:ext>
            </a:extLst>
          </p:cNvPr>
          <p:cNvSpPr txBox="1"/>
          <p:nvPr/>
        </p:nvSpPr>
        <p:spPr>
          <a:xfrm>
            <a:off x="2877350" y="114934"/>
            <a:ext cx="5476461"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SU PAPA LOPEZ -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12" name="Rectángulo: esquinas redondeadas 11">
            <a:extLst>
              <a:ext uri="{FF2B5EF4-FFF2-40B4-BE49-F238E27FC236}">
                <a16:creationId xmlns:a16="http://schemas.microsoft.com/office/drawing/2014/main" id="{60105153-3FE0-45C7-6B0C-BF0AA57B6DEC}"/>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56A4DBAB-E9E5-9222-062F-37485377F7C4}"/>
              </a:ext>
            </a:extLst>
          </p:cNvPr>
          <p:cNvSpPr txBox="1"/>
          <p:nvPr/>
        </p:nvSpPr>
        <p:spPr>
          <a:xfrm>
            <a:off x="3049030" y="3105835"/>
            <a:ext cx="6098058" cy="369332"/>
          </a:xfrm>
          <a:prstGeom prst="rect">
            <a:avLst/>
          </a:prstGeom>
          <a:noFill/>
        </p:spPr>
        <p:txBody>
          <a:bodyPr wrap="square">
            <a:spAutoFit/>
          </a:bodyPr>
          <a:lstStyle/>
          <a:p>
            <a:r>
              <a:rPr lang="es-CO" dirty="0">
                <a:hlinkClick r:id="rId3"/>
              </a:rPr>
              <a:t>SU PAPA LOPEZ MISTERY PURINA.mp4 - Google Drive</a:t>
            </a:r>
            <a:endParaRPr lang="es-CO" dirty="0"/>
          </a:p>
        </p:txBody>
      </p:sp>
      <p:sp>
        <p:nvSpPr>
          <p:cNvPr id="5" name="CuadroTexto 4">
            <a:extLst>
              <a:ext uri="{FF2B5EF4-FFF2-40B4-BE49-F238E27FC236}">
                <a16:creationId xmlns:a16="http://schemas.microsoft.com/office/drawing/2014/main" id="{F8FC5B52-84CC-1785-457F-D9DE24ADACD3}"/>
              </a:ext>
            </a:extLst>
          </p:cNvPr>
          <p:cNvSpPr txBox="1"/>
          <p:nvPr/>
        </p:nvSpPr>
        <p:spPr>
          <a:xfrm>
            <a:off x="3232223" y="1373898"/>
            <a:ext cx="3818475" cy="584775"/>
          </a:xfrm>
          <a:prstGeom prst="rect">
            <a:avLst/>
          </a:prstGeom>
          <a:noFill/>
          <a:ln>
            <a:solidFill>
              <a:schemeClr val="tx1"/>
            </a:solidFill>
          </a:ln>
        </p:spPr>
        <p:txBody>
          <a:bodyPr wrap="square" rtlCol="0">
            <a:spAutoFit/>
          </a:bodyPr>
          <a:lstStyle/>
          <a:p>
            <a:r>
              <a:rPr lang="es-CO" sz="1600" dirty="0"/>
              <a:t>YA HABIA SALIDO DEL PUNTO  PARA OTRO</a:t>
            </a:r>
            <a:endParaRPr lang="es-MX" sz="1600" dirty="0">
              <a:highlight>
                <a:srgbClr val="C0C0C0"/>
              </a:highlight>
            </a:endParaRPr>
          </a:p>
        </p:txBody>
      </p:sp>
    </p:spTree>
    <p:extLst>
      <p:ext uri="{BB962C8B-B14F-4D97-AF65-F5344CB8AC3E}">
        <p14:creationId xmlns:p14="http://schemas.microsoft.com/office/powerpoint/2010/main" val="1507660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741CA-F4F7-FDFF-E0BF-B26194CE67B4}"/>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B3F57497-E107-6D21-84A0-6F03B9D5230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2F4F0E80-C6D4-0989-83B4-9FECF8132A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21DC97E3-FE96-3C91-2583-9E64161D187B}"/>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37730FF3-9285-8C0F-34C4-B3889ED5D7B0}"/>
              </a:ext>
            </a:extLst>
          </p:cNvPr>
          <p:cNvSpPr txBox="1"/>
          <p:nvPr/>
        </p:nvSpPr>
        <p:spPr>
          <a:xfrm>
            <a:off x="2877350" y="114934"/>
            <a:ext cx="5476461" cy="646331"/>
          </a:xfrm>
          <a:prstGeom prst="rect">
            <a:avLst/>
          </a:prstGeom>
          <a:noFill/>
        </p:spPr>
        <p:txBody>
          <a:bodyPr wrap="square" rtlCol="0">
            <a:spAutoFit/>
          </a:bodyPr>
          <a:lstStyle/>
          <a:p>
            <a:r>
              <a:rPr lang="it-IT" b="1" dirty="0">
                <a:solidFill>
                  <a:srgbClr val="000000"/>
                </a:solidFill>
                <a:latin typeface="Aptos Narrow" panose="020B0004020202020204" pitchFamily="34" charset="0"/>
              </a:rPr>
              <a:t>OLIMPICA STO 137 VILLA COLOMBIA </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12" name="Rectángulo: esquinas redondeadas 11">
            <a:extLst>
              <a:ext uri="{FF2B5EF4-FFF2-40B4-BE49-F238E27FC236}">
                <a16:creationId xmlns:a16="http://schemas.microsoft.com/office/drawing/2014/main" id="{E777EA2A-509A-5A14-D318-847B0A113863}"/>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694B3E4F-DF18-C4DF-5038-C87E07DC04A9}"/>
              </a:ext>
            </a:extLst>
          </p:cNvPr>
          <p:cNvSpPr txBox="1"/>
          <p:nvPr/>
        </p:nvSpPr>
        <p:spPr>
          <a:xfrm>
            <a:off x="3049030" y="3105835"/>
            <a:ext cx="6098058" cy="646331"/>
          </a:xfrm>
          <a:prstGeom prst="rect">
            <a:avLst/>
          </a:prstGeom>
          <a:noFill/>
        </p:spPr>
        <p:txBody>
          <a:bodyPr wrap="square">
            <a:spAutoFit/>
          </a:bodyPr>
          <a:lstStyle/>
          <a:p>
            <a:r>
              <a:rPr lang="es-CO" dirty="0" err="1">
                <a:hlinkClick r:id="rId3"/>
              </a:rPr>
              <a:t>mistery</a:t>
            </a:r>
            <a:r>
              <a:rPr lang="es-CO" dirty="0">
                <a:hlinkClick r:id="rId3"/>
              </a:rPr>
              <a:t> OLIMPICA VILLA COLOMBIA.mp4 - Google Drive</a:t>
            </a:r>
            <a:endParaRPr lang="es-CO" dirty="0"/>
          </a:p>
          <a:p>
            <a:endParaRPr lang="es-CO" dirty="0"/>
          </a:p>
        </p:txBody>
      </p:sp>
      <p:sp>
        <p:nvSpPr>
          <p:cNvPr id="5" name="CuadroTexto 4">
            <a:extLst>
              <a:ext uri="{FF2B5EF4-FFF2-40B4-BE49-F238E27FC236}">
                <a16:creationId xmlns:a16="http://schemas.microsoft.com/office/drawing/2014/main" id="{6A72F5BA-44B9-3AAA-DBE8-6D6C95ECCF35}"/>
              </a:ext>
            </a:extLst>
          </p:cNvPr>
          <p:cNvSpPr txBox="1"/>
          <p:nvPr/>
        </p:nvSpPr>
        <p:spPr>
          <a:xfrm>
            <a:off x="3232223" y="1373898"/>
            <a:ext cx="3818475" cy="830997"/>
          </a:xfrm>
          <a:prstGeom prst="rect">
            <a:avLst/>
          </a:prstGeom>
          <a:noFill/>
          <a:ln>
            <a:solidFill>
              <a:schemeClr val="tx1"/>
            </a:solidFill>
          </a:ln>
        </p:spPr>
        <p:txBody>
          <a:bodyPr wrap="square" rtlCol="0">
            <a:spAutoFit/>
          </a:bodyPr>
          <a:lstStyle/>
          <a:p>
            <a:r>
              <a:rPr lang="es-CO" sz="1600" dirty="0"/>
              <a:t>SE RETRASO EN LA RUTA Y NO HABIA ALCANZADO A LLEGAR ESTABA EN OTRO PUNTO</a:t>
            </a:r>
            <a:endParaRPr lang="es-MX" sz="1600" dirty="0">
              <a:highlight>
                <a:srgbClr val="C0C0C0"/>
              </a:highlight>
            </a:endParaRPr>
          </a:p>
        </p:txBody>
      </p:sp>
    </p:spTree>
    <p:extLst>
      <p:ext uri="{BB962C8B-B14F-4D97-AF65-F5344CB8AC3E}">
        <p14:creationId xmlns:p14="http://schemas.microsoft.com/office/powerpoint/2010/main" val="1619484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0D363-22FB-0167-1AEC-4210366119E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CEC202C-0003-BB2D-42EE-0B4435FB8D1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0C89C80-70FE-8B39-665F-B2F6D19B0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68" y="3096973"/>
            <a:ext cx="2560659" cy="485171"/>
          </a:xfrm>
          <a:prstGeom prst="rect">
            <a:avLst/>
          </a:prstGeom>
        </p:spPr>
      </p:pic>
      <p:cxnSp>
        <p:nvCxnSpPr>
          <p:cNvPr id="9" name="Conector recto 8">
            <a:extLst>
              <a:ext uri="{FF2B5EF4-FFF2-40B4-BE49-F238E27FC236}">
                <a16:creationId xmlns:a16="http://schemas.microsoft.com/office/drawing/2014/main" id="{05D53E87-9F23-A22C-2547-0DF1F4F52E9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EAEC1A9-BC3E-83F3-7E36-EA16B624E7FE}"/>
              </a:ext>
            </a:extLst>
          </p:cNvPr>
          <p:cNvSpPr txBox="1"/>
          <p:nvPr/>
        </p:nvSpPr>
        <p:spPr>
          <a:xfrm>
            <a:off x="2877350" y="272904"/>
            <a:ext cx="6143624" cy="369332"/>
          </a:xfrm>
          <a:prstGeom prst="rect">
            <a:avLst/>
          </a:prstGeom>
          <a:noFill/>
        </p:spPr>
        <p:txBody>
          <a:bodyPr wrap="square" lIns="91440" tIns="45720" rIns="91440" bIns="45720" rtlCol="0" anchor="t">
            <a:spAutoFit/>
          </a:bodyPr>
          <a:lstStyle/>
          <a:p>
            <a:r>
              <a:rPr lang="es-MX" dirty="0">
                <a:latin typeface="Franklin Gothic Demi"/>
              </a:rPr>
              <a:t>PLANES DE ACCIÓN</a:t>
            </a:r>
            <a:endParaRPr lang="es-MX" dirty="0">
              <a:latin typeface="Franklin Gothic Demi" panose="020B0703020102020204" pitchFamily="34" charset="0"/>
            </a:endParaRPr>
          </a:p>
        </p:txBody>
      </p:sp>
      <p:sp>
        <p:nvSpPr>
          <p:cNvPr id="7" name="Rectangle 3">
            <a:extLst>
              <a:ext uri="{FF2B5EF4-FFF2-40B4-BE49-F238E27FC236}">
                <a16:creationId xmlns:a16="http://schemas.microsoft.com/office/drawing/2014/main" id="{3C6363B1-09DA-100B-8CBE-639B6623CA69}"/>
              </a:ext>
            </a:extLst>
          </p:cNvPr>
          <p:cNvSpPr>
            <a:spLocks noChangeArrowheads="1"/>
          </p:cNvSpPr>
          <p:nvPr/>
        </p:nvSpPr>
        <p:spPr bwMode="auto">
          <a:xfrm>
            <a:off x="3052916" y="1239571"/>
            <a:ext cx="8067368" cy="1815882"/>
          </a:xfrm>
          <a:prstGeom prst="rect">
            <a:avLst/>
          </a:prstGeom>
          <a:noFill/>
        </p:spPr>
        <p:txBody>
          <a:bodyPr wrap="square">
            <a:spAutoFit/>
          </a:bodyPr>
          <a:lstStyle/>
          <a:p>
            <a:r>
              <a:rPr lang="es-MX" sz="1600" b="1" dirty="0"/>
              <a:t>Portafolio y Manejo de Objeciones: </a:t>
            </a:r>
            <a:endParaRPr lang="es-CO" altLang="es-CO" sz="1600" dirty="0"/>
          </a:p>
          <a:p>
            <a:pPr marL="285750" indent="-285750">
              <a:buFont typeface="Arial" panose="020B0604020202020204" pitchFamily="34" charset="0"/>
              <a:buChar char="•"/>
            </a:pPr>
            <a:r>
              <a:rPr lang="es-CO" altLang="es-CO" sz="1600" dirty="0"/>
              <a:t>Capacitación en argumentación de ventas: Realizar talleres prácticos sobre los beneficios del portafolio y cómo responder objeciones comunes.</a:t>
            </a:r>
          </a:p>
          <a:p>
            <a:pPr marL="285750" indent="-285750">
              <a:buFont typeface="Arial" panose="020B0604020202020204" pitchFamily="34" charset="0"/>
              <a:buChar char="•"/>
            </a:pPr>
            <a:r>
              <a:rPr lang="es-CO" altLang="es-CO" sz="1600" dirty="0"/>
              <a:t>Guías rápidas de objeciones: Crear material de consulta rápida con respuestas efectivas a dudas frecuentes.</a:t>
            </a:r>
          </a:p>
          <a:p>
            <a:pPr marL="285750" indent="-285750">
              <a:buFont typeface="Arial" panose="020B0604020202020204" pitchFamily="34" charset="0"/>
              <a:buChar char="•"/>
            </a:pPr>
            <a:r>
              <a:rPr lang="es-CO" altLang="es-CO" sz="1600" dirty="0"/>
              <a:t>Role </a:t>
            </a:r>
            <a:r>
              <a:rPr lang="es-CO" altLang="es-CO" sz="1600" dirty="0" err="1"/>
              <a:t>playing</a:t>
            </a:r>
            <a:r>
              <a:rPr lang="es-CO" altLang="es-CO" sz="1600" dirty="0"/>
              <a:t> semanal: Simulaciones de ventas para mejorar la confianza en la argumentación</a:t>
            </a:r>
          </a:p>
        </p:txBody>
      </p:sp>
      <p:sp>
        <p:nvSpPr>
          <p:cNvPr id="10" name="Rectangle 4">
            <a:extLst>
              <a:ext uri="{FF2B5EF4-FFF2-40B4-BE49-F238E27FC236}">
                <a16:creationId xmlns:a16="http://schemas.microsoft.com/office/drawing/2014/main" id="{0475E81E-B101-3FA3-7BB6-F22BECA01727}"/>
              </a:ext>
            </a:extLst>
          </p:cNvPr>
          <p:cNvSpPr>
            <a:spLocks noChangeArrowheads="1"/>
          </p:cNvSpPr>
          <p:nvPr/>
        </p:nvSpPr>
        <p:spPr bwMode="auto">
          <a:xfrm>
            <a:off x="3052916" y="3140828"/>
            <a:ext cx="8421329" cy="1323439"/>
          </a:xfrm>
          <a:prstGeom prst="rect">
            <a:avLst/>
          </a:prstGeom>
          <a:noFill/>
        </p:spPr>
        <p:txBody>
          <a:bodyPr wrap="square">
            <a:spAutoFit/>
          </a:bodyPr>
          <a:lstStyle/>
          <a:p>
            <a:r>
              <a:rPr lang="es-CO" sz="1600" b="1" dirty="0"/>
              <a:t>Labor de Venta</a:t>
            </a:r>
            <a:r>
              <a:rPr lang="es-CO" sz="1600" dirty="0"/>
              <a:t> </a:t>
            </a:r>
            <a:r>
              <a:rPr lang="es-MX" sz="1600" b="1" dirty="0"/>
              <a:t>: </a:t>
            </a:r>
            <a:endParaRPr lang="es-CO" altLang="es-CO" sz="1600" dirty="0"/>
          </a:p>
          <a:p>
            <a:pPr marL="285750" indent="-285750">
              <a:buFont typeface="Arial" panose="020B0604020202020204" pitchFamily="34" charset="0"/>
              <a:buChar char="•"/>
            </a:pPr>
            <a:r>
              <a:rPr lang="es-CO" altLang="es-CO" sz="1600" dirty="0"/>
              <a:t>Entrenamiento en técnicas de cierre de ventas: Reforzar la venta consultiva con enfoque en necesidades del cliente.</a:t>
            </a:r>
          </a:p>
          <a:p>
            <a:pPr marL="285750" indent="-285750">
              <a:buFont typeface="Arial" panose="020B0604020202020204" pitchFamily="34" charset="0"/>
              <a:buChar char="•"/>
            </a:pPr>
            <a:r>
              <a:rPr lang="es-CO" altLang="es-CO" sz="1600" dirty="0"/>
              <a:t>Seguimiento con evaluaciones internas: </a:t>
            </a:r>
            <a:r>
              <a:rPr lang="es-CO" altLang="es-CO" sz="1600" dirty="0" err="1"/>
              <a:t>Mistery</a:t>
            </a:r>
            <a:r>
              <a:rPr lang="es-CO" altLang="es-CO" sz="1600" dirty="0"/>
              <a:t> </a:t>
            </a:r>
            <a:r>
              <a:rPr lang="es-CO" altLang="es-CO" sz="1600" dirty="0" err="1"/>
              <a:t>shoppers</a:t>
            </a:r>
            <a:r>
              <a:rPr lang="es-CO" altLang="es-CO" sz="1600" dirty="0"/>
              <a:t> internos para validar mejoras.</a:t>
            </a:r>
          </a:p>
          <a:p>
            <a:pPr marL="285750" indent="-285750">
              <a:buFont typeface="Arial" panose="020B0604020202020204" pitchFamily="34" charset="0"/>
              <a:buChar char="•"/>
            </a:pPr>
            <a:r>
              <a:rPr lang="es-CO" altLang="es-CO" sz="1600" dirty="0"/>
              <a:t>Incentivos por conversión: Recompensar a asesores con mayores tasas de cierre.</a:t>
            </a:r>
          </a:p>
        </p:txBody>
      </p:sp>
      <p:sp>
        <p:nvSpPr>
          <p:cNvPr id="12" name="CuadroTexto 11">
            <a:extLst>
              <a:ext uri="{FF2B5EF4-FFF2-40B4-BE49-F238E27FC236}">
                <a16:creationId xmlns:a16="http://schemas.microsoft.com/office/drawing/2014/main" id="{AB5F9E34-F9D1-C801-8326-DC19EDAF8D21}"/>
              </a:ext>
            </a:extLst>
          </p:cNvPr>
          <p:cNvSpPr txBox="1"/>
          <p:nvPr/>
        </p:nvSpPr>
        <p:spPr>
          <a:xfrm>
            <a:off x="3204087" y="5061602"/>
            <a:ext cx="7765026" cy="1569660"/>
          </a:xfrm>
          <a:prstGeom prst="rect">
            <a:avLst/>
          </a:prstGeom>
          <a:noFill/>
        </p:spPr>
        <p:txBody>
          <a:bodyPr wrap="square">
            <a:spAutoFit/>
          </a:bodyPr>
          <a:lstStyle/>
          <a:p>
            <a:pPr algn="ctr"/>
            <a:r>
              <a:rPr lang="es-MX" sz="1600" b="1" dirty="0"/>
              <a:t>Principal Alerta por ciudad: </a:t>
            </a:r>
          </a:p>
          <a:p>
            <a:pPr algn="ctr"/>
            <a:r>
              <a:rPr lang="es-MX" sz="1600" dirty="0"/>
              <a:t>En Medellín, reforzar capacitaciones en portafolio de manera urgente ya que es alarmante estar en un 33%, en Bogotá la alarma se centra en las habilidades comerciales 33% y en general el tema del uso correcto del uniforme de acuerdo a las políticas en todas las ciudades estamos por debajo del 50% lo cual es critico ya que es un tema en el cual no se deberían tener estas cifras.</a:t>
            </a:r>
            <a:endParaRPr lang="es-CO" sz="1600" dirty="0"/>
          </a:p>
        </p:txBody>
      </p:sp>
    </p:spTree>
    <p:extLst>
      <p:ext uri="{BB962C8B-B14F-4D97-AF65-F5344CB8AC3E}">
        <p14:creationId xmlns:p14="http://schemas.microsoft.com/office/powerpoint/2010/main" val="18239402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239B8D18AB98464181D1E85108248829" ma:contentTypeVersion="17" ma:contentTypeDescription="Crear nuevo documento." ma:contentTypeScope="" ma:versionID="b9cea1c05ae2262eed0cd5c2b2009515">
  <xsd:schema xmlns:xsd="http://www.w3.org/2001/XMLSchema" xmlns:xs="http://www.w3.org/2001/XMLSchema" xmlns:p="http://schemas.microsoft.com/office/2006/metadata/properties" xmlns:ns2="932c55c3-b5e0-4673-a25e-773070737706" xmlns:ns3="1828f71f-f3a5-414e-8b06-277e7a91b4d5" targetNamespace="http://schemas.microsoft.com/office/2006/metadata/properties" ma:root="true" ma:fieldsID="e080551d790acb6b42469279dd31adeb" ns2:_="" ns3:_="">
    <xsd:import namespace="932c55c3-b5e0-4673-a25e-773070737706"/>
    <xsd:import namespace="1828f71f-f3a5-414e-8b06-277e7a91b4d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c55c3-b5e0-4673-a25e-7730707377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afb041b7-8286-4f54-8f47-108c36162468"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828f71f-f3a5-414e-8b06-277e7a91b4d5"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6f7eabd3-d49c-4116-8f8a-f44327f7309c}" ma:internalName="TaxCatchAll" ma:showField="CatchAllData" ma:web="1828f71f-f3a5-414e-8b06-277e7a91b4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32c55c3-b5e0-4673-a25e-773070737706">
      <Terms xmlns="http://schemas.microsoft.com/office/infopath/2007/PartnerControls"/>
    </lcf76f155ced4ddcb4097134ff3c332f>
    <TaxCatchAll xmlns="1828f71f-f3a5-414e-8b06-277e7a91b4d5" xsi:nil="true"/>
  </documentManagement>
</p:properties>
</file>

<file path=customXml/itemProps1.xml><?xml version="1.0" encoding="utf-8"?>
<ds:datastoreItem xmlns:ds="http://schemas.openxmlformats.org/officeDocument/2006/customXml" ds:itemID="{C04E4501-7E14-43A4-96E9-4CECCAB4F3BE}">
  <ds:schemaRefs>
    <ds:schemaRef ds:uri="http://schemas.microsoft.com/sharepoint/v3/contenttype/forms"/>
  </ds:schemaRefs>
</ds:datastoreItem>
</file>

<file path=customXml/itemProps2.xml><?xml version="1.0" encoding="utf-8"?>
<ds:datastoreItem xmlns:ds="http://schemas.openxmlformats.org/officeDocument/2006/customXml" ds:itemID="{37EB27B2-C6AD-497E-9EA4-A694656B9662}"/>
</file>

<file path=customXml/itemProps3.xml><?xml version="1.0" encoding="utf-8"?>
<ds:datastoreItem xmlns:ds="http://schemas.openxmlformats.org/officeDocument/2006/customXml" ds:itemID="{48446356-CFDD-47F4-A1AC-D66587E12E15}">
  <ds:schemaRefs>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purl.org/dc/terms/"/>
    <ds:schemaRef ds:uri="e523bf45-09fb-4f9b-aa49-e403c0417b10"/>
    <ds:schemaRef ds:uri="http://purl.org/dc/elements/1.1/"/>
    <ds:schemaRef ds:uri="http://purl.org/dc/dcmitype/"/>
    <ds:schemaRef ds:uri="726c8eaf-14c1-4e89-a6e9-59524033e4a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4569</TotalTime>
  <Words>2810</Words>
  <Application>Microsoft Office PowerPoint</Application>
  <PresentationFormat>Panorámica</PresentationFormat>
  <Paragraphs>345</Paragraphs>
  <Slides>34</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34</vt:i4>
      </vt:variant>
    </vt:vector>
  </HeadingPairs>
  <TitlesOfParts>
    <vt:vector size="41" baseType="lpstr">
      <vt:lpstr>Aptos</vt:lpstr>
      <vt:lpstr>Aptos Display</vt:lpstr>
      <vt:lpstr>Aptos Narrow</vt:lpstr>
      <vt:lpstr>Arial</vt:lpstr>
      <vt:lpstr>Franklin Gothic Demi</vt:lpstr>
      <vt:lpstr>ui-sans-serif</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Angie Lorena Gomez Romero</dc:creator>
  <cp:lastModifiedBy>Diego Raul Guerrero Anaya</cp:lastModifiedBy>
  <cp:revision>35</cp:revision>
  <dcterms:created xsi:type="dcterms:W3CDTF">2024-07-23T15:31:20Z</dcterms:created>
  <dcterms:modified xsi:type="dcterms:W3CDTF">2025-07-16T14:32:30Z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4e5b13-2d98-4ce3-adad-008bcee42cb2_Enabled">
    <vt:lpwstr>true</vt:lpwstr>
  </property>
  <property fmtid="{D5CDD505-2E9C-101B-9397-08002B2CF9AE}" pid="3" name="MSIP_Label_b64e5b13-2d98-4ce3-adad-008bcee42cb2_SetDate">
    <vt:lpwstr>2025-02-18T12:54:11Z</vt:lpwstr>
  </property>
  <property fmtid="{D5CDD505-2E9C-101B-9397-08002B2CF9AE}" pid="4" name="MSIP_Label_b64e5b13-2d98-4ce3-adad-008bcee42cb2_Method">
    <vt:lpwstr>Standard</vt:lpwstr>
  </property>
  <property fmtid="{D5CDD505-2E9C-101B-9397-08002B2CF9AE}" pid="5" name="MSIP_Label_b64e5b13-2d98-4ce3-adad-008bcee42cb2_Name">
    <vt:lpwstr>Información Confidencial</vt:lpwstr>
  </property>
  <property fmtid="{D5CDD505-2E9C-101B-9397-08002B2CF9AE}" pid="6" name="MSIP_Label_b64e5b13-2d98-4ce3-adad-008bcee42cb2_SiteId">
    <vt:lpwstr>d2bc208e-4fff-4078-b5ac-f69a6a266ff3</vt:lpwstr>
  </property>
  <property fmtid="{D5CDD505-2E9C-101B-9397-08002B2CF9AE}" pid="7" name="MSIP_Label_b64e5b13-2d98-4ce3-adad-008bcee42cb2_ActionId">
    <vt:lpwstr>cc883d48-43a9-431b-b437-4e3ce90acde8</vt:lpwstr>
  </property>
  <property fmtid="{D5CDD505-2E9C-101B-9397-08002B2CF9AE}" pid="8" name="MSIP_Label_b64e5b13-2d98-4ce3-adad-008bcee42cb2_ContentBits">
    <vt:lpwstr>0</vt:lpwstr>
  </property>
  <property fmtid="{D5CDD505-2E9C-101B-9397-08002B2CF9AE}" pid="9" name="MSIP_Label_b64e5b13-2d98-4ce3-adad-008bcee42cb2_Tag">
    <vt:lpwstr>10, 3, 0, 2</vt:lpwstr>
  </property>
  <property fmtid="{D5CDD505-2E9C-101B-9397-08002B2CF9AE}" pid="10" name="ContentTypeId">
    <vt:lpwstr>0x010100239B8D18AB98464181D1E85108248829</vt:lpwstr>
  </property>
</Properties>
</file>