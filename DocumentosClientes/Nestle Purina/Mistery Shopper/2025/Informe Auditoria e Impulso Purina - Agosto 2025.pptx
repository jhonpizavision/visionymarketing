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2.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9"/>
  </p:notesMasterIdLst>
  <p:sldIdLst>
    <p:sldId id="332" r:id="rId5"/>
    <p:sldId id="333" r:id="rId6"/>
    <p:sldId id="334" r:id="rId7"/>
    <p:sldId id="354" r:id="rId8"/>
    <p:sldId id="353" r:id="rId9"/>
    <p:sldId id="379" r:id="rId10"/>
    <p:sldId id="380" r:id="rId11"/>
    <p:sldId id="381" r:id="rId12"/>
    <p:sldId id="382" r:id="rId13"/>
    <p:sldId id="383" r:id="rId14"/>
    <p:sldId id="384" r:id="rId15"/>
    <p:sldId id="385" r:id="rId16"/>
    <p:sldId id="386" r:id="rId17"/>
    <p:sldId id="387" r:id="rId18"/>
    <p:sldId id="388" r:id="rId19"/>
    <p:sldId id="389" r:id="rId20"/>
    <p:sldId id="390" r:id="rId21"/>
    <p:sldId id="391" r:id="rId22"/>
    <p:sldId id="392" r:id="rId23"/>
    <p:sldId id="331" r:id="rId24"/>
    <p:sldId id="276" r:id="rId25"/>
    <p:sldId id="257" r:id="rId26"/>
    <p:sldId id="311" r:id="rId27"/>
    <p:sldId id="378" r:id="rId28"/>
    <p:sldId id="393" r:id="rId29"/>
    <p:sldId id="394" r:id="rId30"/>
    <p:sldId id="395" r:id="rId31"/>
    <p:sldId id="396" r:id="rId32"/>
    <p:sldId id="397" r:id="rId33"/>
    <p:sldId id="398" r:id="rId34"/>
    <p:sldId id="399" r:id="rId35"/>
    <p:sldId id="400" r:id="rId36"/>
    <p:sldId id="401" r:id="rId37"/>
    <p:sldId id="402" r:id="rId38"/>
    <p:sldId id="403" r:id="rId39"/>
    <p:sldId id="404" r:id="rId40"/>
    <p:sldId id="405" r:id="rId41"/>
    <p:sldId id="406" r:id="rId42"/>
    <p:sldId id="407" r:id="rId43"/>
    <p:sldId id="408" r:id="rId44"/>
    <p:sldId id="411" r:id="rId45"/>
    <p:sldId id="412" r:id="rId46"/>
    <p:sldId id="410" r:id="rId47"/>
    <p:sldId id="330" r:id="rId4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e Auditoria" id="{A25F183A-8BA2-49AA-B54A-A2BC4D92F211}">
          <p14:sldIdLst>
            <p14:sldId id="332"/>
            <p14:sldId id="333"/>
            <p14:sldId id="334"/>
            <p14:sldId id="354"/>
            <p14:sldId id="353"/>
            <p14:sldId id="379"/>
            <p14:sldId id="380"/>
            <p14:sldId id="381"/>
            <p14:sldId id="382"/>
            <p14:sldId id="383"/>
            <p14:sldId id="384"/>
            <p14:sldId id="385"/>
            <p14:sldId id="386"/>
            <p14:sldId id="387"/>
            <p14:sldId id="388"/>
            <p14:sldId id="389"/>
            <p14:sldId id="390"/>
            <p14:sldId id="391"/>
            <p14:sldId id="392"/>
          </p14:sldIdLst>
        </p14:section>
        <p14:section name="Informe Impulso" id="{E8B82DF3-41FF-4FB9-AD16-3D52B042A577}">
          <p14:sldIdLst>
            <p14:sldId id="331"/>
            <p14:sldId id="276"/>
            <p14:sldId id="257"/>
            <p14:sldId id="311"/>
            <p14:sldId id="378"/>
            <p14:sldId id="393"/>
            <p14:sldId id="394"/>
            <p14:sldId id="395"/>
            <p14:sldId id="396"/>
            <p14:sldId id="397"/>
            <p14:sldId id="398"/>
            <p14:sldId id="399"/>
            <p14:sldId id="400"/>
            <p14:sldId id="401"/>
            <p14:sldId id="402"/>
            <p14:sldId id="403"/>
            <p14:sldId id="404"/>
            <p14:sldId id="405"/>
            <p14:sldId id="406"/>
            <p14:sldId id="407"/>
            <p14:sldId id="408"/>
            <p14:sldId id="411"/>
            <p14:sldId id="412"/>
            <p14:sldId id="410"/>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C24"/>
    <a:srgbClr val="AA050B"/>
    <a:srgbClr val="F7A720"/>
    <a:srgbClr val="6717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6202E1-7A69-4513-8EDB-6130A003CD9F}" v="319" dt="2025-09-30T21:32:07.74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660"/>
  </p:normalViewPr>
  <p:slideViewPr>
    <p:cSldViewPr snapToGrid="0">
      <p:cViewPr varScale="1">
        <p:scale>
          <a:sx n="64" d="100"/>
          <a:sy n="64" d="100"/>
        </p:scale>
        <p:origin x="9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Raul Guerrero Anaya" userId="0ce4d9aa-8e9a-49aa-b0f2-d17a32a3775a" providerId="ADAL" clId="{40073F68-D5FD-4935-B223-93F5B7479A5D}"/>
    <pc:docChg chg="undo custSel addSld delSld modSld sldOrd modSection">
      <pc:chgData name="Diego Raul Guerrero Anaya" userId="0ce4d9aa-8e9a-49aa-b0f2-d17a32a3775a" providerId="ADAL" clId="{40073F68-D5FD-4935-B223-93F5B7479A5D}" dt="2025-07-16T14:32:23.132" v="3641" actId="403"/>
      <pc:docMkLst>
        <pc:docMk/>
      </pc:docMkLst>
      <pc:sldChg chg="addSp delSp modSp mod">
        <pc:chgData name="Diego Raul Guerrero Anaya" userId="0ce4d9aa-8e9a-49aa-b0f2-d17a32a3775a" providerId="ADAL" clId="{40073F68-D5FD-4935-B223-93F5B7479A5D}" dt="2025-07-03T13:17:11.764" v="2493" actId="20577"/>
        <pc:sldMkLst>
          <pc:docMk/>
          <pc:sldMk cId="342973568" sldId="257"/>
        </pc:sldMkLst>
      </pc:sldChg>
      <pc:sldChg chg="addSp delSp modSp mod">
        <pc:chgData name="Diego Raul Guerrero Anaya" userId="0ce4d9aa-8e9a-49aa-b0f2-d17a32a3775a" providerId="ADAL" clId="{40073F68-D5FD-4935-B223-93F5B7479A5D}" dt="2025-07-04T19:22:43.862" v="3563" actId="403"/>
        <pc:sldMkLst>
          <pc:docMk/>
          <pc:sldMk cId="318633944" sldId="261"/>
        </pc:sldMkLst>
      </pc:sldChg>
      <pc:sldChg chg="modSp mod">
        <pc:chgData name="Diego Raul Guerrero Anaya" userId="0ce4d9aa-8e9a-49aa-b0f2-d17a32a3775a" providerId="ADAL" clId="{40073F68-D5FD-4935-B223-93F5B7479A5D}" dt="2025-07-02T20:16:30.181" v="1923" actId="20577"/>
        <pc:sldMkLst>
          <pc:docMk/>
          <pc:sldMk cId="1408814012" sldId="276"/>
        </pc:sldMkLst>
      </pc:sldChg>
      <pc:sldChg chg="modSp mod">
        <pc:chgData name="Diego Raul Guerrero Anaya" userId="0ce4d9aa-8e9a-49aa-b0f2-d17a32a3775a" providerId="ADAL" clId="{40073F68-D5FD-4935-B223-93F5B7479A5D}" dt="2025-07-03T13:18:31.962" v="2505" actId="1076"/>
        <pc:sldMkLst>
          <pc:docMk/>
          <pc:sldMk cId="458472891" sldId="311"/>
        </pc:sldMkLst>
      </pc:sldChg>
      <pc:sldChg chg="addSp delSp modSp mod">
        <pc:chgData name="Diego Raul Guerrero Anaya" userId="0ce4d9aa-8e9a-49aa-b0f2-d17a32a3775a" providerId="ADAL" clId="{40073F68-D5FD-4935-B223-93F5B7479A5D}" dt="2025-07-16T13:46:34.746" v="3617" actId="403"/>
        <pc:sldMkLst>
          <pc:docMk/>
          <pc:sldMk cId="4132532602" sldId="312"/>
        </pc:sldMkLst>
      </pc:sldChg>
      <pc:sldChg chg="modSp mod">
        <pc:chgData name="Diego Raul Guerrero Anaya" userId="0ce4d9aa-8e9a-49aa-b0f2-d17a32a3775a" providerId="ADAL" clId="{40073F68-D5FD-4935-B223-93F5B7479A5D}" dt="2025-07-02T20:15:32.269" v="1909" actId="20577"/>
        <pc:sldMkLst>
          <pc:docMk/>
          <pc:sldMk cId="1254772405" sldId="331"/>
        </pc:sldMkLst>
      </pc:sldChg>
      <pc:sldChg chg="modSp mod">
        <pc:chgData name="Diego Raul Guerrero Anaya" userId="0ce4d9aa-8e9a-49aa-b0f2-d17a32a3775a" providerId="ADAL" clId="{40073F68-D5FD-4935-B223-93F5B7479A5D}" dt="2025-07-02T18:05:53.265" v="11" actId="20577"/>
        <pc:sldMkLst>
          <pc:docMk/>
          <pc:sldMk cId="3626027867" sldId="332"/>
        </pc:sldMkLst>
      </pc:sldChg>
      <pc:sldChg chg="addSp delSp modSp mod">
        <pc:chgData name="Diego Raul Guerrero Anaya" userId="0ce4d9aa-8e9a-49aa-b0f2-d17a32a3775a" providerId="ADAL" clId="{40073F68-D5FD-4935-B223-93F5B7479A5D}" dt="2025-07-02T19:35:10.889" v="1762" actId="478"/>
        <pc:sldMkLst>
          <pc:docMk/>
          <pc:sldMk cId="1081019199" sldId="333"/>
        </pc:sldMkLst>
      </pc:sldChg>
      <pc:sldChg chg="addSp delSp modSp mod">
        <pc:chgData name="Diego Raul Guerrero Anaya" userId="0ce4d9aa-8e9a-49aa-b0f2-d17a32a3775a" providerId="ADAL" clId="{40073F68-D5FD-4935-B223-93F5B7479A5D}" dt="2025-07-03T13:11:19.397" v="2453" actId="20577"/>
        <pc:sldMkLst>
          <pc:docMk/>
          <pc:sldMk cId="3879780745" sldId="334"/>
        </pc:sldMkLst>
      </pc:sldChg>
      <pc:sldChg chg="modSp mod">
        <pc:chgData name="Diego Raul Guerrero Anaya" userId="0ce4d9aa-8e9a-49aa-b0f2-d17a32a3775a" providerId="ADAL" clId="{40073F68-D5FD-4935-B223-93F5B7479A5D}" dt="2025-07-16T14:09:50.704" v="3629"/>
        <pc:sldMkLst>
          <pc:docMk/>
          <pc:sldMk cId="1507660225" sldId="338"/>
        </pc:sldMkLst>
      </pc:sldChg>
      <pc:sldChg chg="del">
        <pc:chgData name="Diego Raul Guerrero Anaya" userId="0ce4d9aa-8e9a-49aa-b0f2-d17a32a3775a" providerId="ADAL" clId="{40073F68-D5FD-4935-B223-93F5B7479A5D}" dt="2025-07-03T14:00:13.109" v="3206" actId="2696"/>
        <pc:sldMkLst>
          <pc:docMk/>
          <pc:sldMk cId="361658754" sldId="339"/>
        </pc:sldMkLst>
      </pc:sldChg>
      <pc:sldChg chg="addSp delSp modSp mod">
        <pc:chgData name="Diego Raul Guerrero Anaya" userId="0ce4d9aa-8e9a-49aa-b0f2-d17a32a3775a" providerId="ADAL" clId="{40073F68-D5FD-4935-B223-93F5B7479A5D}" dt="2025-07-16T13:47:48.868" v="3623" actId="403"/>
        <pc:sldMkLst>
          <pc:docMk/>
          <pc:sldMk cId="2549534976" sldId="344"/>
        </pc:sldMkLst>
      </pc:sldChg>
      <pc:sldChg chg="addSp delSp modSp mod">
        <pc:chgData name="Diego Raul Guerrero Anaya" userId="0ce4d9aa-8e9a-49aa-b0f2-d17a32a3775a" providerId="ADAL" clId="{40073F68-D5FD-4935-B223-93F5B7479A5D}" dt="2025-07-16T13:48:09.491" v="3624"/>
        <pc:sldMkLst>
          <pc:docMk/>
          <pc:sldMk cId="3037264200" sldId="345"/>
        </pc:sldMkLst>
      </pc:sldChg>
      <pc:sldChg chg="addSp delSp modSp mod">
        <pc:chgData name="Diego Raul Guerrero Anaya" userId="0ce4d9aa-8e9a-49aa-b0f2-d17a32a3775a" providerId="ADAL" clId="{40073F68-D5FD-4935-B223-93F5B7479A5D}" dt="2025-07-16T13:46:07.432" v="3615" actId="403"/>
        <pc:sldMkLst>
          <pc:docMk/>
          <pc:sldMk cId="2948970948" sldId="346"/>
        </pc:sldMkLst>
      </pc:sldChg>
      <pc:sldChg chg="del">
        <pc:chgData name="Diego Raul Guerrero Anaya" userId="0ce4d9aa-8e9a-49aa-b0f2-d17a32a3775a" providerId="ADAL" clId="{40073F68-D5FD-4935-B223-93F5B7479A5D}" dt="2025-07-03T13:52:12.205" v="3013" actId="2696"/>
        <pc:sldMkLst>
          <pc:docMk/>
          <pc:sldMk cId="3564541686" sldId="347"/>
        </pc:sldMkLst>
      </pc:sldChg>
      <pc:sldChg chg="addSp delSp modSp mod">
        <pc:chgData name="Diego Raul Guerrero Anaya" userId="0ce4d9aa-8e9a-49aa-b0f2-d17a32a3775a" providerId="ADAL" clId="{40073F68-D5FD-4935-B223-93F5B7479A5D}" dt="2025-07-16T14:07:07.956" v="3627" actId="403"/>
        <pc:sldMkLst>
          <pc:docMk/>
          <pc:sldMk cId="2170750062" sldId="348"/>
        </pc:sldMkLst>
      </pc:sldChg>
      <pc:sldChg chg="addSp delSp modSp mod">
        <pc:chgData name="Diego Raul Guerrero Anaya" userId="0ce4d9aa-8e9a-49aa-b0f2-d17a32a3775a" providerId="ADAL" clId="{40073F68-D5FD-4935-B223-93F5B7479A5D}" dt="2025-07-16T14:08:49.509" v="3628"/>
        <pc:sldMkLst>
          <pc:docMk/>
          <pc:sldMk cId="503955803" sldId="352"/>
        </pc:sldMkLst>
      </pc:sldChg>
      <pc:sldChg chg="addSp delSp modSp mod">
        <pc:chgData name="Diego Raul Guerrero Anaya" userId="0ce4d9aa-8e9a-49aa-b0f2-d17a32a3775a" providerId="ADAL" clId="{40073F68-D5FD-4935-B223-93F5B7479A5D}" dt="2025-07-16T14:28:06.276" v="3635"/>
        <pc:sldMkLst>
          <pc:docMk/>
          <pc:sldMk cId="927672507" sldId="353"/>
        </pc:sldMkLst>
      </pc:sldChg>
      <pc:sldChg chg="addSp delSp modSp mod">
        <pc:chgData name="Diego Raul Guerrero Anaya" userId="0ce4d9aa-8e9a-49aa-b0f2-d17a32a3775a" providerId="ADAL" clId="{40073F68-D5FD-4935-B223-93F5B7479A5D}" dt="2025-07-04T19:21:02.813" v="3386" actId="20577"/>
        <pc:sldMkLst>
          <pc:docMk/>
          <pc:sldMk cId="3244617191" sldId="354"/>
        </pc:sldMkLst>
      </pc:sldChg>
      <pc:sldChg chg="delSp modSp del mod">
        <pc:chgData name="Diego Raul Guerrero Anaya" userId="0ce4d9aa-8e9a-49aa-b0f2-d17a32a3775a" providerId="ADAL" clId="{40073F68-D5FD-4935-B223-93F5B7479A5D}" dt="2025-07-03T13:09:09.830" v="2435" actId="2696"/>
        <pc:sldMkLst>
          <pc:docMk/>
          <pc:sldMk cId="3508524949" sldId="355"/>
        </pc:sldMkLst>
      </pc:sldChg>
      <pc:sldChg chg="modSp mod">
        <pc:chgData name="Diego Raul Guerrero Anaya" userId="0ce4d9aa-8e9a-49aa-b0f2-d17a32a3775a" providerId="ADAL" clId="{40073F68-D5FD-4935-B223-93F5B7479A5D}" dt="2025-07-16T14:27:13.508" v="3633"/>
        <pc:sldMkLst>
          <pc:docMk/>
          <pc:sldMk cId="1098523409" sldId="356"/>
        </pc:sldMkLst>
      </pc:sldChg>
      <pc:sldChg chg="modSp mod">
        <pc:chgData name="Diego Raul Guerrero Anaya" userId="0ce4d9aa-8e9a-49aa-b0f2-d17a32a3775a" providerId="ADAL" clId="{40073F68-D5FD-4935-B223-93F5B7479A5D}" dt="2025-07-15T16:31:44.246" v="3567"/>
        <pc:sldMkLst>
          <pc:docMk/>
          <pc:sldMk cId="102732767" sldId="357"/>
        </pc:sldMkLst>
      </pc:sldChg>
      <pc:sldChg chg="del">
        <pc:chgData name="Diego Raul Guerrero Anaya" userId="0ce4d9aa-8e9a-49aa-b0f2-d17a32a3775a" providerId="ADAL" clId="{40073F68-D5FD-4935-B223-93F5B7479A5D}" dt="2025-07-03T13:55:49.760" v="3102" actId="2696"/>
        <pc:sldMkLst>
          <pc:docMk/>
          <pc:sldMk cId="3278326653" sldId="358"/>
        </pc:sldMkLst>
      </pc:sldChg>
      <pc:sldChg chg="del">
        <pc:chgData name="Diego Raul Guerrero Anaya" userId="0ce4d9aa-8e9a-49aa-b0f2-d17a32a3775a" providerId="ADAL" clId="{40073F68-D5FD-4935-B223-93F5B7479A5D}" dt="2025-07-03T14:00:16.419" v="3207" actId="2696"/>
        <pc:sldMkLst>
          <pc:docMk/>
          <pc:sldMk cId="465631369" sldId="359"/>
        </pc:sldMkLst>
      </pc:sldChg>
      <pc:sldChg chg="del">
        <pc:chgData name="Diego Raul Guerrero Anaya" userId="0ce4d9aa-8e9a-49aa-b0f2-d17a32a3775a" providerId="ADAL" clId="{40073F68-D5FD-4935-B223-93F5B7479A5D}" dt="2025-07-03T14:00:19.521" v="3208" actId="2696"/>
        <pc:sldMkLst>
          <pc:docMk/>
          <pc:sldMk cId="235446010" sldId="360"/>
        </pc:sldMkLst>
      </pc:sldChg>
      <pc:sldChg chg="modSp add del mod ord">
        <pc:chgData name="Diego Raul Guerrero Anaya" userId="0ce4d9aa-8e9a-49aa-b0f2-d17a32a3775a" providerId="ADAL" clId="{40073F68-D5FD-4935-B223-93F5B7479A5D}" dt="2025-07-15T16:49:01.420" v="3569" actId="20577"/>
        <pc:sldMkLst>
          <pc:docMk/>
          <pc:sldMk cId="111384307" sldId="361"/>
        </pc:sldMkLst>
      </pc:sldChg>
      <pc:sldChg chg="del">
        <pc:chgData name="Diego Raul Guerrero Anaya" userId="0ce4d9aa-8e9a-49aa-b0f2-d17a32a3775a" providerId="ADAL" clId="{40073F68-D5FD-4935-B223-93F5B7479A5D}" dt="2025-07-03T14:00:22.546" v="3209" actId="2696"/>
        <pc:sldMkLst>
          <pc:docMk/>
          <pc:sldMk cId="3171661591" sldId="362"/>
        </pc:sldMkLst>
      </pc:sldChg>
      <pc:sldChg chg="del">
        <pc:chgData name="Diego Raul Guerrero Anaya" userId="0ce4d9aa-8e9a-49aa-b0f2-d17a32a3775a" providerId="ADAL" clId="{40073F68-D5FD-4935-B223-93F5B7479A5D}" dt="2025-07-03T14:00:25.613" v="3210" actId="2696"/>
        <pc:sldMkLst>
          <pc:docMk/>
          <pc:sldMk cId="4285717554" sldId="363"/>
        </pc:sldMkLst>
      </pc:sldChg>
      <pc:sldChg chg="addSp delSp modSp add mod ord">
        <pc:chgData name="Diego Raul Guerrero Anaya" userId="0ce4d9aa-8e9a-49aa-b0f2-d17a32a3775a" providerId="ADAL" clId="{40073F68-D5FD-4935-B223-93F5B7479A5D}" dt="2025-07-16T14:28:55.602" v="3636"/>
        <pc:sldMkLst>
          <pc:docMk/>
          <pc:sldMk cId="3010174008" sldId="364"/>
        </pc:sldMkLst>
      </pc:sldChg>
      <pc:sldChg chg="add del">
        <pc:chgData name="Diego Raul Guerrero Anaya" userId="0ce4d9aa-8e9a-49aa-b0f2-d17a32a3775a" providerId="ADAL" clId="{40073F68-D5FD-4935-B223-93F5B7479A5D}" dt="2025-07-02T19:29:36.194" v="1722" actId="2696"/>
        <pc:sldMkLst>
          <pc:docMk/>
          <pc:sldMk cId="2240833876" sldId="365"/>
        </pc:sldMkLst>
      </pc:sldChg>
      <pc:sldChg chg="addSp delSp modSp add del mod ord">
        <pc:chgData name="Diego Raul Guerrero Anaya" userId="0ce4d9aa-8e9a-49aa-b0f2-d17a32a3775a" providerId="ADAL" clId="{40073F68-D5FD-4935-B223-93F5B7479A5D}" dt="2025-07-03T13:09:16.948" v="2436" actId="2696"/>
        <pc:sldMkLst>
          <pc:docMk/>
          <pc:sldMk cId="2446438292" sldId="365"/>
        </pc:sldMkLst>
      </pc:sldChg>
      <pc:sldChg chg="modSp add mod">
        <pc:chgData name="Diego Raul Guerrero Anaya" userId="0ce4d9aa-8e9a-49aa-b0f2-d17a32a3775a" providerId="ADAL" clId="{40073F68-D5FD-4935-B223-93F5B7479A5D}" dt="2025-07-16T14:27:43.790" v="3634"/>
        <pc:sldMkLst>
          <pc:docMk/>
          <pc:sldMk cId="73220245" sldId="366"/>
        </pc:sldMkLst>
      </pc:sldChg>
      <pc:sldChg chg="addSp delSp modSp add mod ord">
        <pc:chgData name="Diego Raul Guerrero Anaya" userId="0ce4d9aa-8e9a-49aa-b0f2-d17a32a3775a" providerId="ADAL" clId="{40073F68-D5FD-4935-B223-93F5B7479A5D}" dt="2025-07-16T14:30:04.089" v="3638" actId="403"/>
        <pc:sldMkLst>
          <pc:docMk/>
          <pc:sldMk cId="2051792291" sldId="367"/>
        </pc:sldMkLst>
      </pc:sldChg>
      <pc:sldChg chg="addSp delSp modSp add mod">
        <pc:chgData name="Diego Raul Guerrero Anaya" userId="0ce4d9aa-8e9a-49aa-b0f2-d17a32a3775a" providerId="ADAL" clId="{40073F68-D5FD-4935-B223-93F5B7479A5D}" dt="2025-07-16T14:30:21.242" v="3639" actId="403"/>
        <pc:sldMkLst>
          <pc:docMk/>
          <pc:sldMk cId="3537418374" sldId="368"/>
        </pc:sldMkLst>
      </pc:sldChg>
      <pc:sldChg chg="addSp delSp modSp add mod">
        <pc:chgData name="Diego Raul Guerrero Anaya" userId="0ce4d9aa-8e9a-49aa-b0f2-d17a32a3775a" providerId="ADAL" clId="{40073F68-D5FD-4935-B223-93F5B7479A5D}" dt="2025-07-15T17:33:07.815" v="3587"/>
        <pc:sldMkLst>
          <pc:docMk/>
          <pc:sldMk cId="2752626407" sldId="369"/>
        </pc:sldMkLst>
      </pc:sldChg>
      <pc:sldChg chg="addSp delSp modSp add mod">
        <pc:chgData name="Diego Raul Guerrero Anaya" userId="0ce4d9aa-8e9a-49aa-b0f2-d17a32a3775a" providerId="ADAL" clId="{40073F68-D5FD-4935-B223-93F5B7479A5D}" dt="2025-07-15T18:40:20.742" v="3597" actId="20577"/>
        <pc:sldMkLst>
          <pc:docMk/>
          <pc:sldMk cId="2005288587" sldId="370"/>
        </pc:sldMkLst>
      </pc:sldChg>
      <pc:sldChg chg="addSp delSp modSp add mod">
        <pc:chgData name="Diego Raul Guerrero Anaya" userId="0ce4d9aa-8e9a-49aa-b0f2-d17a32a3775a" providerId="ADAL" clId="{40073F68-D5FD-4935-B223-93F5B7479A5D}" dt="2025-07-16T13:17:44.655" v="3606" actId="20577"/>
        <pc:sldMkLst>
          <pc:docMk/>
          <pc:sldMk cId="3824062648" sldId="371"/>
        </pc:sldMkLst>
      </pc:sldChg>
      <pc:sldChg chg="addSp delSp modSp add mod">
        <pc:chgData name="Diego Raul Guerrero Anaya" userId="0ce4d9aa-8e9a-49aa-b0f2-d17a32a3775a" providerId="ADAL" clId="{40073F68-D5FD-4935-B223-93F5B7479A5D}" dt="2025-07-16T14:11:10.186" v="3631" actId="403"/>
        <pc:sldMkLst>
          <pc:docMk/>
          <pc:sldMk cId="2171170721" sldId="372"/>
        </pc:sldMkLst>
      </pc:sldChg>
      <pc:sldChg chg="addSp delSp modSp add mod">
        <pc:chgData name="Diego Raul Guerrero Anaya" userId="0ce4d9aa-8e9a-49aa-b0f2-d17a32a3775a" providerId="ADAL" clId="{40073F68-D5FD-4935-B223-93F5B7479A5D}" dt="2025-07-16T14:32:23.132" v="3641" actId="403"/>
        <pc:sldMkLst>
          <pc:docMk/>
          <pc:sldMk cId="1510060465" sldId="373"/>
        </pc:sldMkLst>
      </pc:sldChg>
      <pc:sldChg chg="modSp add mod">
        <pc:chgData name="Diego Raul Guerrero Anaya" userId="0ce4d9aa-8e9a-49aa-b0f2-d17a32a3775a" providerId="ADAL" clId="{40073F68-D5FD-4935-B223-93F5B7479A5D}" dt="2025-07-16T13:44:38.217" v="3613"/>
        <pc:sldMkLst>
          <pc:docMk/>
          <pc:sldMk cId="59235949" sldId="374"/>
        </pc:sldMkLst>
      </pc:sldChg>
      <pc:sldChg chg="modSp add mod">
        <pc:chgData name="Diego Raul Guerrero Anaya" userId="0ce4d9aa-8e9a-49aa-b0f2-d17a32a3775a" providerId="ADAL" clId="{40073F68-D5FD-4935-B223-93F5B7479A5D}" dt="2025-07-15T16:51:27.414" v="3570"/>
        <pc:sldMkLst>
          <pc:docMk/>
          <pc:sldMk cId="442886564" sldId="375"/>
        </pc:sldMkLst>
      </pc:sldChg>
      <pc:sldChg chg="modSp add mod">
        <pc:chgData name="Diego Raul Guerrero Anaya" userId="0ce4d9aa-8e9a-49aa-b0f2-d17a32a3775a" providerId="ADAL" clId="{40073F68-D5FD-4935-B223-93F5B7479A5D}" dt="2025-07-15T17:34:36.260" v="3588"/>
        <pc:sldMkLst>
          <pc:docMk/>
          <pc:sldMk cId="558781250" sldId="376"/>
        </pc:sldMkLst>
      </pc:sldChg>
      <pc:sldChg chg="modSp add mod">
        <pc:chgData name="Diego Raul Guerrero Anaya" userId="0ce4d9aa-8e9a-49aa-b0f2-d17a32a3775a" providerId="ADAL" clId="{40073F68-D5FD-4935-B223-93F5B7479A5D}" dt="2025-07-16T14:11:42.500" v="3632"/>
        <pc:sldMkLst>
          <pc:docMk/>
          <pc:sldMk cId="1619484843" sldId="377"/>
        </pc:sldMkLst>
      </pc:sldChg>
    </pc:docChg>
  </pc:docChgLst>
  <pc:docChgLst>
    <pc:chgData name="Diego Raul Guerrero Anaya" userId="0ce4d9aa-8e9a-49aa-b0f2-d17a32a3775a" providerId="ADAL" clId="{B93415C3-480F-43C7-8153-0DEF1BDC1F50}"/>
    <pc:docChg chg="undo custSel addSld delSld modSld sldOrd modSection">
      <pc:chgData name="Diego Raul Guerrero Anaya" userId="0ce4d9aa-8e9a-49aa-b0f2-d17a32a3775a" providerId="ADAL" clId="{B93415C3-480F-43C7-8153-0DEF1BDC1F50}" dt="2025-09-30T21:32:07.743" v="5310"/>
      <pc:docMkLst>
        <pc:docMk/>
      </pc:docMkLst>
      <pc:sldChg chg="addSp delSp modSp mod">
        <pc:chgData name="Diego Raul Guerrero Anaya" userId="0ce4d9aa-8e9a-49aa-b0f2-d17a32a3775a" providerId="ADAL" clId="{B93415C3-480F-43C7-8153-0DEF1BDC1F50}" dt="2025-09-05T18:42:48.193" v="1105" actId="1076"/>
        <pc:sldMkLst>
          <pc:docMk/>
          <pc:sldMk cId="342973568" sldId="257"/>
        </pc:sldMkLst>
        <pc:spChg chg="mod">
          <ac:chgData name="Diego Raul Guerrero Anaya" userId="0ce4d9aa-8e9a-49aa-b0f2-d17a32a3775a" providerId="ADAL" clId="{B93415C3-480F-43C7-8153-0DEF1BDC1F50}" dt="2025-09-05T18:42:48.193" v="1105" actId="1076"/>
          <ac:spMkLst>
            <pc:docMk/>
            <pc:sldMk cId="342973568" sldId="257"/>
            <ac:spMk id="3" creationId="{5517A915-85AE-5FA2-8B73-8C6D4927CC78}"/>
          </ac:spMkLst>
        </pc:spChg>
        <pc:spChg chg="add mod">
          <ac:chgData name="Diego Raul Guerrero Anaya" userId="0ce4d9aa-8e9a-49aa-b0f2-d17a32a3775a" providerId="ADAL" clId="{B93415C3-480F-43C7-8153-0DEF1BDC1F50}" dt="2025-09-05T18:38:57.277" v="1081"/>
          <ac:spMkLst>
            <pc:docMk/>
            <pc:sldMk cId="342973568" sldId="257"/>
            <ac:spMk id="9" creationId="{B32D483F-2B1C-26F5-2665-9841CFCBBAA2}"/>
          </ac:spMkLst>
        </pc:spChg>
        <pc:spChg chg="add mod">
          <ac:chgData name="Diego Raul Guerrero Anaya" userId="0ce4d9aa-8e9a-49aa-b0f2-d17a32a3775a" providerId="ADAL" clId="{B93415C3-480F-43C7-8153-0DEF1BDC1F50}" dt="2025-09-05T18:38:57.277" v="1081"/>
          <ac:spMkLst>
            <pc:docMk/>
            <pc:sldMk cId="342973568" sldId="257"/>
            <ac:spMk id="12" creationId="{B9F09352-3FA7-E04C-D891-08F44F8CF00B}"/>
          </ac:spMkLst>
        </pc:spChg>
        <pc:spChg chg="add mod">
          <ac:chgData name="Diego Raul Guerrero Anaya" userId="0ce4d9aa-8e9a-49aa-b0f2-d17a32a3775a" providerId="ADAL" clId="{B93415C3-480F-43C7-8153-0DEF1BDC1F50}" dt="2025-09-05T18:38:57.277" v="1081"/>
          <ac:spMkLst>
            <pc:docMk/>
            <pc:sldMk cId="342973568" sldId="257"/>
            <ac:spMk id="15" creationId="{4B8F2FC5-106E-6215-F349-4770226A8A2E}"/>
          </ac:spMkLst>
        </pc:spChg>
        <pc:spChg chg="mod">
          <ac:chgData name="Diego Raul Guerrero Anaya" userId="0ce4d9aa-8e9a-49aa-b0f2-d17a32a3775a" providerId="ADAL" clId="{B93415C3-480F-43C7-8153-0DEF1BDC1F50}" dt="2025-09-05T18:38:03.658" v="1058" actId="20577"/>
          <ac:spMkLst>
            <pc:docMk/>
            <pc:sldMk cId="342973568" sldId="257"/>
            <ac:spMk id="29" creationId="{C54A186A-8BB1-885B-9A38-62E4927CA8C1}"/>
          </ac:spMkLst>
        </pc:spChg>
        <pc:spChg chg="mod">
          <ac:chgData name="Diego Raul Guerrero Anaya" userId="0ce4d9aa-8e9a-49aa-b0f2-d17a32a3775a" providerId="ADAL" clId="{B93415C3-480F-43C7-8153-0DEF1BDC1F50}" dt="2025-09-05T18:42:48.193" v="1105" actId="1076"/>
          <ac:spMkLst>
            <pc:docMk/>
            <pc:sldMk cId="342973568" sldId="257"/>
            <ac:spMk id="44" creationId="{CBFD5C63-9190-FCFB-F015-5ECE2AE5FF00}"/>
          </ac:spMkLst>
        </pc:spChg>
        <pc:picChg chg="add mod">
          <ac:chgData name="Diego Raul Guerrero Anaya" userId="0ce4d9aa-8e9a-49aa-b0f2-d17a32a3775a" providerId="ADAL" clId="{B93415C3-480F-43C7-8153-0DEF1BDC1F50}" dt="2025-09-05T18:38:57.277" v="1081"/>
          <ac:picMkLst>
            <pc:docMk/>
            <pc:sldMk cId="342973568" sldId="257"/>
            <ac:picMk id="7" creationId="{FA2FE5B5-FF50-A6D2-2C32-7204F39A4209}"/>
          </ac:picMkLst>
        </pc:picChg>
        <pc:picChg chg="add mod">
          <ac:chgData name="Diego Raul Guerrero Anaya" userId="0ce4d9aa-8e9a-49aa-b0f2-d17a32a3775a" providerId="ADAL" clId="{B93415C3-480F-43C7-8153-0DEF1BDC1F50}" dt="2025-09-05T18:38:57.277" v="1081"/>
          <ac:picMkLst>
            <pc:docMk/>
            <pc:sldMk cId="342973568" sldId="257"/>
            <ac:picMk id="11" creationId="{23D89E56-3E61-E0B5-2A76-13870D64C24D}"/>
          </ac:picMkLst>
        </pc:picChg>
        <pc:picChg chg="add mod">
          <ac:chgData name="Diego Raul Guerrero Anaya" userId="0ce4d9aa-8e9a-49aa-b0f2-d17a32a3775a" providerId="ADAL" clId="{B93415C3-480F-43C7-8153-0DEF1BDC1F50}" dt="2025-09-05T18:38:57.277" v="1081"/>
          <ac:picMkLst>
            <pc:docMk/>
            <pc:sldMk cId="342973568" sldId="257"/>
            <ac:picMk id="13" creationId="{28C2EF5D-7545-42DE-813C-31B5D6B5F897}"/>
          </ac:picMkLst>
        </pc:picChg>
        <pc:picChg chg="add mod">
          <ac:chgData name="Diego Raul Guerrero Anaya" userId="0ce4d9aa-8e9a-49aa-b0f2-d17a32a3775a" providerId="ADAL" clId="{B93415C3-480F-43C7-8153-0DEF1BDC1F50}" dt="2025-09-05T18:42:48.193" v="1105" actId="1076"/>
          <ac:picMkLst>
            <pc:docMk/>
            <pc:sldMk cId="342973568" sldId="257"/>
            <ac:picMk id="16" creationId="{68E96DDE-4F0A-E8FC-A6DC-EAF597EEAFDC}"/>
          </ac:picMkLst>
        </pc:picChg>
        <pc:picChg chg="add mod">
          <ac:chgData name="Diego Raul Guerrero Anaya" userId="0ce4d9aa-8e9a-49aa-b0f2-d17a32a3775a" providerId="ADAL" clId="{B93415C3-480F-43C7-8153-0DEF1BDC1F50}" dt="2025-09-05T18:42:48.193" v="1105" actId="1076"/>
          <ac:picMkLst>
            <pc:docMk/>
            <pc:sldMk cId="342973568" sldId="257"/>
            <ac:picMk id="17" creationId="{3C384D3B-2B63-62C9-8079-733B4FADFF76}"/>
          </ac:picMkLst>
        </pc:picChg>
      </pc:sldChg>
      <pc:sldChg chg="modSp del mod">
        <pc:chgData name="Diego Raul Guerrero Anaya" userId="0ce4d9aa-8e9a-49aa-b0f2-d17a32a3775a" providerId="ADAL" clId="{B93415C3-480F-43C7-8153-0DEF1BDC1F50}" dt="2025-09-05T18:54:34.521" v="1426" actId="2696"/>
        <pc:sldMkLst>
          <pc:docMk/>
          <pc:sldMk cId="318633944" sldId="261"/>
        </pc:sldMkLst>
      </pc:sldChg>
      <pc:sldChg chg="delSp modSp mod">
        <pc:chgData name="Diego Raul Guerrero Anaya" userId="0ce4d9aa-8e9a-49aa-b0f2-d17a32a3775a" providerId="ADAL" clId="{B93415C3-480F-43C7-8153-0DEF1BDC1F50}" dt="2025-09-05T18:37:47.095" v="1047" actId="1076"/>
        <pc:sldMkLst>
          <pc:docMk/>
          <pc:sldMk cId="1408814012" sldId="276"/>
        </pc:sldMkLst>
        <pc:spChg chg="mod">
          <ac:chgData name="Diego Raul Guerrero Anaya" userId="0ce4d9aa-8e9a-49aa-b0f2-d17a32a3775a" providerId="ADAL" clId="{B93415C3-480F-43C7-8153-0DEF1BDC1F50}" dt="2025-09-05T18:32:38.990" v="778" actId="20577"/>
          <ac:spMkLst>
            <pc:docMk/>
            <pc:sldMk cId="1408814012" sldId="276"/>
            <ac:spMk id="3" creationId="{1766130D-C1FE-B8C9-11B3-D53624FC41EB}"/>
          </ac:spMkLst>
        </pc:spChg>
        <pc:spChg chg="mod">
          <ac:chgData name="Diego Raul Guerrero Anaya" userId="0ce4d9aa-8e9a-49aa-b0f2-d17a32a3775a" providerId="ADAL" clId="{B93415C3-480F-43C7-8153-0DEF1BDC1F50}" dt="2025-09-05T18:33:08.572" v="800" actId="20577"/>
          <ac:spMkLst>
            <pc:docMk/>
            <pc:sldMk cId="1408814012" sldId="276"/>
            <ac:spMk id="9" creationId="{93BF6B04-47FB-46D1-6390-2C9DA7827E82}"/>
          </ac:spMkLst>
        </pc:spChg>
        <pc:spChg chg="mod">
          <ac:chgData name="Diego Raul Guerrero Anaya" userId="0ce4d9aa-8e9a-49aa-b0f2-d17a32a3775a" providerId="ADAL" clId="{B93415C3-480F-43C7-8153-0DEF1BDC1F50}" dt="2025-09-05T18:33:11.956" v="803" actId="20577"/>
          <ac:spMkLst>
            <pc:docMk/>
            <pc:sldMk cId="1408814012" sldId="276"/>
            <ac:spMk id="12" creationId="{B212B304-DE28-710D-590C-0138E2CAD040}"/>
          </ac:spMkLst>
        </pc:spChg>
        <pc:spChg chg="mod">
          <ac:chgData name="Diego Raul Guerrero Anaya" userId="0ce4d9aa-8e9a-49aa-b0f2-d17a32a3775a" providerId="ADAL" clId="{B93415C3-480F-43C7-8153-0DEF1BDC1F50}" dt="2025-09-05T18:37:47.095" v="1047" actId="1076"/>
          <ac:spMkLst>
            <pc:docMk/>
            <pc:sldMk cId="1408814012" sldId="276"/>
            <ac:spMk id="15" creationId="{155A1899-F51E-9451-B8A7-0A68A2BA8466}"/>
          </ac:spMkLst>
        </pc:spChg>
        <pc:spChg chg="mod">
          <ac:chgData name="Diego Raul Guerrero Anaya" userId="0ce4d9aa-8e9a-49aa-b0f2-d17a32a3775a" providerId="ADAL" clId="{B93415C3-480F-43C7-8153-0DEF1BDC1F50}" dt="2025-09-05T18:30:51.860" v="767" actId="313"/>
          <ac:spMkLst>
            <pc:docMk/>
            <pc:sldMk cId="1408814012" sldId="276"/>
            <ac:spMk id="19" creationId="{916EE9CB-71E5-9AFE-8E7A-1A74FD75F23B}"/>
          </ac:spMkLst>
        </pc:spChg>
        <pc:spChg chg="mod">
          <ac:chgData name="Diego Raul Guerrero Anaya" userId="0ce4d9aa-8e9a-49aa-b0f2-d17a32a3775a" providerId="ADAL" clId="{B93415C3-480F-43C7-8153-0DEF1BDC1F50}" dt="2025-09-05T18:32:18.869" v="776" actId="20577"/>
          <ac:spMkLst>
            <pc:docMk/>
            <pc:sldMk cId="1408814012" sldId="276"/>
            <ac:spMk id="26" creationId="{1D4B4EC2-2B82-9176-5626-2B64202C2BEA}"/>
          </ac:spMkLst>
        </pc:spChg>
      </pc:sldChg>
      <pc:sldChg chg="modSp mod">
        <pc:chgData name="Diego Raul Guerrero Anaya" userId="0ce4d9aa-8e9a-49aa-b0f2-d17a32a3775a" providerId="ADAL" clId="{B93415C3-480F-43C7-8153-0DEF1BDC1F50}" dt="2025-09-05T18:43:26.380" v="1114" actId="20577"/>
        <pc:sldMkLst>
          <pc:docMk/>
          <pc:sldMk cId="458472891" sldId="311"/>
        </pc:sldMkLst>
        <pc:spChg chg="mod">
          <ac:chgData name="Diego Raul Guerrero Anaya" userId="0ce4d9aa-8e9a-49aa-b0f2-d17a32a3775a" providerId="ADAL" clId="{B93415C3-480F-43C7-8153-0DEF1BDC1F50}" dt="2025-09-05T18:38:30.633" v="1075" actId="20577"/>
          <ac:spMkLst>
            <pc:docMk/>
            <pc:sldMk cId="458472891" sldId="311"/>
            <ac:spMk id="2" creationId="{D741CCE3-A2F0-C75B-2695-53F2C71ABBFC}"/>
          </ac:spMkLst>
        </pc:spChg>
        <pc:spChg chg="mod">
          <ac:chgData name="Diego Raul Guerrero Anaya" userId="0ce4d9aa-8e9a-49aa-b0f2-d17a32a3775a" providerId="ADAL" clId="{B93415C3-480F-43C7-8153-0DEF1BDC1F50}" dt="2025-09-05T18:38:33.673" v="1077" actId="20577"/>
          <ac:spMkLst>
            <pc:docMk/>
            <pc:sldMk cId="458472891" sldId="311"/>
            <ac:spMk id="5" creationId="{4F47B6CB-1FFF-E256-3B60-80F96E2E701A}"/>
          </ac:spMkLst>
        </pc:spChg>
        <pc:spChg chg="mod">
          <ac:chgData name="Diego Raul Guerrero Anaya" userId="0ce4d9aa-8e9a-49aa-b0f2-d17a32a3775a" providerId="ADAL" clId="{B93415C3-480F-43C7-8153-0DEF1BDC1F50}" dt="2025-09-05T18:43:26.380" v="1114" actId="20577"/>
          <ac:spMkLst>
            <pc:docMk/>
            <pc:sldMk cId="458472891" sldId="311"/>
            <ac:spMk id="26" creationId="{34B3AD1F-D607-BE1B-3508-F6F4A2648F08}"/>
          </ac:spMkLst>
        </pc:spChg>
        <pc:spChg chg="mod">
          <ac:chgData name="Diego Raul Guerrero Anaya" userId="0ce4d9aa-8e9a-49aa-b0f2-d17a32a3775a" providerId="ADAL" clId="{B93415C3-480F-43C7-8153-0DEF1BDC1F50}" dt="2025-09-05T18:38:37.482" v="1079" actId="20577"/>
          <ac:spMkLst>
            <pc:docMk/>
            <pc:sldMk cId="458472891" sldId="311"/>
            <ac:spMk id="35" creationId="{6B7CC1DA-AA9D-2D01-25C7-BAC063BC4F53}"/>
          </ac:spMkLst>
        </pc:spChg>
      </pc:sldChg>
      <pc:sldChg chg="del ord">
        <pc:chgData name="Diego Raul Guerrero Anaya" userId="0ce4d9aa-8e9a-49aa-b0f2-d17a32a3775a" providerId="ADAL" clId="{B93415C3-480F-43C7-8153-0DEF1BDC1F50}" dt="2025-09-08T02:50:11.085" v="3534" actId="2696"/>
        <pc:sldMkLst>
          <pc:docMk/>
          <pc:sldMk cId="4132532602" sldId="312"/>
        </pc:sldMkLst>
      </pc:sldChg>
      <pc:sldChg chg="delSp modSp mod">
        <pc:chgData name="Diego Raul Guerrero Anaya" userId="0ce4d9aa-8e9a-49aa-b0f2-d17a32a3775a" providerId="ADAL" clId="{B93415C3-480F-43C7-8153-0DEF1BDC1F50}" dt="2025-09-08T04:47:57.040" v="4870"/>
        <pc:sldMkLst>
          <pc:docMk/>
          <pc:sldMk cId="1823940296" sldId="330"/>
        </pc:sldMkLst>
      </pc:sldChg>
      <pc:sldChg chg="modSp mod">
        <pc:chgData name="Diego Raul Guerrero Anaya" userId="0ce4d9aa-8e9a-49aa-b0f2-d17a32a3775a" providerId="ADAL" clId="{B93415C3-480F-43C7-8153-0DEF1BDC1F50}" dt="2025-09-05T18:30:29.025" v="766" actId="20577"/>
        <pc:sldMkLst>
          <pc:docMk/>
          <pc:sldMk cId="1254772405" sldId="331"/>
        </pc:sldMkLst>
        <pc:spChg chg="mod">
          <ac:chgData name="Diego Raul Guerrero Anaya" userId="0ce4d9aa-8e9a-49aa-b0f2-d17a32a3775a" providerId="ADAL" clId="{B93415C3-480F-43C7-8153-0DEF1BDC1F50}" dt="2025-09-05T18:30:29.025" v="766" actId="20577"/>
          <ac:spMkLst>
            <pc:docMk/>
            <pc:sldMk cId="1254772405" sldId="331"/>
            <ac:spMk id="16" creationId="{CAD1F5A1-A45B-7474-6EF8-7CEEC5771C78}"/>
          </ac:spMkLst>
        </pc:spChg>
      </pc:sldChg>
      <pc:sldChg chg="modSp mod">
        <pc:chgData name="Diego Raul Guerrero Anaya" userId="0ce4d9aa-8e9a-49aa-b0f2-d17a32a3775a" providerId="ADAL" clId="{B93415C3-480F-43C7-8153-0DEF1BDC1F50}" dt="2025-09-05T17:03:00.774" v="10" actId="20577"/>
        <pc:sldMkLst>
          <pc:docMk/>
          <pc:sldMk cId="3626027867" sldId="332"/>
        </pc:sldMkLst>
        <pc:spChg chg="mod">
          <ac:chgData name="Diego Raul Guerrero Anaya" userId="0ce4d9aa-8e9a-49aa-b0f2-d17a32a3775a" providerId="ADAL" clId="{B93415C3-480F-43C7-8153-0DEF1BDC1F50}" dt="2025-09-05T17:03:00.774" v="10" actId="20577"/>
          <ac:spMkLst>
            <pc:docMk/>
            <pc:sldMk cId="3626027867" sldId="332"/>
            <ac:spMk id="16" creationId="{7B31CB7F-F65F-251B-F642-C7D40861EB8B}"/>
          </ac:spMkLst>
        </pc:spChg>
      </pc:sldChg>
      <pc:sldChg chg="modSp mod">
        <pc:chgData name="Diego Raul Guerrero Anaya" userId="0ce4d9aa-8e9a-49aa-b0f2-d17a32a3775a" providerId="ADAL" clId="{B93415C3-480F-43C7-8153-0DEF1BDC1F50}" dt="2025-09-05T17:09:59.666" v="130" actId="20577"/>
        <pc:sldMkLst>
          <pc:docMk/>
          <pc:sldMk cId="1081019199" sldId="333"/>
        </pc:sldMkLst>
        <pc:spChg chg="mod">
          <ac:chgData name="Diego Raul Guerrero Anaya" userId="0ce4d9aa-8e9a-49aa-b0f2-d17a32a3775a" providerId="ADAL" clId="{B93415C3-480F-43C7-8153-0DEF1BDC1F50}" dt="2025-09-05T17:09:47.479" v="106" actId="20577"/>
          <ac:spMkLst>
            <pc:docMk/>
            <pc:sldMk cId="1081019199" sldId="333"/>
            <ac:spMk id="2" creationId="{781E295D-2C0A-4EEA-216F-1F51D01B00DD}"/>
          </ac:spMkLst>
        </pc:spChg>
        <pc:spChg chg="mod">
          <ac:chgData name="Diego Raul Guerrero Anaya" userId="0ce4d9aa-8e9a-49aa-b0f2-d17a32a3775a" providerId="ADAL" clId="{B93415C3-480F-43C7-8153-0DEF1BDC1F50}" dt="2025-09-05T17:09:50.254" v="108" actId="20577"/>
          <ac:spMkLst>
            <pc:docMk/>
            <pc:sldMk cId="1081019199" sldId="333"/>
            <ac:spMk id="10" creationId="{EAD073F4-A477-AEE0-77F8-5D2AC485F9CF}"/>
          </ac:spMkLst>
        </pc:spChg>
        <pc:spChg chg="mod">
          <ac:chgData name="Diego Raul Guerrero Anaya" userId="0ce4d9aa-8e9a-49aa-b0f2-d17a32a3775a" providerId="ADAL" clId="{B93415C3-480F-43C7-8153-0DEF1BDC1F50}" dt="2025-09-05T17:09:59.666" v="130" actId="20577"/>
          <ac:spMkLst>
            <pc:docMk/>
            <pc:sldMk cId="1081019199" sldId="333"/>
            <ac:spMk id="12" creationId="{1A100F43-6350-86BC-BFE8-EB7D82D0A2CF}"/>
          </ac:spMkLst>
        </pc:spChg>
        <pc:spChg chg="mod">
          <ac:chgData name="Diego Raul Guerrero Anaya" userId="0ce4d9aa-8e9a-49aa-b0f2-d17a32a3775a" providerId="ADAL" clId="{B93415C3-480F-43C7-8153-0DEF1BDC1F50}" dt="2025-09-05T17:08:52.698" v="93" actId="20577"/>
          <ac:spMkLst>
            <pc:docMk/>
            <pc:sldMk cId="1081019199" sldId="333"/>
            <ac:spMk id="15" creationId="{155A1899-F51E-9451-B8A7-0A68A2BA8466}"/>
          </ac:spMkLst>
        </pc:spChg>
        <pc:spChg chg="mod">
          <ac:chgData name="Diego Raul Guerrero Anaya" userId="0ce4d9aa-8e9a-49aa-b0f2-d17a32a3775a" providerId="ADAL" clId="{B93415C3-480F-43C7-8153-0DEF1BDC1F50}" dt="2025-09-05T17:09:29.737" v="104" actId="20577"/>
          <ac:spMkLst>
            <pc:docMk/>
            <pc:sldMk cId="1081019199" sldId="333"/>
            <ac:spMk id="26" creationId="{1D4B4EC2-2B82-9176-5626-2B64202C2BEA}"/>
          </ac:spMkLst>
        </pc:spChg>
      </pc:sldChg>
      <pc:sldChg chg="addSp delSp modSp mod">
        <pc:chgData name="Diego Raul Guerrero Anaya" userId="0ce4d9aa-8e9a-49aa-b0f2-d17a32a3775a" providerId="ADAL" clId="{B93415C3-480F-43C7-8153-0DEF1BDC1F50}" dt="2025-09-05T17:18:34.198" v="211" actId="14100"/>
        <pc:sldMkLst>
          <pc:docMk/>
          <pc:sldMk cId="3879780745" sldId="334"/>
        </pc:sldMkLst>
        <pc:spChg chg="mod">
          <ac:chgData name="Diego Raul Guerrero Anaya" userId="0ce4d9aa-8e9a-49aa-b0f2-d17a32a3775a" providerId="ADAL" clId="{B93415C3-480F-43C7-8153-0DEF1BDC1F50}" dt="2025-09-05T17:12:13.567" v="155" actId="20577"/>
          <ac:spMkLst>
            <pc:docMk/>
            <pc:sldMk cId="3879780745" sldId="334"/>
            <ac:spMk id="3" creationId="{5517A915-85AE-5FA2-8B73-8C6D4927CC78}"/>
          </ac:spMkLst>
        </pc:spChg>
        <pc:spChg chg="mod">
          <ac:chgData name="Diego Raul Guerrero Anaya" userId="0ce4d9aa-8e9a-49aa-b0f2-d17a32a3775a" providerId="ADAL" clId="{B93415C3-480F-43C7-8153-0DEF1BDC1F50}" dt="2025-09-05T17:12:27.886" v="159" actId="20577"/>
          <ac:spMkLst>
            <pc:docMk/>
            <pc:sldMk cId="3879780745" sldId="334"/>
            <ac:spMk id="15" creationId="{7CD93BE8-6BDE-7E93-BC6E-2512101AF54D}"/>
          </ac:spMkLst>
        </pc:spChg>
        <pc:spChg chg="mod">
          <ac:chgData name="Diego Raul Guerrero Anaya" userId="0ce4d9aa-8e9a-49aa-b0f2-d17a32a3775a" providerId="ADAL" clId="{B93415C3-480F-43C7-8153-0DEF1BDC1F50}" dt="2025-09-05T17:12:37.805" v="181" actId="20577"/>
          <ac:spMkLst>
            <pc:docMk/>
            <pc:sldMk cId="3879780745" sldId="334"/>
            <ac:spMk id="17" creationId="{7966B387-CF78-468A-C72A-A2EA9C25D403}"/>
          </ac:spMkLst>
        </pc:spChg>
        <pc:spChg chg="mod">
          <ac:chgData name="Diego Raul Guerrero Anaya" userId="0ce4d9aa-8e9a-49aa-b0f2-d17a32a3775a" providerId="ADAL" clId="{B93415C3-480F-43C7-8153-0DEF1BDC1F50}" dt="2025-09-05T17:12:24.832" v="157" actId="20577"/>
          <ac:spMkLst>
            <pc:docMk/>
            <pc:sldMk cId="3879780745" sldId="334"/>
            <ac:spMk id="23" creationId="{663FA1E0-15E2-7076-43A6-55F2EAA7ADB7}"/>
          </ac:spMkLst>
        </pc:spChg>
        <pc:spChg chg="mod">
          <ac:chgData name="Diego Raul Guerrero Anaya" userId="0ce4d9aa-8e9a-49aa-b0f2-d17a32a3775a" providerId="ADAL" clId="{B93415C3-480F-43C7-8153-0DEF1BDC1F50}" dt="2025-09-05T17:11:45.911" v="147" actId="20577"/>
          <ac:spMkLst>
            <pc:docMk/>
            <pc:sldMk cId="3879780745" sldId="334"/>
            <ac:spMk id="29" creationId="{C54A186A-8BB1-885B-9A38-62E4927CA8C1}"/>
          </ac:spMkLst>
        </pc:spChg>
        <pc:picChg chg="add mod">
          <ac:chgData name="Diego Raul Guerrero Anaya" userId="0ce4d9aa-8e9a-49aa-b0f2-d17a32a3775a" providerId="ADAL" clId="{B93415C3-480F-43C7-8153-0DEF1BDC1F50}" dt="2025-09-05T17:14:33.973" v="194" actId="14100"/>
          <ac:picMkLst>
            <pc:docMk/>
            <pc:sldMk cId="3879780745" sldId="334"/>
            <ac:picMk id="7" creationId="{C075D712-4C8F-EDE2-8E85-475C5AD13E25}"/>
          </ac:picMkLst>
        </pc:picChg>
        <pc:picChg chg="add mod">
          <ac:chgData name="Diego Raul Guerrero Anaya" userId="0ce4d9aa-8e9a-49aa-b0f2-d17a32a3775a" providerId="ADAL" clId="{B93415C3-480F-43C7-8153-0DEF1BDC1F50}" dt="2025-09-05T17:18:34.198" v="211" actId="14100"/>
          <ac:picMkLst>
            <pc:docMk/>
            <pc:sldMk cId="3879780745" sldId="334"/>
            <ac:picMk id="14" creationId="{F08B461F-4281-7679-894F-761CC4F66552}"/>
          </ac:picMkLst>
        </pc:picChg>
      </pc:sldChg>
      <pc:sldChg chg="del">
        <pc:chgData name="Diego Raul Guerrero Anaya" userId="0ce4d9aa-8e9a-49aa-b0f2-d17a32a3775a" providerId="ADAL" clId="{B93415C3-480F-43C7-8153-0DEF1BDC1F50}" dt="2025-09-08T02:50:11.085" v="3534" actId="2696"/>
        <pc:sldMkLst>
          <pc:docMk/>
          <pc:sldMk cId="1507660225" sldId="338"/>
        </pc:sldMkLst>
      </pc:sldChg>
      <pc:sldChg chg="del ord">
        <pc:chgData name="Diego Raul Guerrero Anaya" userId="0ce4d9aa-8e9a-49aa-b0f2-d17a32a3775a" providerId="ADAL" clId="{B93415C3-480F-43C7-8153-0DEF1BDC1F50}" dt="2025-09-08T02:50:11.085" v="3534" actId="2696"/>
        <pc:sldMkLst>
          <pc:docMk/>
          <pc:sldMk cId="2549534976" sldId="344"/>
        </pc:sldMkLst>
      </pc:sldChg>
      <pc:sldChg chg="del ord">
        <pc:chgData name="Diego Raul Guerrero Anaya" userId="0ce4d9aa-8e9a-49aa-b0f2-d17a32a3775a" providerId="ADAL" clId="{B93415C3-480F-43C7-8153-0DEF1BDC1F50}" dt="2025-09-08T02:50:11.085" v="3534" actId="2696"/>
        <pc:sldMkLst>
          <pc:docMk/>
          <pc:sldMk cId="3037264200" sldId="345"/>
        </pc:sldMkLst>
      </pc:sldChg>
      <pc:sldChg chg="modSp del mod ord">
        <pc:chgData name="Diego Raul Guerrero Anaya" userId="0ce4d9aa-8e9a-49aa-b0f2-d17a32a3775a" providerId="ADAL" clId="{B93415C3-480F-43C7-8153-0DEF1BDC1F50}" dt="2025-09-08T02:37:27.091" v="3470" actId="2696"/>
        <pc:sldMkLst>
          <pc:docMk/>
          <pc:sldMk cId="2948970948" sldId="346"/>
        </pc:sldMkLst>
      </pc:sldChg>
      <pc:sldChg chg="del">
        <pc:chgData name="Diego Raul Guerrero Anaya" userId="0ce4d9aa-8e9a-49aa-b0f2-d17a32a3775a" providerId="ADAL" clId="{B93415C3-480F-43C7-8153-0DEF1BDC1F50}" dt="2025-09-08T02:50:11.085" v="3534" actId="2696"/>
        <pc:sldMkLst>
          <pc:docMk/>
          <pc:sldMk cId="2170750062" sldId="348"/>
        </pc:sldMkLst>
      </pc:sldChg>
      <pc:sldChg chg="del">
        <pc:chgData name="Diego Raul Guerrero Anaya" userId="0ce4d9aa-8e9a-49aa-b0f2-d17a32a3775a" providerId="ADAL" clId="{B93415C3-480F-43C7-8153-0DEF1BDC1F50}" dt="2025-09-05T21:29:47.896" v="2314" actId="2696"/>
        <pc:sldMkLst>
          <pc:docMk/>
          <pc:sldMk cId="503955803" sldId="352"/>
        </pc:sldMkLst>
      </pc:sldChg>
      <pc:sldChg chg="addSp delSp modSp mod">
        <pc:chgData name="Diego Raul Guerrero Anaya" userId="0ce4d9aa-8e9a-49aa-b0f2-d17a32a3775a" providerId="ADAL" clId="{B93415C3-480F-43C7-8153-0DEF1BDC1F50}" dt="2025-09-30T21:11:07.395" v="4964" actId="20577"/>
        <pc:sldMkLst>
          <pc:docMk/>
          <pc:sldMk cId="927672507" sldId="353"/>
        </pc:sldMkLst>
        <pc:spChg chg="mod">
          <ac:chgData name="Diego Raul Guerrero Anaya" userId="0ce4d9aa-8e9a-49aa-b0f2-d17a32a3775a" providerId="ADAL" clId="{B93415C3-480F-43C7-8153-0DEF1BDC1F50}" dt="2025-09-05T19:13:25.441" v="1525" actId="1076"/>
          <ac:spMkLst>
            <pc:docMk/>
            <pc:sldMk cId="927672507" sldId="353"/>
            <ac:spMk id="3" creationId="{538D001C-83C6-38F6-498C-4915B35E5398}"/>
          </ac:spMkLst>
        </pc:spChg>
        <pc:spChg chg="add mod">
          <ac:chgData name="Diego Raul Guerrero Anaya" userId="0ce4d9aa-8e9a-49aa-b0f2-d17a32a3775a" providerId="ADAL" clId="{B93415C3-480F-43C7-8153-0DEF1BDC1F50}" dt="2025-09-30T21:11:07.395" v="4964" actId="20577"/>
          <ac:spMkLst>
            <pc:docMk/>
            <pc:sldMk cId="927672507" sldId="353"/>
            <ac:spMk id="5" creationId="{20B7017B-B193-B613-C87A-E39DE05659D6}"/>
          </ac:spMkLst>
        </pc:spChg>
        <pc:spChg chg="mod">
          <ac:chgData name="Diego Raul Guerrero Anaya" userId="0ce4d9aa-8e9a-49aa-b0f2-d17a32a3775a" providerId="ADAL" clId="{B93415C3-480F-43C7-8153-0DEF1BDC1F50}" dt="2025-09-05T20:10:37.635" v="1863" actId="20577"/>
          <ac:spMkLst>
            <pc:docMk/>
            <pc:sldMk cId="927672507" sldId="353"/>
            <ac:spMk id="6" creationId="{1BBFA755-0142-7649-A29A-918855F23B9F}"/>
          </ac:spMkLst>
        </pc:spChg>
        <pc:spChg chg="mod">
          <ac:chgData name="Diego Raul Guerrero Anaya" userId="0ce4d9aa-8e9a-49aa-b0f2-d17a32a3775a" providerId="ADAL" clId="{B93415C3-480F-43C7-8153-0DEF1BDC1F50}" dt="2025-09-05T20:10:46.904" v="1864" actId="1076"/>
          <ac:spMkLst>
            <pc:docMk/>
            <pc:sldMk cId="927672507" sldId="353"/>
            <ac:spMk id="12" creationId="{6888C449-0716-96AD-3B34-F79A73842454}"/>
          </ac:spMkLst>
        </pc:spChg>
        <pc:spChg chg="mod">
          <ac:chgData name="Diego Raul Guerrero Anaya" userId="0ce4d9aa-8e9a-49aa-b0f2-d17a32a3775a" providerId="ADAL" clId="{B93415C3-480F-43C7-8153-0DEF1BDC1F50}" dt="2025-09-05T19:10:18.160" v="1482" actId="20577"/>
          <ac:spMkLst>
            <pc:docMk/>
            <pc:sldMk cId="927672507" sldId="353"/>
            <ac:spMk id="30" creationId="{34C5FF2A-B91C-186B-3D4B-C76ECB4B9870}"/>
          </ac:spMkLst>
        </pc:spChg>
        <pc:spChg chg="mod">
          <ac:chgData name="Diego Raul Guerrero Anaya" userId="0ce4d9aa-8e9a-49aa-b0f2-d17a32a3775a" providerId="ADAL" clId="{B93415C3-480F-43C7-8153-0DEF1BDC1F50}" dt="2025-09-05T19:12:55.108" v="1522" actId="1076"/>
          <ac:spMkLst>
            <pc:docMk/>
            <pc:sldMk cId="927672507" sldId="353"/>
            <ac:spMk id="31" creationId="{E8423806-412A-088B-9430-AF48DB430174}"/>
          </ac:spMkLst>
        </pc:spChg>
        <pc:spChg chg="mod">
          <ac:chgData name="Diego Raul Guerrero Anaya" userId="0ce4d9aa-8e9a-49aa-b0f2-d17a32a3775a" providerId="ADAL" clId="{B93415C3-480F-43C7-8153-0DEF1BDC1F50}" dt="2025-09-05T19:13:17.534" v="1524" actId="1076"/>
          <ac:spMkLst>
            <pc:docMk/>
            <pc:sldMk cId="927672507" sldId="353"/>
            <ac:spMk id="34" creationId="{225F0A62-0CCB-9768-C8CA-89B98E278468}"/>
          </ac:spMkLst>
        </pc:spChg>
        <pc:graphicFrameChg chg="mod">
          <ac:chgData name="Diego Raul Guerrero Anaya" userId="0ce4d9aa-8e9a-49aa-b0f2-d17a32a3775a" providerId="ADAL" clId="{B93415C3-480F-43C7-8153-0DEF1BDC1F50}" dt="2025-09-05T19:13:01.540" v="1523" actId="1076"/>
          <ac:graphicFrameMkLst>
            <pc:docMk/>
            <pc:sldMk cId="927672507" sldId="353"/>
            <ac:graphicFrameMk id="14" creationId="{093B6135-8E86-8EE0-DA04-61FE105BFEFA}"/>
          </ac:graphicFrameMkLst>
        </pc:graphicFrameChg>
        <pc:picChg chg="mod">
          <ac:chgData name="Diego Raul Guerrero Anaya" userId="0ce4d9aa-8e9a-49aa-b0f2-d17a32a3775a" providerId="ADAL" clId="{B93415C3-480F-43C7-8153-0DEF1BDC1F50}" dt="2025-09-05T19:13:25.441" v="1525" actId="1076"/>
          <ac:picMkLst>
            <pc:docMk/>
            <pc:sldMk cId="927672507" sldId="353"/>
            <ac:picMk id="2" creationId="{7FD78266-31C7-16A6-FC76-E1FFAA3F9CE9}"/>
          </ac:picMkLst>
        </pc:picChg>
        <pc:picChg chg="add mod">
          <ac:chgData name="Diego Raul Guerrero Anaya" userId="0ce4d9aa-8e9a-49aa-b0f2-d17a32a3775a" providerId="ADAL" clId="{B93415C3-480F-43C7-8153-0DEF1BDC1F50}" dt="2025-09-05T19:11:08.918" v="1490" actId="1076"/>
          <ac:picMkLst>
            <pc:docMk/>
            <pc:sldMk cId="927672507" sldId="353"/>
            <ac:picMk id="10" creationId="{61B8E9E6-38D7-9B42-0C48-6953458BE75C}"/>
          </ac:picMkLst>
        </pc:picChg>
      </pc:sldChg>
      <pc:sldChg chg="addSp delSp modSp mod">
        <pc:chgData name="Diego Raul Guerrero Anaya" userId="0ce4d9aa-8e9a-49aa-b0f2-d17a32a3775a" providerId="ADAL" clId="{B93415C3-480F-43C7-8153-0DEF1BDC1F50}" dt="2025-09-05T20:21:39.871" v="2133" actId="20577"/>
        <pc:sldMkLst>
          <pc:docMk/>
          <pc:sldMk cId="3244617191" sldId="354"/>
        </pc:sldMkLst>
        <pc:spChg chg="mod">
          <ac:chgData name="Diego Raul Guerrero Anaya" userId="0ce4d9aa-8e9a-49aa-b0f2-d17a32a3775a" providerId="ADAL" clId="{B93415C3-480F-43C7-8153-0DEF1BDC1F50}" dt="2025-09-05T17:38:27.683" v="756" actId="1076"/>
          <ac:spMkLst>
            <pc:docMk/>
            <pc:sldMk cId="3244617191" sldId="354"/>
            <ac:spMk id="3" creationId="{822204D8-A801-5484-A730-68B575CD7204}"/>
          </ac:spMkLst>
        </pc:spChg>
        <pc:spChg chg="mod">
          <ac:chgData name="Diego Raul Guerrero Anaya" userId="0ce4d9aa-8e9a-49aa-b0f2-d17a32a3775a" providerId="ADAL" clId="{B93415C3-480F-43C7-8153-0DEF1BDC1F50}" dt="2025-09-05T17:38:27.683" v="756" actId="1076"/>
          <ac:spMkLst>
            <pc:docMk/>
            <pc:sldMk cId="3244617191" sldId="354"/>
            <ac:spMk id="6" creationId="{82359F3C-64F6-1870-6367-025E002D76DB}"/>
          </ac:spMkLst>
        </pc:spChg>
        <pc:spChg chg="mod">
          <ac:chgData name="Diego Raul Guerrero Anaya" userId="0ce4d9aa-8e9a-49aa-b0f2-d17a32a3775a" providerId="ADAL" clId="{B93415C3-480F-43C7-8153-0DEF1BDC1F50}" dt="2025-09-05T17:19:13.424" v="222" actId="20577"/>
          <ac:spMkLst>
            <pc:docMk/>
            <pc:sldMk cId="3244617191" sldId="354"/>
            <ac:spMk id="12" creationId="{A56C0D7C-16C6-2D3B-B087-A36CC226F911}"/>
          </ac:spMkLst>
        </pc:spChg>
        <pc:spChg chg="mod">
          <ac:chgData name="Diego Raul Guerrero Anaya" userId="0ce4d9aa-8e9a-49aa-b0f2-d17a32a3775a" providerId="ADAL" clId="{B93415C3-480F-43C7-8153-0DEF1BDC1F50}" dt="2025-09-05T17:38:27.683" v="756" actId="1076"/>
          <ac:spMkLst>
            <pc:docMk/>
            <pc:sldMk cId="3244617191" sldId="354"/>
            <ac:spMk id="14" creationId="{A3312F2B-AFC2-5EE2-6DC3-535BF7A6A8E4}"/>
          </ac:spMkLst>
        </pc:spChg>
        <pc:spChg chg="mod">
          <ac:chgData name="Diego Raul Guerrero Anaya" userId="0ce4d9aa-8e9a-49aa-b0f2-d17a32a3775a" providerId="ADAL" clId="{B93415C3-480F-43C7-8153-0DEF1BDC1F50}" dt="2025-09-05T17:24:43.586" v="379" actId="404"/>
          <ac:spMkLst>
            <pc:docMk/>
            <pc:sldMk cId="3244617191" sldId="354"/>
            <ac:spMk id="19" creationId="{DC45A2B3-CBE7-6AF2-715B-B91866D1BE66}"/>
          </ac:spMkLst>
        </pc:spChg>
        <pc:spChg chg="mod">
          <ac:chgData name="Diego Raul Guerrero Anaya" userId="0ce4d9aa-8e9a-49aa-b0f2-d17a32a3775a" providerId="ADAL" clId="{B93415C3-480F-43C7-8153-0DEF1BDC1F50}" dt="2025-09-05T20:21:39.871" v="2133" actId="20577"/>
          <ac:spMkLst>
            <pc:docMk/>
            <pc:sldMk cId="3244617191" sldId="354"/>
            <ac:spMk id="29" creationId="{7CF8D2E1-1556-C801-9A4E-C3B7E8B3951B}"/>
          </ac:spMkLst>
        </pc:spChg>
        <pc:spChg chg="mod">
          <ac:chgData name="Diego Raul Guerrero Anaya" userId="0ce4d9aa-8e9a-49aa-b0f2-d17a32a3775a" providerId="ADAL" clId="{B93415C3-480F-43C7-8153-0DEF1BDC1F50}" dt="2025-09-05T20:18:58.868" v="2088" actId="20577"/>
          <ac:spMkLst>
            <pc:docMk/>
            <pc:sldMk cId="3244617191" sldId="354"/>
            <ac:spMk id="31" creationId="{A9D9D877-17BF-C4B1-DBE2-2D740DCE891B}"/>
          </ac:spMkLst>
        </pc:spChg>
        <pc:spChg chg="mod">
          <ac:chgData name="Diego Raul Guerrero Anaya" userId="0ce4d9aa-8e9a-49aa-b0f2-d17a32a3775a" providerId="ADAL" clId="{B93415C3-480F-43C7-8153-0DEF1BDC1F50}" dt="2025-09-05T17:38:16.513" v="755" actId="1076"/>
          <ac:spMkLst>
            <pc:docMk/>
            <pc:sldMk cId="3244617191" sldId="354"/>
            <ac:spMk id="34" creationId="{F7E81395-129E-34AB-56A2-C2BF691746BB}"/>
          </ac:spMkLst>
        </pc:spChg>
        <pc:graphicFrameChg chg="mod">
          <ac:chgData name="Diego Raul Guerrero Anaya" userId="0ce4d9aa-8e9a-49aa-b0f2-d17a32a3775a" providerId="ADAL" clId="{B93415C3-480F-43C7-8153-0DEF1BDC1F50}" dt="2025-09-05T20:19:05.834" v="2089" actId="1076"/>
          <ac:graphicFrameMkLst>
            <pc:docMk/>
            <pc:sldMk cId="3244617191" sldId="354"/>
            <ac:graphicFrameMk id="21" creationId="{D999FE1A-6116-4188-4598-09A426373573}"/>
          </ac:graphicFrameMkLst>
        </pc:graphicFrameChg>
        <pc:picChg chg="mod">
          <ac:chgData name="Diego Raul Guerrero Anaya" userId="0ce4d9aa-8e9a-49aa-b0f2-d17a32a3775a" providerId="ADAL" clId="{B93415C3-480F-43C7-8153-0DEF1BDC1F50}" dt="2025-09-05T17:38:27.683" v="756" actId="1076"/>
          <ac:picMkLst>
            <pc:docMk/>
            <pc:sldMk cId="3244617191" sldId="354"/>
            <ac:picMk id="2" creationId="{1F40C022-EC24-AD62-45FD-C18825EFF0C9}"/>
          </ac:picMkLst>
        </pc:picChg>
        <pc:picChg chg="mod">
          <ac:chgData name="Diego Raul Guerrero Anaya" userId="0ce4d9aa-8e9a-49aa-b0f2-d17a32a3775a" providerId="ADAL" clId="{B93415C3-480F-43C7-8153-0DEF1BDC1F50}" dt="2025-09-05T17:38:27.683" v="756" actId="1076"/>
          <ac:picMkLst>
            <pc:docMk/>
            <pc:sldMk cId="3244617191" sldId="354"/>
            <ac:picMk id="5" creationId="{083BFBD1-B8C8-AD84-F992-BC2995A91E6F}"/>
          </ac:picMkLst>
        </pc:picChg>
        <pc:picChg chg="mod">
          <ac:chgData name="Diego Raul Guerrero Anaya" userId="0ce4d9aa-8e9a-49aa-b0f2-d17a32a3775a" providerId="ADAL" clId="{B93415C3-480F-43C7-8153-0DEF1BDC1F50}" dt="2025-09-05T17:38:27.683" v="756" actId="1076"/>
          <ac:picMkLst>
            <pc:docMk/>
            <pc:sldMk cId="3244617191" sldId="354"/>
            <ac:picMk id="15" creationId="{BD77644B-5F27-08FF-CB13-FC041A08084A}"/>
          </ac:picMkLst>
        </pc:picChg>
        <pc:picChg chg="add mod">
          <ac:chgData name="Diego Raul Guerrero Anaya" userId="0ce4d9aa-8e9a-49aa-b0f2-d17a32a3775a" providerId="ADAL" clId="{B93415C3-480F-43C7-8153-0DEF1BDC1F50}" dt="2025-09-05T20:19:59.466" v="2098" actId="14100"/>
          <ac:picMkLst>
            <pc:docMk/>
            <pc:sldMk cId="3244617191" sldId="354"/>
            <ac:picMk id="23" creationId="{1F52F899-D45B-4A23-EFF7-CC41834F7AF0}"/>
          </ac:picMkLst>
        </pc:picChg>
        <pc:picChg chg="add mod">
          <ac:chgData name="Diego Raul Guerrero Anaya" userId="0ce4d9aa-8e9a-49aa-b0f2-d17a32a3775a" providerId="ADAL" clId="{B93415C3-480F-43C7-8153-0DEF1BDC1F50}" dt="2025-09-05T20:21:05.972" v="2104" actId="1076"/>
          <ac:picMkLst>
            <pc:docMk/>
            <pc:sldMk cId="3244617191" sldId="354"/>
            <ac:picMk id="24" creationId="{CD35B77E-44CE-DA29-16A5-9577B51E913B}"/>
          </ac:picMkLst>
        </pc:picChg>
        <pc:cxnChg chg="mod">
          <ac:chgData name="Diego Raul Guerrero Anaya" userId="0ce4d9aa-8e9a-49aa-b0f2-d17a32a3775a" providerId="ADAL" clId="{B93415C3-480F-43C7-8153-0DEF1BDC1F50}" dt="2025-09-05T17:25:15.797" v="382" actId="14100"/>
          <ac:cxnSpMkLst>
            <pc:docMk/>
            <pc:sldMk cId="3244617191" sldId="354"/>
            <ac:cxnSpMk id="9" creationId="{889F43F9-A8D1-2800-F11E-55D722EFFAFC}"/>
          </ac:cxnSpMkLst>
        </pc:cxnChg>
      </pc:sldChg>
      <pc:sldChg chg="del">
        <pc:chgData name="Diego Raul Guerrero Anaya" userId="0ce4d9aa-8e9a-49aa-b0f2-d17a32a3775a" providerId="ADAL" clId="{B93415C3-480F-43C7-8153-0DEF1BDC1F50}" dt="2025-09-05T21:29:56.498" v="2315" actId="2696"/>
        <pc:sldMkLst>
          <pc:docMk/>
          <pc:sldMk cId="1098523409" sldId="356"/>
        </pc:sldMkLst>
      </pc:sldChg>
      <pc:sldChg chg="del">
        <pc:chgData name="Diego Raul Guerrero Anaya" userId="0ce4d9aa-8e9a-49aa-b0f2-d17a32a3775a" providerId="ADAL" clId="{B93415C3-480F-43C7-8153-0DEF1BDC1F50}" dt="2025-09-05T21:29:56.498" v="2315" actId="2696"/>
        <pc:sldMkLst>
          <pc:docMk/>
          <pc:sldMk cId="102732767" sldId="357"/>
        </pc:sldMkLst>
      </pc:sldChg>
      <pc:sldChg chg="del">
        <pc:chgData name="Diego Raul Guerrero Anaya" userId="0ce4d9aa-8e9a-49aa-b0f2-d17a32a3775a" providerId="ADAL" clId="{B93415C3-480F-43C7-8153-0DEF1BDC1F50}" dt="2025-09-08T02:50:11.085" v="3534" actId="2696"/>
        <pc:sldMkLst>
          <pc:docMk/>
          <pc:sldMk cId="111384307" sldId="361"/>
        </pc:sldMkLst>
      </pc:sldChg>
      <pc:sldChg chg="del">
        <pc:chgData name="Diego Raul Guerrero Anaya" userId="0ce4d9aa-8e9a-49aa-b0f2-d17a32a3775a" providerId="ADAL" clId="{B93415C3-480F-43C7-8153-0DEF1BDC1F50}" dt="2025-09-05T21:30:18.559" v="2327" actId="2696"/>
        <pc:sldMkLst>
          <pc:docMk/>
          <pc:sldMk cId="3010174008" sldId="364"/>
        </pc:sldMkLst>
      </pc:sldChg>
      <pc:sldChg chg="del">
        <pc:chgData name="Diego Raul Guerrero Anaya" userId="0ce4d9aa-8e9a-49aa-b0f2-d17a32a3775a" providerId="ADAL" clId="{B93415C3-480F-43C7-8153-0DEF1BDC1F50}" dt="2025-09-05T21:29:56.498" v="2315" actId="2696"/>
        <pc:sldMkLst>
          <pc:docMk/>
          <pc:sldMk cId="73220245" sldId="366"/>
        </pc:sldMkLst>
      </pc:sldChg>
      <pc:sldChg chg="del">
        <pc:chgData name="Diego Raul Guerrero Anaya" userId="0ce4d9aa-8e9a-49aa-b0f2-d17a32a3775a" providerId="ADAL" clId="{B93415C3-480F-43C7-8153-0DEF1BDC1F50}" dt="2025-09-08T02:50:11.085" v="3534" actId="2696"/>
        <pc:sldMkLst>
          <pc:docMk/>
          <pc:sldMk cId="2051792291" sldId="367"/>
        </pc:sldMkLst>
      </pc:sldChg>
      <pc:sldChg chg="del">
        <pc:chgData name="Diego Raul Guerrero Anaya" userId="0ce4d9aa-8e9a-49aa-b0f2-d17a32a3775a" providerId="ADAL" clId="{B93415C3-480F-43C7-8153-0DEF1BDC1F50}" dt="2025-09-08T02:50:11.085" v="3534" actId="2696"/>
        <pc:sldMkLst>
          <pc:docMk/>
          <pc:sldMk cId="3537418374" sldId="368"/>
        </pc:sldMkLst>
      </pc:sldChg>
      <pc:sldChg chg="del">
        <pc:chgData name="Diego Raul Guerrero Anaya" userId="0ce4d9aa-8e9a-49aa-b0f2-d17a32a3775a" providerId="ADAL" clId="{B93415C3-480F-43C7-8153-0DEF1BDC1F50}" dt="2025-09-08T02:50:11.085" v="3534" actId="2696"/>
        <pc:sldMkLst>
          <pc:docMk/>
          <pc:sldMk cId="2752626407" sldId="369"/>
        </pc:sldMkLst>
      </pc:sldChg>
      <pc:sldChg chg="del">
        <pc:chgData name="Diego Raul Guerrero Anaya" userId="0ce4d9aa-8e9a-49aa-b0f2-d17a32a3775a" providerId="ADAL" clId="{B93415C3-480F-43C7-8153-0DEF1BDC1F50}" dt="2025-09-08T02:50:11.085" v="3534" actId="2696"/>
        <pc:sldMkLst>
          <pc:docMk/>
          <pc:sldMk cId="2005288587" sldId="370"/>
        </pc:sldMkLst>
      </pc:sldChg>
      <pc:sldChg chg="del">
        <pc:chgData name="Diego Raul Guerrero Anaya" userId="0ce4d9aa-8e9a-49aa-b0f2-d17a32a3775a" providerId="ADAL" clId="{B93415C3-480F-43C7-8153-0DEF1BDC1F50}" dt="2025-09-08T02:50:11.085" v="3534" actId="2696"/>
        <pc:sldMkLst>
          <pc:docMk/>
          <pc:sldMk cId="3824062648" sldId="371"/>
        </pc:sldMkLst>
      </pc:sldChg>
      <pc:sldChg chg="del">
        <pc:chgData name="Diego Raul Guerrero Anaya" userId="0ce4d9aa-8e9a-49aa-b0f2-d17a32a3775a" providerId="ADAL" clId="{B93415C3-480F-43C7-8153-0DEF1BDC1F50}" dt="2025-09-08T02:50:11.085" v="3534" actId="2696"/>
        <pc:sldMkLst>
          <pc:docMk/>
          <pc:sldMk cId="2171170721" sldId="372"/>
        </pc:sldMkLst>
      </pc:sldChg>
      <pc:sldChg chg="del">
        <pc:chgData name="Diego Raul Guerrero Anaya" userId="0ce4d9aa-8e9a-49aa-b0f2-d17a32a3775a" providerId="ADAL" clId="{B93415C3-480F-43C7-8153-0DEF1BDC1F50}" dt="2025-09-08T02:50:11.085" v="3534" actId="2696"/>
        <pc:sldMkLst>
          <pc:docMk/>
          <pc:sldMk cId="1510060465" sldId="373"/>
        </pc:sldMkLst>
      </pc:sldChg>
      <pc:sldChg chg="del">
        <pc:chgData name="Diego Raul Guerrero Anaya" userId="0ce4d9aa-8e9a-49aa-b0f2-d17a32a3775a" providerId="ADAL" clId="{B93415C3-480F-43C7-8153-0DEF1BDC1F50}" dt="2025-09-08T02:50:11.085" v="3534" actId="2696"/>
        <pc:sldMkLst>
          <pc:docMk/>
          <pc:sldMk cId="59235949" sldId="374"/>
        </pc:sldMkLst>
      </pc:sldChg>
      <pc:sldChg chg="del">
        <pc:chgData name="Diego Raul Guerrero Anaya" userId="0ce4d9aa-8e9a-49aa-b0f2-d17a32a3775a" providerId="ADAL" clId="{B93415C3-480F-43C7-8153-0DEF1BDC1F50}" dt="2025-09-08T02:50:11.085" v="3534" actId="2696"/>
        <pc:sldMkLst>
          <pc:docMk/>
          <pc:sldMk cId="442886564" sldId="375"/>
        </pc:sldMkLst>
      </pc:sldChg>
      <pc:sldChg chg="del">
        <pc:chgData name="Diego Raul Guerrero Anaya" userId="0ce4d9aa-8e9a-49aa-b0f2-d17a32a3775a" providerId="ADAL" clId="{B93415C3-480F-43C7-8153-0DEF1BDC1F50}" dt="2025-09-08T02:50:11.085" v="3534" actId="2696"/>
        <pc:sldMkLst>
          <pc:docMk/>
          <pc:sldMk cId="558781250" sldId="376"/>
        </pc:sldMkLst>
      </pc:sldChg>
      <pc:sldChg chg="del">
        <pc:chgData name="Diego Raul Guerrero Anaya" userId="0ce4d9aa-8e9a-49aa-b0f2-d17a32a3775a" providerId="ADAL" clId="{B93415C3-480F-43C7-8153-0DEF1BDC1F50}" dt="2025-09-08T02:50:11.085" v="3534" actId="2696"/>
        <pc:sldMkLst>
          <pc:docMk/>
          <pc:sldMk cId="1619484843" sldId="377"/>
        </pc:sldMkLst>
      </pc:sldChg>
      <pc:sldChg chg="addSp delSp modSp add mod ord">
        <pc:chgData name="Diego Raul Guerrero Anaya" userId="0ce4d9aa-8e9a-49aa-b0f2-d17a32a3775a" providerId="ADAL" clId="{B93415C3-480F-43C7-8153-0DEF1BDC1F50}" dt="2025-09-05T18:54:23.484" v="1425" actId="20577"/>
        <pc:sldMkLst>
          <pc:docMk/>
          <pc:sldMk cId="3135349836" sldId="378"/>
        </pc:sldMkLst>
        <pc:spChg chg="add mod">
          <ac:chgData name="Diego Raul Guerrero Anaya" userId="0ce4d9aa-8e9a-49aa-b0f2-d17a32a3775a" providerId="ADAL" clId="{B93415C3-480F-43C7-8153-0DEF1BDC1F50}" dt="2025-09-05T18:46:19.878" v="1148" actId="1076"/>
          <ac:spMkLst>
            <pc:docMk/>
            <pc:sldMk cId="3135349836" sldId="378"/>
            <ac:spMk id="11" creationId="{F90FA51D-C914-AF09-8618-4D0DF7827C37}"/>
          </ac:spMkLst>
        </pc:spChg>
        <pc:spChg chg="mod">
          <ac:chgData name="Diego Raul Guerrero Anaya" userId="0ce4d9aa-8e9a-49aa-b0f2-d17a32a3775a" providerId="ADAL" clId="{B93415C3-480F-43C7-8153-0DEF1BDC1F50}" dt="2025-09-05T18:44:56.328" v="1134" actId="20577"/>
          <ac:spMkLst>
            <pc:docMk/>
            <pc:sldMk cId="3135349836" sldId="378"/>
            <ac:spMk id="12" creationId="{CA99E943-61C2-001F-2E86-6BB504A8BCA5}"/>
          </ac:spMkLst>
        </pc:spChg>
        <pc:spChg chg="add mod">
          <ac:chgData name="Diego Raul Guerrero Anaya" userId="0ce4d9aa-8e9a-49aa-b0f2-d17a32a3775a" providerId="ADAL" clId="{B93415C3-480F-43C7-8153-0DEF1BDC1F50}" dt="2025-09-05T18:46:19.878" v="1148" actId="1076"/>
          <ac:spMkLst>
            <pc:docMk/>
            <pc:sldMk cId="3135349836" sldId="378"/>
            <ac:spMk id="16" creationId="{6B50508E-1047-EE9C-DEFE-476269CF799E}"/>
          </ac:spMkLst>
        </pc:spChg>
        <pc:spChg chg="mod">
          <ac:chgData name="Diego Raul Guerrero Anaya" userId="0ce4d9aa-8e9a-49aa-b0f2-d17a32a3775a" providerId="ADAL" clId="{B93415C3-480F-43C7-8153-0DEF1BDC1F50}" dt="2025-09-05T18:47:10.938" v="1165" actId="20577"/>
          <ac:spMkLst>
            <pc:docMk/>
            <pc:sldMk cId="3135349836" sldId="378"/>
            <ac:spMk id="19" creationId="{AAF4DEE6-769C-B912-0714-4AF45BCDF5A3}"/>
          </ac:spMkLst>
        </pc:spChg>
        <pc:spChg chg="add mod">
          <ac:chgData name="Diego Raul Guerrero Anaya" userId="0ce4d9aa-8e9a-49aa-b0f2-d17a32a3775a" providerId="ADAL" clId="{B93415C3-480F-43C7-8153-0DEF1BDC1F50}" dt="2025-09-05T18:46:19.878" v="1148" actId="1076"/>
          <ac:spMkLst>
            <pc:docMk/>
            <pc:sldMk cId="3135349836" sldId="378"/>
            <ac:spMk id="20" creationId="{C4C0631E-08A2-9527-EA99-B856B4FDEDDE}"/>
          </ac:spMkLst>
        </pc:spChg>
        <pc:spChg chg="mod">
          <ac:chgData name="Diego Raul Guerrero Anaya" userId="0ce4d9aa-8e9a-49aa-b0f2-d17a32a3775a" providerId="ADAL" clId="{B93415C3-480F-43C7-8153-0DEF1BDC1F50}" dt="2025-09-05T18:54:23.484" v="1425" actId="20577"/>
          <ac:spMkLst>
            <pc:docMk/>
            <pc:sldMk cId="3135349836" sldId="378"/>
            <ac:spMk id="29" creationId="{FD6FA386-4DA2-F905-4FF4-15EB8127A018}"/>
          </ac:spMkLst>
        </pc:spChg>
        <pc:spChg chg="mod">
          <ac:chgData name="Diego Raul Guerrero Anaya" userId="0ce4d9aa-8e9a-49aa-b0f2-d17a32a3775a" providerId="ADAL" clId="{B93415C3-480F-43C7-8153-0DEF1BDC1F50}" dt="2025-09-05T18:46:34.658" v="1151" actId="20577"/>
          <ac:spMkLst>
            <pc:docMk/>
            <pc:sldMk cId="3135349836" sldId="378"/>
            <ac:spMk id="31" creationId="{29C5ECE4-EA9C-AB55-6217-E09024B4BBC3}"/>
          </ac:spMkLst>
        </pc:spChg>
        <pc:spChg chg="mod">
          <ac:chgData name="Diego Raul Guerrero Anaya" userId="0ce4d9aa-8e9a-49aa-b0f2-d17a32a3775a" providerId="ADAL" clId="{B93415C3-480F-43C7-8153-0DEF1BDC1F50}" dt="2025-09-05T18:47:03.631" v="1163" actId="20577"/>
          <ac:spMkLst>
            <pc:docMk/>
            <pc:sldMk cId="3135349836" sldId="378"/>
            <ac:spMk id="34" creationId="{E05B9B16-CC31-890A-EB18-C198391ACA87}"/>
          </ac:spMkLst>
        </pc:spChg>
        <pc:graphicFrameChg chg="mod">
          <ac:chgData name="Diego Raul Guerrero Anaya" userId="0ce4d9aa-8e9a-49aa-b0f2-d17a32a3775a" providerId="ADAL" clId="{B93415C3-480F-43C7-8153-0DEF1BDC1F50}" dt="2025-09-05T18:46:53.704" v="1156" actId="1076"/>
          <ac:graphicFrameMkLst>
            <pc:docMk/>
            <pc:sldMk cId="3135349836" sldId="378"/>
            <ac:graphicFrameMk id="21" creationId="{9953217C-18DA-CBB4-48A3-E9B18F19458C}"/>
          </ac:graphicFrameMkLst>
        </pc:graphicFrameChg>
        <pc:picChg chg="add mod">
          <ac:chgData name="Diego Raul Guerrero Anaya" userId="0ce4d9aa-8e9a-49aa-b0f2-d17a32a3775a" providerId="ADAL" clId="{B93415C3-480F-43C7-8153-0DEF1BDC1F50}" dt="2025-09-05T18:46:19.878" v="1148" actId="1076"/>
          <ac:picMkLst>
            <pc:docMk/>
            <pc:sldMk cId="3135349836" sldId="378"/>
            <ac:picMk id="7" creationId="{B966CDCF-3984-A39B-85CD-4B18AA1A76FC}"/>
          </ac:picMkLst>
        </pc:picChg>
        <pc:picChg chg="add mod">
          <ac:chgData name="Diego Raul Guerrero Anaya" userId="0ce4d9aa-8e9a-49aa-b0f2-d17a32a3775a" providerId="ADAL" clId="{B93415C3-480F-43C7-8153-0DEF1BDC1F50}" dt="2025-09-05T18:46:19.878" v="1148" actId="1076"/>
          <ac:picMkLst>
            <pc:docMk/>
            <pc:sldMk cId="3135349836" sldId="378"/>
            <ac:picMk id="13" creationId="{0586F956-8949-FD35-02B8-E4017F15174F}"/>
          </ac:picMkLst>
        </pc:picChg>
        <pc:picChg chg="add mod">
          <ac:chgData name="Diego Raul Guerrero Anaya" userId="0ce4d9aa-8e9a-49aa-b0f2-d17a32a3775a" providerId="ADAL" clId="{B93415C3-480F-43C7-8153-0DEF1BDC1F50}" dt="2025-09-05T18:46:19.878" v="1148" actId="1076"/>
          <ac:picMkLst>
            <pc:docMk/>
            <pc:sldMk cId="3135349836" sldId="378"/>
            <ac:picMk id="18" creationId="{512F32D7-7B86-BB36-010B-60B611F392F3}"/>
          </ac:picMkLst>
        </pc:picChg>
        <pc:picChg chg="add mod">
          <ac:chgData name="Diego Raul Guerrero Anaya" userId="0ce4d9aa-8e9a-49aa-b0f2-d17a32a3775a" providerId="ADAL" clId="{B93415C3-480F-43C7-8153-0DEF1BDC1F50}" dt="2025-09-05T18:48:05.048" v="1171" actId="14100"/>
          <ac:picMkLst>
            <pc:docMk/>
            <pc:sldMk cId="3135349836" sldId="378"/>
            <ac:picMk id="23" creationId="{D6358494-1E4A-DA69-0A4D-673B7DEB9109}"/>
          </ac:picMkLst>
        </pc:picChg>
        <pc:picChg chg="add mod">
          <ac:chgData name="Diego Raul Guerrero Anaya" userId="0ce4d9aa-8e9a-49aa-b0f2-d17a32a3775a" providerId="ADAL" clId="{B93415C3-480F-43C7-8153-0DEF1BDC1F50}" dt="2025-09-05T18:49:49.471" v="1178" actId="1076"/>
          <ac:picMkLst>
            <pc:docMk/>
            <pc:sldMk cId="3135349836" sldId="378"/>
            <ac:picMk id="24" creationId="{D8207D47-9BB1-5512-751A-788539461FDE}"/>
          </ac:picMkLst>
        </pc:picChg>
      </pc:sldChg>
      <pc:sldChg chg="addSp delSp modSp add mod">
        <pc:chgData name="Diego Raul Guerrero Anaya" userId="0ce4d9aa-8e9a-49aa-b0f2-d17a32a3775a" providerId="ADAL" clId="{B93415C3-480F-43C7-8153-0DEF1BDC1F50}" dt="2025-09-30T21:11:19.584" v="4966"/>
        <pc:sldMkLst>
          <pc:docMk/>
          <pc:sldMk cId="3231623758" sldId="379"/>
        </pc:sldMkLst>
        <pc:spChg chg="add del mod">
          <ac:chgData name="Diego Raul Guerrero Anaya" userId="0ce4d9aa-8e9a-49aa-b0f2-d17a32a3775a" providerId="ADAL" clId="{B93415C3-480F-43C7-8153-0DEF1BDC1F50}" dt="2025-09-30T21:11:18.992" v="4965" actId="478"/>
          <ac:spMkLst>
            <pc:docMk/>
            <pc:sldMk cId="3231623758" sldId="379"/>
            <ac:spMk id="5" creationId="{9C9E05C6-5EE5-EBDB-C71C-89CA7278FFFE}"/>
          </ac:spMkLst>
        </pc:spChg>
        <pc:spChg chg="mod">
          <ac:chgData name="Diego Raul Guerrero Anaya" userId="0ce4d9aa-8e9a-49aa-b0f2-d17a32a3775a" providerId="ADAL" clId="{B93415C3-480F-43C7-8153-0DEF1BDC1F50}" dt="2025-09-05T20:17:16.687" v="2080" actId="113"/>
          <ac:spMkLst>
            <pc:docMk/>
            <pc:sldMk cId="3231623758" sldId="379"/>
            <ac:spMk id="6" creationId="{E0FCE5AB-D692-81AC-213F-4335A4187239}"/>
          </ac:spMkLst>
        </pc:spChg>
        <pc:spChg chg="add mod">
          <ac:chgData name="Diego Raul Guerrero Anaya" userId="0ce4d9aa-8e9a-49aa-b0f2-d17a32a3775a" providerId="ADAL" clId="{B93415C3-480F-43C7-8153-0DEF1BDC1F50}" dt="2025-09-30T21:11:19.584" v="4966"/>
          <ac:spMkLst>
            <pc:docMk/>
            <pc:sldMk cId="3231623758" sldId="379"/>
            <ac:spMk id="10" creationId="{5837EDD5-7B01-8C21-B14A-BDC8E5701D7D}"/>
          </ac:spMkLst>
        </pc:spChg>
        <pc:spChg chg="mod">
          <ac:chgData name="Diego Raul Guerrero Anaya" userId="0ce4d9aa-8e9a-49aa-b0f2-d17a32a3775a" providerId="ADAL" clId="{B93415C3-480F-43C7-8153-0DEF1BDC1F50}" dt="2025-09-05T20:17:24.190" v="2081" actId="1076"/>
          <ac:spMkLst>
            <pc:docMk/>
            <pc:sldMk cId="3231623758" sldId="379"/>
            <ac:spMk id="12" creationId="{5A5C9E8A-C0EE-2F2C-0D42-1CAE4B0B1FBB}"/>
          </ac:spMkLst>
        </pc:spChg>
        <pc:spChg chg="mod">
          <ac:chgData name="Diego Raul Guerrero Anaya" userId="0ce4d9aa-8e9a-49aa-b0f2-d17a32a3775a" providerId="ADAL" clId="{B93415C3-480F-43C7-8153-0DEF1BDC1F50}" dt="2025-09-05T19:30:31.441" v="1551" actId="20577"/>
          <ac:spMkLst>
            <pc:docMk/>
            <pc:sldMk cId="3231623758" sldId="379"/>
            <ac:spMk id="30" creationId="{66A5E136-7154-3260-1737-F7AE658A220B}"/>
          </ac:spMkLst>
        </pc:spChg>
        <pc:spChg chg="mod">
          <ac:chgData name="Diego Raul Guerrero Anaya" userId="0ce4d9aa-8e9a-49aa-b0f2-d17a32a3775a" providerId="ADAL" clId="{B93415C3-480F-43C7-8153-0DEF1BDC1F50}" dt="2025-09-05T20:28:29.566" v="2139" actId="20577"/>
          <ac:spMkLst>
            <pc:docMk/>
            <pc:sldMk cId="3231623758" sldId="379"/>
            <ac:spMk id="31" creationId="{24E6B1F2-035F-8A1B-473D-4A237A8A77B4}"/>
          </ac:spMkLst>
        </pc:spChg>
        <pc:graphicFrameChg chg="mod">
          <ac:chgData name="Diego Raul Guerrero Anaya" userId="0ce4d9aa-8e9a-49aa-b0f2-d17a32a3775a" providerId="ADAL" clId="{B93415C3-480F-43C7-8153-0DEF1BDC1F50}" dt="2025-09-05T20:28:37.930" v="2140" actId="1076"/>
          <ac:graphicFrameMkLst>
            <pc:docMk/>
            <pc:sldMk cId="3231623758" sldId="379"/>
            <ac:graphicFrameMk id="14" creationId="{D3D8135A-A85D-02F4-9978-7BFA9DBB7E0F}"/>
          </ac:graphicFrameMkLst>
        </pc:graphicFrameChg>
        <pc:picChg chg="add mod">
          <ac:chgData name="Diego Raul Guerrero Anaya" userId="0ce4d9aa-8e9a-49aa-b0f2-d17a32a3775a" providerId="ADAL" clId="{B93415C3-480F-43C7-8153-0DEF1BDC1F50}" dt="2025-09-05T20:15:42.330" v="1871" actId="1076"/>
          <ac:picMkLst>
            <pc:docMk/>
            <pc:sldMk cId="3231623758" sldId="379"/>
            <ac:picMk id="11" creationId="{E18F59C3-A673-634F-A97B-CE4B3086451E}"/>
          </ac:picMkLst>
        </pc:picChg>
      </pc:sldChg>
      <pc:sldChg chg="addSp delSp modSp add mod">
        <pc:chgData name="Diego Raul Guerrero Anaya" userId="0ce4d9aa-8e9a-49aa-b0f2-d17a32a3775a" providerId="ADAL" clId="{B93415C3-480F-43C7-8153-0DEF1BDC1F50}" dt="2025-09-30T21:11:26.329" v="4968"/>
        <pc:sldMkLst>
          <pc:docMk/>
          <pc:sldMk cId="1326243601" sldId="380"/>
        </pc:sldMkLst>
        <pc:spChg chg="add del mod">
          <ac:chgData name="Diego Raul Guerrero Anaya" userId="0ce4d9aa-8e9a-49aa-b0f2-d17a32a3775a" providerId="ADAL" clId="{B93415C3-480F-43C7-8153-0DEF1BDC1F50}" dt="2025-09-30T21:11:25.782" v="4967" actId="478"/>
          <ac:spMkLst>
            <pc:docMk/>
            <pc:sldMk cId="1326243601" sldId="380"/>
            <ac:spMk id="5" creationId="{0336EF64-E853-2990-0D3A-ACFD61AC27B0}"/>
          </ac:spMkLst>
        </pc:spChg>
        <pc:spChg chg="add mod">
          <ac:chgData name="Diego Raul Guerrero Anaya" userId="0ce4d9aa-8e9a-49aa-b0f2-d17a32a3775a" providerId="ADAL" clId="{B93415C3-480F-43C7-8153-0DEF1BDC1F50}" dt="2025-09-30T21:11:26.329" v="4968"/>
          <ac:spMkLst>
            <pc:docMk/>
            <pc:sldMk cId="1326243601" sldId="380"/>
            <ac:spMk id="6" creationId="{71244254-8AB9-4CA0-06DD-C1931F3447E6}"/>
          </ac:spMkLst>
        </pc:spChg>
        <pc:spChg chg="add mod">
          <ac:chgData name="Diego Raul Guerrero Anaya" userId="0ce4d9aa-8e9a-49aa-b0f2-d17a32a3775a" providerId="ADAL" clId="{B93415C3-480F-43C7-8153-0DEF1BDC1F50}" dt="2025-09-05T20:36:11.375" v="2147"/>
          <ac:spMkLst>
            <pc:docMk/>
            <pc:sldMk cId="1326243601" sldId="380"/>
            <ac:spMk id="10" creationId="{48B058B0-E69F-6AA1-86EF-B9D043A1BA45}"/>
          </ac:spMkLst>
        </pc:spChg>
        <pc:spChg chg="mod">
          <ac:chgData name="Diego Raul Guerrero Anaya" userId="0ce4d9aa-8e9a-49aa-b0f2-d17a32a3775a" providerId="ADAL" clId="{B93415C3-480F-43C7-8153-0DEF1BDC1F50}" dt="2025-09-05T20:36:25.959" v="2148" actId="1076"/>
          <ac:spMkLst>
            <pc:docMk/>
            <pc:sldMk cId="1326243601" sldId="380"/>
            <ac:spMk id="12" creationId="{3815590C-192C-C4E2-3E8C-5A1D0BE826E1}"/>
          </ac:spMkLst>
        </pc:spChg>
        <pc:spChg chg="add mod">
          <ac:chgData name="Diego Raul Guerrero Anaya" userId="0ce4d9aa-8e9a-49aa-b0f2-d17a32a3775a" providerId="ADAL" clId="{B93415C3-480F-43C7-8153-0DEF1BDC1F50}" dt="2025-09-05T20:36:54.070" v="2152"/>
          <ac:spMkLst>
            <pc:docMk/>
            <pc:sldMk cId="1326243601" sldId="380"/>
            <ac:spMk id="15" creationId="{C31C3BF1-7018-D775-F87C-73C3C7D35BAB}"/>
          </ac:spMkLst>
        </pc:spChg>
        <pc:spChg chg="mod">
          <ac:chgData name="Diego Raul Guerrero Anaya" userId="0ce4d9aa-8e9a-49aa-b0f2-d17a32a3775a" providerId="ADAL" clId="{B93415C3-480F-43C7-8153-0DEF1BDC1F50}" dt="2025-09-05T20:03:34.021" v="1569"/>
          <ac:spMkLst>
            <pc:docMk/>
            <pc:sldMk cId="1326243601" sldId="380"/>
            <ac:spMk id="30" creationId="{1C154EFE-D1F2-80DB-6528-7177F586310F}"/>
          </ac:spMkLst>
        </pc:spChg>
        <pc:graphicFrameChg chg="add mod">
          <ac:chgData name="Diego Raul Guerrero Anaya" userId="0ce4d9aa-8e9a-49aa-b0f2-d17a32a3775a" providerId="ADAL" clId="{B93415C3-480F-43C7-8153-0DEF1BDC1F50}" dt="2025-09-05T20:36:45.344" v="2151"/>
          <ac:graphicFrameMkLst>
            <pc:docMk/>
            <pc:sldMk cId="1326243601" sldId="380"/>
            <ac:graphicFrameMk id="13" creationId="{D84D1ED8-6DA6-DE86-F27F-2DA302314185}"/>
          </ac:graphicFrameMkLst>
        </pc:graphicFrameChg>
        <pc:picChg chg="add mod">
          <ac:chgData name="Diego Raul Guerrero Anaya" userId="0ce4d9aa-8e9a-49aa-b0f2-d17a32a3775a" providerId="ADAL" clId="{B93415C3-480F-43C7-8153-0DEF1BDC1F50}" dt="2025-09-05T20:36:11.375" v="2147"/>
          <ac:picMkLst>
            <pc:docMk/>
            <pc:sldMk cId="1326243601" sldId="380"/>
            <ac:picMk id="11" creationId="{D3051AE0-7757-EAF7-5826-05EA2A712253}"/>
          </ac:picMkLst>
        </pc:picChg>
      </pc:sldChg>
      <pc:sldChg chg="addSp delSp modSp add mod">
        <pc:chgData name="Diego Raul Guerrero Anaya" userId="0ce4d9aa-8e9a-49aa-b0f2-d17a32a3775a" providerId="ADAL" clId="{B93415C3-480F-43C7-8153-0DEF1BDC1F50}" dt="2025-09-30T21:11:35.603" v="4970" actId="1076"/>
        <pc:sldMkLst>
          <pc:docMk/>
          <pc:sldMk cId="1631267226" sldId="381"/>
        </pc:sldMkLst>
        <pc:spChg chg="mod">
          <ac:chgData name="Diego Raul Guerrero Anaya" userId="0ce4d9aa-8e9a-49aa-b0f2-d17a32a3775a" providerId="ADAL" clId="{B93415C3-480F-43C7-8153-0DEF1BDC1F50}" dt="2025-09-05T20:52:33.688" v="2267" actId="20577"/>
          <ac:spMkLst>
            <pc:docMk/>
            <pc:sldMk cId="1631267226" sldId="381"/>
            <ac:spMk id="3" creationId="{8573D603-0373-3509-2304-20BA727DCD38}"/>
          </ac:spMkLst>
        </pc:spChg>
        <pc:spChg chg="add mod">
          <ac:chgData name="Diego Raul Guerrero Anaya" userId="0ce4d9aa-8e9a-49aa-b0f2-d17a32a3775a" providerId="ADAL" clId="{B93415C3-480F-43C7-8153-0DEF1BDC1F50}" dt="2025-09-30T21:11:35.603" v="4970" actId="1076"/>
          <ac:spMkLst>
            <pc:docMk/>
            <pc:sldMk cId="1631267226" sldId="381"/>
            <ac:spMk id="6" creationId="{29302A43-7515-3CC0-F765-72C9EAC2DAE3}"/>
          </ac:spMkLst>
        </pc:spChg>
        <pc:spChg chg="mod">
          <ac:chgData name="Diego Raul Guerrero Anaya" userId="0ce4d9aa-8e9a-49aa-b0f2-d17a32a3775a" providerId="ADAL" clId="{B93415C3-480F-43C7-8153-0DEF1BDC1F50}" dt="2025-09-08T01:34:48.343" v="2743" actId="313"/>
          <ac:spMkLst>
            <pc:docMk/>
            <pc:sldMk cId="1631267226" sldId="381"/>
            <ac:spMk id="10" creationId="{F6F7F51B-419A-7699-6424-E775AD8A9B8D}"/>
          </ac:spMkLst>
        </pc:spChg>
        <pc:spChg chg="mod">
          <ac:chgData name="Diego Raul Guerrero Anaya" userId="0ce4d9aa-8e9a-49aa-b0f2-d17a32a3775a" providerId="ADAL" clId="{B93415C3-480F-43C7-8153-0DEF1BDC1F50}" dt="2025-09-08T01:33:23.085" v="2732" actId="1076"/>
          <ac:spMkLst>
            <pc:docMk/>
            <pc:sldMk cId="1631267226" sldId="381"/>
            <ac:spMk id="12" creationId="{8F7CA34A-7896-D032-CDFD-AAC4CAFB7505}"/>
          </ac:spMkLst>
        </pc:spChg>
        <pc:spChg chg="mod">
          <ac:chgData name="Diego Raul Guerrero Anaya" userId="0ce4d9aa-8e9a-49aa-b0f2-d17a32a3775a" providerId="ADAL" clId="{B93415C3-480F-43C7-8153-0DEF1BDC1F50}" dt="2025-09-05T20:47:55.070" v="2224" actId="20577"/>
          <ac:spMkLst>
            <pc:docMk/>
            <pc:sldMk cId="1631267226" sldId="381"/>
            <ac:spMk id="15" creationId="{C0588BF1-832E-73C4-B5A5-F100F9BC00E6}"/>
          </ac:spMkLst>
        </pc:spChg>
        <pc:spChg chg="mod">
          <ac:chgData name="Diego Raul Guerrero Anaya" userId="0ce4d9aa-8e9a-49aa-b0f2-d17a32a3775a" providerId="ADAL" clId="{B93415C3-480F-43C7-8153-0DEF1BDC1F50}" dt="2025-09-05T20:43:50.386" v="2175" actId="20577"/>
          <ac:spMkLst>
            <pc:docMk/>
            <pc:sldMk cId="1631267226" sldId="381"/>
            <ac:spMk id="30" creationId="{3CB13E00-173D-BE6A-701D-161A1EF2A3C2}"/>
          </ac:spMkLst>
        </pc:spChg>
        <pc:graphicFrameChg chg="mod">
          <ac:chgData name="Diego Raul Guerrero Anaya" userId="0ce4d9aa-8e9a-49aa-b0f2-d17a32a3775a" providerId="ADAL" clId="{B93415C3-480F-43C7-8153-0DEF1BDC1F50}" dt="2025-09-05T20:48:01.661" v="2225" actId="1076"/>
          <ac:graphicFrameMkLst>
            <pc:docMk/>
            <pc:sldMk cId="1631267226" sldId="381"/>
            <ac:graphicFrameMk id="13" creationId="{776602C1-5385-68F7-C54A-541A90F4CE1D}"/>
          </ac:graphicFrameMkLst>
        </pc:graphicFrameChg>
        <pc:picChg chg="add mod">
          <ac:chgData name="Diego Raul Guerrero Anaya" userId="0ce4d9aa-8e9a-49aa-b0f2-d17a32a3775a" providerId="ADAL" clId="{B93415C3-480F-43C7-8153-0DEF1BDC1F50}" dt="2025-09-05T20:45:20.118" v="2184" actId="14100"/>
          <ac:picMkLst>
            <pc:docMk/>
            <pc:sldMk cId="1631267226" sldId="381"/>
            <ac:picMk id="5" creationId="{AF1D4599-B2FC-BBBA-4654-257A0B738F7F}"/>
          </ac:picMkLst>
        </pc:picChg>
      </pc:sldChg>
      <pc:sldChg chg="addSp delSp modSp add mod">
        <pc:chgData name="Diego Raul Guerrero Anaya" userId="0ce4d9aa-8e9a-49aa-b0f2-d17a32a3775a" providerId="ADAL" clId="{B93415C3-480F-43C7-8153-0DEF1BDC1F50}" dt="2025-09-30T21:12:01.034" v="4971"/>
        <pc:sldMkLst>
          <pc:docMk/>
          <pc:sldMk cId="1403532612" sldId="382"/>
        </pc:sldMkLst>
        <pc:spChg chg="mod">
          <ac:chgData name="Diego Raul Guerrero Anaya" userId="0ce4d9aa-8e9a-49aa-b0f2-d17a32a3775a" providerId="ADAL" clId="{B93415C3-480F-43C7-8153-0DEF1BDC1F50}" dt="2025-09-05T20:52:41.135" v="2283" actId="20577"/>
          <ac:spMkLst>
            <pc:docMk/>
            <pc:sldMk cId="1403532612" sldId="382"/>
            <ac:spMk id="3" creationId="{696EBFC8-BEE2-28C7-6D98-4EFA29F67E05}"/>
          </ac:spMkLst>
        </pc:spChg>
        <pc:spChg chg="add mod">
          <ac:chgData name="Diego Raul Guerrero Anaya" userId="0ce4d9aa-8e9a-49aa-b0f2-d17a32a3775a" providerId="ADAL" clId="{B93415C3-480F-43C7-8153-0DEF1BDC1F50}" dt="2025-09-30T21:12:01.034" v="4971"/>
          <ac:spMkLst>
            <pc:docMk/>
            <pc:sldMk cId="1403532612" sldId="382"/>
            <ac:spMk id="5" creationId="{58B46C6A-5EDF-E897-2CD8-3FEBC7FC0685}"/>
          </ac:spMkLst>
        </pc:spChg>
        <pc:spChg chg="mod">
          <ac:chgData name="Diego Raul Guerrero Anaya" userId="0ce4d9aa-8e9a-49aa-b0f2-d17a32a3775a" providerId="ADAL" clId="{B93415C3-480F-43C7-8153-0DEF1BDC1F50}" dt="2025-09-08T02:17:13.607" v="3369" actId="20577"/>
          <ac:spMkLst>
            <pc:docMk/>
            <pc:sldMk cId="1403532612" sldId="382"/>
            <ac:spMk id="10" creationId="{BE267363-D6F1-B6CA-3B15-FD39C9321033}"/>
          </ac:spMkLst>
        </pc:spChg>
        <pc:spChg chg="mod">
          <ac:chgData name="Diego Raul Guerrero Anaya" userId="0ce4d9aa-8e9a-49aa-b0f2-d17a32a3775a" providerId="ADAL" clId="{B93415C3-480F-43C7-8153-0DEF1BDC1F50}" dt="2025-09-08T02:17:18.610" v="3370" actId="1076"/>
          <ac:spMkLst>
            <pc:docMk/>
            <pc:sldMk cId="1403532612" sldId="382"/>
            <ac:spMk id="12" creationId="{F3458F06-3E46-2FAA-491B-3522E8ACF551}"/>
          </ac:spMkLst>
        </pc:spChg>
        <pc:spChg chg="mod">
          <ac:chgData name="Diego Raul Guerrero Anaya" userId="0ce4d9aa-8e9a-49aa-b0f2-d17a32a3775a" providerId="ADAL" clId="{B93415C3-480F-43C7-8153-0DEF1BDC1F50}" dt="2025-09-05T20:50:53.442" v="2246" actId="20577"/>
          <ac:spMkLst>
            <pc:docMk/>
            <pc:sldMk cId="1403532612" sldId="382"/>
            <ac:spMk id="15" creationId="{2BF59408-5E75-7BDC-31F2-2442F00E7171}"/>
          </ac:spMkLst>
        </pc:spChg>
        <pc:spChg chg="mod">
          <ac:chgData name="Diego Raul Guerrero Anaya" userId="0ce4d9aa-8e9a-49aa-b0f2-d17a32a3775a" providerId="ADAL" clId="{B93415C3-480F-43C7-8153-0DEF1BDC1F50}" dt="2025-09-05T21:31:26.181" v="2353" actId="20577"/>
          <ac:spMkLst>
            <pc:docMk/>
            <pc:sldMk cId="1403532612" sldId="382"/>
            <ac:spMk id="30" creationId="{4643328E-A949-274B-16DB-4C40EE50CCA3}"/>
          </ac:spMkLst>
        </pc:spChg>
        <pc:graphicFrameChg chg="mod">
          <ac:chgData name="Diego Raul Guerrero Anaya" userId="0ce4d9aa-8e9a-49aa-b0f2-d17a32a3775a" providerId="ADAL" clId="{B93415C3-480F-43C7-8153-0DEF1BDC1F50}" dt="2025-09-05T20:51:12.180" v="2250" actId="1076"/>
          <ac:graphicFrameMkLst>
            <pc:docMk/>
            <pc:sldMk cId="1403532612" sldId="382"/>
            <ac:graphicFrameMk id="13" creationId="{364FAF3B-DF15-CB69-1615-B6C7DC1D5FBC}"/>
          </ac:graphicFrameMkLst>
        </pc:graphicFrameChg>
        <pc:picChg chg="add mod">
          <ac:chgData name="Diego Raul Guerrero Anaya" userId="0ce4d9aa-8e9a-49aa-b0f2-d17a32a3775a" providerId="ADAL" clId="{B93415C3-480F-43C7-8153-0DEF1BDC1F50}" dt="2025-09-05T20:49:59.033" v="2234" actId="14100"/>
          <ac:picMkLst>
            <pc:docMk/>
            <pc:sldMk cId="1403532612" sldId="382"/>
            <ac:picMk id="6" creationId="{540E77F3-402F-FAFC-091A-FAE28F99483F}"/>
          </ac:picMkLst>
        </pc:picChg>
      </pc:sldChg>
      <pc:sldChg chg="addSp delSp modSp add mod">
        <pc:chgData name="Diego Raul Guerrero Anaya" userId="0ce4d9aa-8e9a-49aa-b0f2-d17a32a3775a" providerId="ADAL" clId="{B93415C3-480F-43C7-8153-0DEF1BDC1F50}" dt="2025-09-30T21:12:23.239" v="4972"/>
        <pc:sldMkLst>
          <pc:docMk/>
          <pc:sldMk cId="3792315684" sldId="383"/>
        </pc:sldMkLst>
        <pc:spChg chg="add mod">
          <ac:chgData name="Diego Raul Guerrero Anaya" userId="0ce4d9aa-8e9a-49aa-b0f2-d17a32a3775a" providerId="ADAL" clId="{B93415C3-480F-43C7-8153-0DEF1BDC1F50}" dt="2025-09-30T21:12:23.239" v="4972"/>
          <ac:spMkLst>
            <pc:docMk/>
            <pc:sldMk cId="3792315684" sldId="383"/>
            <ac:spMk id="6" creationId="{D8821D5B-C881-82C5-C31D-98135DA1FBC9}"/>
          </ac:spMkLst>
        </pc:spChg>
        <pc:spChg chg="mod">
          <ac:chgData name="Diego Raul Guerrero Anaya" userId="0ce4d9aa-8e9a-49aa-b0f2-d17a32a3775a" providerId="ADAL" clId="{B93415C3-480F-43C7-8153-0DEF1BDC1F50}" dt="2025-09-08T01:46:03.230" v="2922" actId="20577"/>
          <ac:spMkLst>
            <pc:docMk/>
            <pc:sldMk cId="3792315684" sldId="383"/>
            <ac:spMk id="10" creationId="{57AE061D-EA49-3C9B-0021-00673C913CD8}"/>
          </ac:spMkLst>
        </pc:spChg>
        <pc:spChg chg="mod">
          <ac:chgData name="Diego Raul Guerrero Anaya" userId="0ce4d9aa-8e9a-49aa-b0f2-d17a32a3775a" providerId="ADAL" clId="{B93415C3-480F-43C7-8153-0DEF1BDC1F50}" dt="2025-09-05T21:28:14.950" v="2313" actId="20577"/>
          <ac:spMkLst>
            <pc:docMk/>
            <pc:sldMk cId="3792315684" sldId="383"/>
            <ac:spMk id="12" creationId="{E2A86DC8-6A2D-D4D0-D229-BC03B506BB6C}"/>
          </ac:spMkLst>
        </pc:spChg>
        <pc:spChg chg="mod">
          <ac:chgData name="Diego Raul Guerrero Anaya" userId="0ce4d9aa-8e9a-49aa-b0f2-d17a32a3775a" providerId="ADAL" clId="{B93415C3-480F-43C7-8153-0DEF1BDC1F50}" dt="2025-09-05T21:27:45.401" v="2310" actId="20577"/>
          <ac:spMkLst>
            <pc:docMk/>
            <pc:sldMk cId="3792315684" sldId="383"/>
            <ac:spMk id="15" creationId="{CB266BA9-6055-333C-00BB-A80BB87B50AB}"/>
          </ac:spMkLst>
        </pc:spChg>
        <pc:spChg chg="mod">
          <ac:chgData name="Diego Raul Guerrero Anaya" userId="0ce4d9aa-8e9a-49aa-b0f2-d17a32a3775a" providerId="ADAL" clId="{B93415C3-480F-43C7-8153-0DEF1BDC1F50}" dt="2025-09-05T20:53:28.268" v="2285"/>
          <ac:spMkLst>
            <pc:docMk/>
            <pc:sldMk cId="3792315684" sldId="383"/>
            <ac:spMk id="30" creationId="{0A081E7A-E788-6E60-D272-9F3AD1920389}"/>
          </ac:spMkLst>
        </pc:spChg>
        <pc:graphicFrameChg chg="mod">
          <ac:chgData name="Diego Raul Guerrero Anaya" userId="0ce4d9aa-8e9a-49aa-b0f2-d17a32a3775a" providerId="ADAL" clId="{B93415C3-480F-43C7-8153-0DEF1BDC1F50}" dt="2025-09-05T21:27:53.541" v="2311" actId="1076"/>
          <ac:graphicFrameMkLst>
            <pc:docMk/>
            <pc:sldMk cId="3792315684" sldId="383"/>
            <ac:graphicFrameMk id="13" creationId="{39CC153E-A82C-CFBA-5A0F-12F1A6F327E4}"/>
          </ac:graphicFrameMkLst>
        </pc:graphicFrameChg>
        <pc:picChg chg="add mod">
          <ac:chgData name="Diego Raul Guerrero Anaya" userId="0ce4d9aa-8e9a-49aa-b0f2-d17a32a3775a" providerId="ADAL" clId="{B93415C3-480F-43C7-8153-0DEF1BDC1F50}" dt="2025-09-05T20:54:42.162" v="2299" actId="14100"/>
          <ac:picMkLst>
            <pc:docMk/>
            <pc:sldMk cId="3792315684" sldId="383"/>
            <ac:picMk id="5" creationId="{E6A95000-9FBF-AE6E-1B55-64B3A2950DDC}"/>
          </ac:picMkLst>
        </pc:picChg>
      </pc:sldChg>
      <pc:sldChg chg="addSp delSp modSp add mod">
        <pc:chgData name="Diego Raul Guerrero Anaya" userId="0ce4d9aa-8e9a-49aa-b0f2-d17a32a3775a" providerId="ADAL" clId="{B93415C3-480F-43C7-8153-0DEF1BDC1F50}" dt="2025-09-30T21:13:13.304" v="5005" actId="1076"/>
        <pc:sldMkLst>
          <pc:docMk/>
          <pc:sldMk cId="1357842604" sldId="384"/>
        </pc:sldMkLst>
        <pc:spChg chg="mod">
          <ac:chgData name="Diego Raul Guerrero Anaya" userId="0ce4d9aa-8e9a-49aa-b0f2-d17a32a3775a" providerId="ADAL" clId="{B93415C3-480F-43C7-8153-0DEF1BDC1F50}" dt="2025-09-05T21:33:09.255" v="2391" actId="20577"/>
          <ac:spMkLst>
            <pc:docMk/>
            <pc:sldMk cId="1357842604" sldId="384"/>
            <ac:spMk id="3" creationId="{12D49C2B-A875-DBFD-8E98-D07A401E2273}"/>
          </ac:spMkLst>
        </pc:spChg>
        <pc:spChg chg="add mod">
          <ac:chgData name="Diego Raul Guerrero Anaya" userId="0ce4d9aa-8e9a-49aa-b0f2-d17a32a3775a" providerId="ADAL" clId="{B93415C3-480F-43C7-8153-0DEF1BDC1F50}" dt="2025-09-30T21:13:13.304" v="5005" actId="1076"/>
          <ac:spMkLst>
            <pc:docMk/>
            <pc:sldMk cId="1357842604" sldId="384"/>
            <ac:spMk id="5" creationId="{3192565E-785D-071E-9F6B-B4E88176646B}"/>
          </ac:spMkLst>
        </pc:spChg>
        <pc:spChg chg="mod">
          <ac:chgData name="Diego Raul Guerrero Anaya" userId="0ce4d9aa-8e9a-49aa-b0f2-d17a32a3775a" providerId="ADAL" clId="{B93415C3-480F-43C7-8153-0DEF1BDC1F50}" dt="2025-09-08T01:47:59.630" v="2955" actId="20577"/>
          <ac:spMkLst>
            <pc:docMk/>
            <pc:sldMk cId="1357842604" sldId="384"/>
            <ac:spMk id="10" creationId="{8D2FE9B7-B02A-619D-9E91-1472170A0532}"/>
          </ac:spMkLst>
        </pc:spChg>
        <pc:spChg chg="mod">
          <ac:chgData name="Diego Raul Guerrero Anaya" userId="0ce4d9aa-8e9a-49aa-b0f2-d17a32a3775a" providerId="ADAL" clId="{B93415C3-480F-43C7-8153-0DEF1BDC1F50}" dt="2025-09-08T01:48:10.393" v="2956" actId="1076"/>
          <ac:spMkLst>
            <pc:docMk/>
            <pc:sldMk cId="1357842604" sldId="384"/>
            <ac:spMk id="12" creationId="{7AAEF628-DDFC-8ECD-3C3B-B916E1CF5309}"/>
          </ac:spMkLst>
        </pc:spChg>
        <pc:spChg chg="mod">
          <ac:chgData name="Diego Raul Guerrero Anaya" userId="0ce4d9aa-8e9a-49aa-b0f2-d17a32a3775a" providerId="ADAL" clId="{B93415C3-480F-43C7-8153-0DEF1BDC1F50}" dt="2025-09-05T21:33:16.059" v="2396" actId="20577"/>
          <ac:spMkLst>
            <pc:docMk/>
            <pc:sldMk cId="1357842604" sldId="384"/>
            <ac:spMk id="15" creationId="{2896C8E3-0FF2-AC2C-4738-76C0B30BAE20}"/>
          </ac:spMkLst>
        </pc:spChg>
        <pc:spChg chg="mod">
          <ac:chgData name="Diego Raul Guerrero Anaya" userId="0ce4d9aa-8e9a-49aa-b0f2-d17a32a3775a" providerId="ADAL" clId="{B93415C3-480F-43C7-8153-0DEF1BDC1F50}" dt="2025-09-05T21:30:40.018" v="2329" actId="20577"/>
          <ac:spMkLst>
            <pc:docMk/>
            <pc:sldMk cId="1357842604" sldId="384"/>
            <ac:spMk id="30" creationId="{9EF2BB15-B9B4-7F7E-8391-3946F54911FE}"/>
          </ac:spMkLst>
        </pc:spChg>
        <pc:graphicFrameChg chg="mod">
          <ac:chgData name="Diego Raul Guerrero Anaya" userId="0ce4d9aa-8e9a-49aa-b0f2-d17a32a3775a" providerId="ADAL" clId="{B93415C3-480F-43C7-8153-0DEF1BDC1F50}" dt="2025-09-05T21:33:40.536" v="2401" actId="1076"/>
          <ac:graphicFrameMkLst>
            <pc:docMk/>
            <pc:sldMk cId="1357842604" sldId="384"/>
            <ac:graphicFrameMk id="13" creationId="{63BA11A7-0FEC-E5D7-9ABA-6C5A4A052AFE}"/>
          </ac:graphicFrameMkLst>
        </pc:graphicFrameChg>
        <pc:picChg chg="add mod">
          <ac:chgData name="Diego Raul Guerrero Anaya" userId="0ce4d9aa-8e9a-49aa-b0f2-d17a32a3775a" providerId="ADAL" clId="{B93415C3-480F-43C7-8153-0DEF1BDC1F50}" dt="2025-09-05T21:32:43.683" v="2358" actId="1076"/>
          <ac:picMkLst>
            <pc:docMk/>
            <pc:sldMk cId="1357842604" sldId="384"/>
            <ac:picMk id="6" creationId="{7CF16BF3-E612-07CF-2135-769F6462A360}"/>
          </ac:picMkLst>
        </pc:picChg>
      </pc:sldChg>
      <pc:sldChg chg="addSp delSp modSp add mod">
        <pc:chgData name="Diego Raul Guerrero Anaya" userId="0ce4d9aa-8e9a-49aa-b0f2-d17a32a3775a" providerId="ADAL" clId="{B93415C3-480F-43C7-8153-0DEF1BDC1F50}" dt="2025-09-30T21:13:34.756" v="5007" actId="1076"/>
        <pc:sldMkLst>
          <pc:docMk/>
          <pc:sldMk cId="1202563564" sldId="385"/>
        </pc:sldMkLst>
        <pc:spChg chg="add mod">
          <ac:chgData name="Diego Raul Guerrero Anaya" userId="0ce4d9aa-8e9a-49aa-b0f2-d17a32a3775a" providerId="ADAL" clId="{B93415C3-480F-43C7-8153-0DEF1BDC1F50}" dt="2025-09-30T21:13:34.756" v="5007" actId="1076"/>
          <ac:spMkLst>
            <pc:docMk/>
            <pc:sldMk cId="1202563564" sldId="385"/>
            <ac:spMk id="6" creationId="{BDA82B4F-1D2B-AD77-3180-C8F8EBEDF7F2}"/>
          </ac:spMkLst>
        </pc:spChg>
        <pc:spChg chg="mod">
          <ac:chgData name="Diego Raul Guerrero Anaya" userId="0ce4d9aa-8e9a-49aa-b0f2-d17a32a3775a" providerId="ADAL" clId="{B93415C3-480F-43C7-8153-0DEF1BDC1F50}" dt="2025-09-08T02:00:21.951" v="3187" actId="108"/>
          <ac:spMkLst>
            <pc:docMk/>
            <pc:sldMk cId="1202563564" sldId="385"/>
            <ac:spMk id="10" creationId="{276A1202-6F11-23BE-3D77-6FBE52E3263E}"/>
          </ac:spMkLst>
        </pc:spChg>
        <pc:spChg chg="mod">
          <ac:chgData name="Diego Raul Guerrero Anaya" userId="0ce4d9aa-8e9a-49aa-b0f2-d17a32a3775a" providerId="ADAL" clId="{B93415C3-480F-43C7-8153-0DEF1BDC1F50}" dt="2025-09-05T21:35:51.265" v="2407" actId="20577"/>
          <ac:spMkLst>
            <pc:docMk/>
            <pc:sldMk cId="1202563564" sldId="385"/>
            <ac:spMk id="12" creationId="{EC581D15-3BF6-45C6-CB81-836F8E07D81D}"/>
          </ac:spMkLst>
        </pc:spChg>
        <pc:spChg chg="mod">
          <ac:chgData name="Diego Raul Guerrero Anaya" userId="0ce4d9aa-8e9a-49aa-b0f2-d17a32a3775a" providerId="ADAL" clId="{B93415C3-480F-43C7-8153-0DEF1BDC1F50}" dt="2025-09-05T21:38:53.302" v="2419" actId="20577"/>
          <ac:spMkLst>
            <pc:docMk/>
            <pc:sldMk cId="1202563564" sldId="385"/>
            <ac:spMk id="15" creationId="{C0787C18-A092-D969-93C0-1AD83DB88C21}"/>
          </ac:spMkLst>
        </pc:spChg>
        <pc:spChg chg="mod">
          <ac:chgData name="Diego Raul Guerrero Anaya" userId="0ce4d9aa-8e9a-49aa-b0f2-d17a32a3775a" providerId="ADAL" clId="{B93415C3-480F-43C7-8153-0DEF1BDC1F50}" dt="2025-09-05T21:47:52.107" v="2463" actId="20577"/>
          <ac:spMkLst>
            <pc:docMk/>
            <pc:sldMk cId="1202563564" sldId="385"/>
            <ac:spMk id="30" creationId="{EF2B26B9-15E0-4E28-BD31-EE7154A71A87}"/>
          </ac:spMkLst>
        </pc:spChg>
        <pc:graphicFrameChg chg="mod">
          <ac:chgData name="Diego Raul Guerrero Anaya" userId="0ce4d9aa-8e9a-49aa-b0f2-d17a32a3775a" providerId="ADAL" clId="{B93415C3-480F-43C7-8153-0DEF1BDC1F50}" dt="2025-09-05T21:39:14.181" v="2426" actId="1076"/>
          <ac:graphicFrameMkLst>
            <pc:docMk/>
            <pc:sldMk cId="1202563564" sldId="385"/>
            <ac:graphicFrameMk id="13" creationId="{EA2BC732-94A7-4555-DA48-119FCBEE8784}"/>
          </ac:graphicFrameMkLst>
        </pc:graphicFrameChg>
        <pc:picChg chg="add mod">
          <ac:chgData name="Diego Raul Guerrero Anaya" userId="0ce4d9aa-8e9a-49aa-b0f2-d17a32a3775a" providerId="ADAL" clId="{B93415C3-480F-43C7-8153-0DEF1BDC1F50}" dt="2025-09-05T21:38:42.705" v="2414" actId="14100"/>
          <ac:picMkLst>
            <pc:docMk/>
            <pc:sldMk cId="1202563564" sldId="385"/>
            <ac:picMk id="5" creationId="{D784F989-CE21-9669-CC82-2DECAE5CC8D5}"/>
          </ac:picMkLst>
        </pc:picChg>
      </pc:sldChg>
      <pc:sldChg chg="addSp delSp modSp add mod">
        <pc:chgData name="Diego Raul Guerrero Anaya" userId="0ce4d9aa-8e9a-49aa-b0f2-d17a32a3775a" providerId="ADAL" clId="{B93415C3-480F-43C7-8153-0DEF1BDC1F50}" dt="2025-09-30T21:15:11.784" v="5058" actId="20577"/>
        <pc:sldMkLst>
          <pc:docMk/>
          <pc:sldMk cId="1430763965" sldId="386"/>
        </pc:sldMkLst>
        <pc:spChg chg="add mod">
          <ac:chgData name="Diego Raul Guerrero Anaya" userId="0ce4d9aa-8e9a-49aa-b0f2-d17a32a3775a" providerId="ADAL" clId="{B93415C3-480F-43C7-8153-0DEF1BDC1F50}" dt="2025-09-30T21:15:11.784" v="5058" actId="20577"/>
          <ac:spMkLst>
            <pc:docMk/>
            <pc:sldMk cId="1430763965" sldId="386"/>
            <ac:spMk id="5" creationId="{74F1FA56-A7A1-A5D3-D68F-3DA73167A2BA}"/>
          </ac:spMkLst>
        </pc:spChg>
        <pc:spChg chg="mod">
          <ac:chgData name="Diego Raul Guerrero Anaya" userId="0ce4d9aa-8e9a-49aa-b0f2-d17a32a3775a" providerId="ADAL" clId="{B93415C3-480F-43C7-8153-0DEF1BDC1F50}" dt="2025-09-08T02:09:25.469" v="3299" actId="20577"/>
          <ac:spMkLst>
            <pc:docMk/>
            <pc:sldMk cId="1430763965" sldId="386"/>
            <ac:spMk id="10" creationId="{8A83EF00-BEFE-8144-9890-EFF085181FB2}"/>
          </ac:spMkLst>
        </pc:spChg>
        <pc:spChg chg="mod">
          <ac:chgData name="Diego Raul Guerrero Anaya" userId="0ce4d9aa-8e9a-49aa-b0f2-d17a32a3775a" providerId="ADAL" clId="{B93415C3-480F-43C7-8153-0DEF1BDC1F50}" dt="2025-09-23T17:16:42.839" v="4872" actId="20577"/>
          <ac:spMkLst>
            <pc:docMk/>
            <pc:sldMk cId="1430763965" sldId="386"/>
            <ac:spMk id="12" creationId="{31A519B6-34F8-0B7D-26E5-D802F08C3627}"/>
          </ac:spMkLst>
        </pc:spChg>
        <pc:spChg chg="mod">
          <ac:chgData name="Diego Raul Guerrero Anaya" userId="0ce4d9aa-8e9a-49aa-b0f2-d17a32a3775a" providerId="ADAL" clId="{B93415C3-480F-43C7-8153-0DEF1BDC1F50}" dt="2025-09-08T02:09:58.750" v="3304" actId="20577"/>
          <ac:spMkLst>
            <pc:docMk/>
            <pc:sldMk cId="1430763965" sldId="386"/>
            <ac:spMk id="15" creationId="{A1BBA633-7AB5-48FD-E838-BE72BEA6BC28}"/>
          </ac:spMkLst>
        </pc:spChg>
        <pc:spChg chg="mod">
          <ac:chgData name="Diego Raul Guerrero Anaya" userId="0ce4d9aa-8e9a-49aa-b0f2-d17a32a3775a" providerId="ADAL" clId="{B93415C3-480F-43C7-8153-0DEF1BDC1F50}" dt="2025-09-08T02:08:33.180" v="3293" actId="20577"/>
          <ac:spMkLst>
            <pc:docMk/>
            <pc:sldMk cId="1430763965" sldId="386"/>
            <ac:spMk id="30" creationId="{5285EE54-B1BE-762A-3CAA-C82C3E1D9C01}"/>
          </ac:spMkLst>
        </pc:spChg>
        <pc:graphicFrameChg chg="mod">
          <ac:chgData name="Diego Raul Guerrero Anaya" userId="0ce4d9aa-8e9a-49aa-b0f2-d17a32a3775a" providerId="ADAL" clId="{B93415C3-480F-43C7-8153-0DEF1BDC1F50}" dt="2025-09-08T02:10:23.432" v="3311" actId="1076"/>
          <ac:graphicFrameMkLst>
            <pc:docMk/>
            <pc:sldMk cId="1430763965" sldId="386"/>
            <ac:graphicFrameMk id="13" creationId="{CC903303-3A04-419C-9EC5-7A6CA7AB83C7}"/>
          </ac:graphicFrameMkLst>
        </pc:graphicFrameChg>
        <pc:picChg chg="add mod">
          <ac:chgData name="Diego Raul Guerrero Anaya" userId="0ce4d9aa-8e9a-49aa-b0f2-d17a32a3775a" providerId="ADAL" clId="{B93415C3-480F-43C7-8153-0DEF1BDC1F50}" dt="2025-09-08T02:08:24.897" v="3269" actId="14100"/>
          <ac:picMkLst>
            <pc:docMk/>
            <pc:sldMk cId="1430763965" sldId="386"/>
            <ac:picMk id="11" creationId="{36CC4B1F-0B4F-93A0-351E-2F33B0C64474}"/>
          </ac:picMkLst>
        </pc:picChg>
      </pc:sldChg>
      <pc:sldChg chg="addSp delSp modSp add mod">
        <pc:chgData name="Diego Raul Guerrero Anaya" userId="0ce4d9aa-8e9a-49aa-b0f2-d17a32a3775a" providerId="ADAL" clId="{B93415C3-480F-43C7-8153-0DEF1BDC1F50}" dt="2025-09-30T21:15:26.901" v="5059"/>
        <pc:sldMkLst>
          <pc:docMk/>
          <pc:sldMk cId="3609324266" sldId="387"/>
        </pc:sldMkLst>
        <pc:spChg chg="add mod">
          <ac:chgData name="Diego Raul Guerrero Anaya" userId="0ce4d9aa-8e9a-49aa-b0f2-d17a32a3775a" providerId="ADAL" clId="{B93415C3-480F-43C7-8153-0DEF1BDC1F50}" dt="2025-09-30T21:15:26.901" v="5059"/>
          <ac:spMkLst>
            <pc:docMk/>
            <pc:sldMk cId="3609324266" sldId="387"/>
            <ac:spMk id="6" creationId="{8A7D9A7A-1823-2894-452D-FA252F9B2BC1}"/>
          </ac:spMkLst>
        </pc:spChg>
        <pc:spChg chg="mod">
          <ac:chgData name="Diego Raul Guerrero Anaya" userId="0ce4d9aa-8e9a-49aa-b0f2-d17a32a3775a" providerId="ADAL" clId="{B93415C3-480F-43C7-8153-0DEF1BDC1F50}" dt="2025-09-08T02:23:45.678" v="3418" actId="20577"/>
          <ac:spMkLst>
            <pc:docMk/>
            <pc:sldMk cId="3609324266" sldId="387"/>
            <ac:spMk id="10" creationId="{9D0AEEE5-BD20-57C8-3C54-9859FB99914C}"/>
          </ac:spMkLst>
        </pc:spChg>
        <pc:spChg chg="mod">
          <ac:chgData name="Diego Raul Guerrero Anaya" userId="0ce4d9aa-8e9a-49aa-b0f2-d17a32a3775a" providerId="ADAL" clId="{B93415C3-480F-43C7-8153-0DEF1BDC1F50}" dt="2025-09-08T02:23:07.472" v="3402" actId="1076"/>
          <ac:spMkLst>
            <pc:docMk/>
            <pc:sldMk cId="3609324266" sldId="387"/>
            <ac:spMk id="12" creationId="{B29E6FC9-EB93-A4D0-6987-D8B19DB8D70F}"/>
          </ac:spMkLst>
        </pc:spChg>
        <pc:spChg chg="mod">
          <ac:chgData name="Diego Raul Guerrero Anaya" userId="0ce4d9aa-8e9a-49aa-b0f2-d17a32a3775a" providerId="ADAL" clId="{B93415C3-480F-43C7-8153-0DEF1BDC1F50}" dt="2025-09-05T21:50:23.175" v="2513" actId="20577"/>
          <ac:spMkLst>
            <pc:docMk/>
            <pc:sldMk cId="3609324266" sldId="387"/>
            <ac:spMk id="15" creationId="{A23F7710-E322-6805-FE6E-A87C2A670033}"/>
          </ac:spMkLst>
        </pc:spChg>
        <pc:spChg chg="mod">
          <ac:chgData name="Diego Raul Guerrero Anaya" userId="0ce4d9aa-8e9a-49aa-b0f2-d17a32a3775a" providerId="ADAL" clId="{B93415C3-480F-43C7-8153-0DEF1BDC1F50}" dt="2025-09-08T02:11:07.143" v="3329" actId="20577"/>
          <ac:spMkLst>
            <pc:docMk/>
            <pc:sldMk cId="3609324266" sldId="387"/>
            <ac:spMk id="30" creationId="{A0F8F825-734B-5F83-379A-33E563C11440}"/>
          </ac:spMkLst>
        </pc:spChg>
        <pc:graphicFrameChg chg="mod">
          <ac:chgData name="Diego Raul Guerrero Anaya" userId="0ce4d9aa-8e9a-49aa-b0f2-d17a32a3775a" providerId="ADAL" clId="{B93415C3-480F-43C7-8153-0DEF1BDC1F50}" dt="2025-09-05T21:50:38.656" v="2518" actId="1076"/>
          <ac:graphicFrameMkLst>
            <pc:docMk/>
            <pc:sldMk cId="3609324266" sldId="387"/>
            <ac:graphicFrameMk id="13" creationId="{28594737-41BF-ECF5-BDFF-D9995FADCEEE}"/>
          </ac:graphicFrameMkLst>
        </pc:graphicFrameChg>
        <pc:picChg chg="add mod">
          <ac:chgData name="Diego Raul Guerrero Anaya" userId="0ce4d9aa-8e9a-49aa-b0f2-d17a32a3775a" providerId="ADAL" clId="{B93415C3-480F-43C7-8153-0DEF1BDC1F50}" dt="2025-09-05T21:50:13.938" v="2510" actId="1076"/>
          <ac:picMkLst>
            <pc:docMk/>
            <pc:sldMk cId="3609324266" sldId="387"/>
            <ac:picMk id="5" creationId="{DA9F39F9-D478-6D5C-C965-A9BFFA0665A4}"/>
          </ac:picMkLst>
        </pc:picChg>
      </pc:sldChg>
      <pc:sldChg chg="addSp delSp modSp add mod">
        <pc:chgData name="Diego Raul Guerrero Anaya" userId="0ce4d9aa-8e9a-49aa-b0f2-d17a32a3775a" providerId="ADAL" clId="{B93415C3-480F-43C7-8153-0DEF1BDC1F50}" dt="2025-09-30T21:18:47.657" v="5084" actId="20577"/>
        <pc:sldMkLst>
          <pc:docMk/>
          <pc:sldMk cId="113030418" sldId="388"/>
        </pc:sldMkLst>
        <pc:spChg chg="add mod">
          <ac:chgData name="Diego Raul Guerrero Anaya" userId="0ce4d9aa-8e9a-49aa-b0f2-d17a32a3775a" providerId="ADAL" clId="{B93415C3-480F-43C7-8153-0DEF1BDC1F50}" dt="2025-09-30T21:18:47.657" v="5084" actId="20577"/>
          <ac:spMkLst>
            <pc:docMk/>
            <pc:sldMk cId="113030418" sldId="388"/>
            <ac:spMk id="5" creationId="{3C7FDC9A-5E12-E245-DC16-8101F39FF3FD}"/>
          </ac:spMkLst>
        </pc:spChg>
        <pc:spChg chg="mod">
          <ac:chgData name="Diego Raul Guerrero Anaya" userId="0ce4d9aa-8e9a-49aa-b0f2-d17a32a3775a" providerId="ADAL" clId="{B93415C3-480F-43C7-8153-0DEF1BDC1F50}" dt="2025-09-08T02:24:49.881" v="3423" actId="108"/>
          <ac:spMkLst>
            <pc:docMk/>
            <pc:sldMk cId="113030418" sldId="388"/>
            <ac:spMk id="10" creationId="{3747C134-D4BE-B296-F2B0-F98A21871FA8}"/>
          </ac:spMkLst>
        </pc:spChg>
        <pc:spChg chg="mod">
          <ac:chgData name="Diego Raul Guerrero Anaya" userId="0ce4d9aa-8e9a-49aa-b0f2-d17a32a3775a" providerId="ADAL" clId="{B93415C3-480F-43C7-8153-0DEF1BDC1F50}" dt="2025-09-23T17:17:28.688" v="4875" actId="20577"/>
          <ac:spMkLst>
            <pc:docMk/>
            <pc:sldMk cId="113030418" sldId="388"/>
            <ac:spMk id="12" creationId="{D5B820E0-D14D-D059-04EF-F61CCFFA3E5A}"/>
          </ac:spMkLst>
        </pc:spChg>
        <pc:spChg chg="add mod">
          <ac:chgData name="Diego Raul Guerrero Anaya" userId="0ce4d9aa-8e9a-49aa-b0f2-d17a32a3775a" providerId="ADAL" clId="{B93415C3-480F-43C7-8153-0DEF1BDC1F50}" dt="2025-09-05T21:52:54.842" v="2536"/>
          <ac:spMkLst>
            <pc:docMk/>
            <pc:sldMk cId="113030418" sldId="388"/>
            <ac:spMk id="14" creationId="{431C04E3-5844-F9D3-7EEA-A6FCAAABB6BE}"/>
          </ac:spMkLst>
        </pc:spChg>
        <pc:spChg chg="mod">
          <ac:chgData name="Diego Raul Guerrero Anaya" userId="0ce4d9aa-8e9a-49aa-b0f2-d17a32a3775a" providerId="ADAL" clId="{B93415C3-480F-43C7-8153-0DEF1BDC1F50}" dt="2025-09-05T21:51:27.940" v="2523"/>
          <ac:spMkLst>
            <pc:docMk/>
            <pc:sldMk cId="113030418" sldId="388"/>
            <ac:spMk id="30" creationId="{9025D4E0-B490-022B-9881-5E66664C4C59}"/>
          </ac:spMkLst>
        </pc:spChg>
        <pc:graphicFrameChg chg="add mod">
          <ac:chgData name="Diego Raul Guerrero Anaya" userId="0ce4d9aa-8e9a-49aa-b0f2-d17a32a3775a" providerId="ADAL" clId="{B93415C3-480F-43C7-8153-0DEF1BDC1F50}" dt="2025-09-05T21:52:54.842" v="2536"/>
          <ac:graphicFrameMkLst>
            <pc:docMk/>
            <pc:sldMk cId="113030418" sldId="388"/>
            <ac:graphicFrameMk id="11" creationId="{49DD5D07-B5BD-CA30-D301-511ACBB133CC}"/>
          </ac:graphicFrameMkLst>
        </pc:graphicFrameChg>
        <pc:picChg chg="add mod">
          <ac:chgData name="Diego Raul Guerrero Anaya" userId="0ce4d9aa-8e9a-49aa-b0f2-d17a32a3775a" providerId="ADAL" clId="{B93415C3-480F-43C7-8153-0DEF1BDC1F50}" dt="2025-09-05T21:52:21.642" v="2533" actId="1076"/>
          <ac:picMkLst>
            <pc:docMk/>
            <pc:sldMk cId="113030418" sldId="388"/>
            <ac:picMk id="6" creationId="{0C12F342-4CCA-6C6F-DE98-0EB5A4A1854B}"/>
          </ac:picMkLst>
        </pc:picChg>
      </pc:sldChg>
      <pc:sldChg chg="modSp add mod ord">
        <pc:chgData name="Diego Raul Guerrero Anaya" userId="0ce4d9aa-8e9a-49aa-b0f2-d17a32a3775a" providerId="ADAL" clId="{B93415C3-480F-43C7-8153-0DEF1BDC1F50}" dt="2025-09-05T22:14:05.498" v="2578" actId="20577"/>
        <pc:sldMkLst>
          <pc:docMk/>
          <pc:sldMk cId="4030159341" sldId="389"/>
        </pc:sldMkLst>
        <pc:spChg chg="mod">
          <ac:chgData name="Diego Raul Guerrero Anaya" userId="0ce4d9aa-8e9a-49aa-b0f2-d17a32a3775a" providerId="ADAL" clId="{B93415C3-480F-43C7-8153-0DEF1BDC1F50}" dt="2025-09-05T22:14:05.498" v="2578" actId="20577"/>
          <ac:spMkLst>
            <pc:docMk/>
            <pc:sldMk cId="4030159341" sldId="389"/>
            <ac:spMk id="3" creationId="{90CC7BA8-462E-3CE8-E3A4-EA533E1CD942}"/>
          </ac:spMkLst>
        </pc:spChg>
        <pc:spChg chg="mod">
          <ac:chgData name="Diego Raul Guerrero Anaya" userId="0ce4d9aa-8e9a-49aa-b0f2-d17a32a3775a" providerId="ADAL" clId="{B93415C3-480F-43C7-8153-0DEF1BDC1F50}" dt="2025-09-05T22:11:58.440" v="2572" actId="14100"/>
          <ac:spMkLst>
            <pc:docMk/>
            <pc:sldMk cId="4030159341" sldId="389"/>
            <ac:spMk id="5" creationId="{F222933C-BA12-E063-5BCF-E0BE2956583D}"/>
          </ac:spMkLst>
        </pc:spChg>
        <pc:spChg chg="mod">
          <ac:chgData name="Diego Raul Guerrero Anaya" userId="0ce4d9aa-8e9a-49aa-b0f2-d17a32a3775a" providerId="ADAL" clId="{B93415C3-480F-43C7-8153-0DEF1BDC1F50}" dt="2025-09-05T22:09:09.104" v="2569" actId="14100"/>
          <ac:spMkLst>
            <pc:docMk/>
            <pc:sldMk cId="4030159341" sldId="389"/>
            <ac:spMk id="7" creationId="{7C36C4AD-C372-41E2-ECDF-7124B0517EF8}"/>
          </ac:spMkLst>
        </pc:spChg>
      </pc:sldChg>
      <pc:sldChg chg="modSp add mod">
        <pc:chgData name="Diego Raul Guerrero Anaya" userId="0ce4d9aa-8e9a-49aa-b0f2-d17a32a3775a" providerId="ADAL" clId="{B93415C3-480F-43C7-8153-0DEF1BDC1F50}" dt="2025-09-05T22:14:56.819" v="2585" actId="20577"/>
        <pc:sldMkLst>
          <pc:docMk/>
          <pc:sldMk cId="880970840" sldId="390"/>
        </pc:sldMkLst>
        <pc:spChg chg="mod">
          <ac:chgData name="Diego Raul Guerrero Anaya" userId="0ce4d9aa-8e9a-49aa-b0f2-d17a32a3775a" providerId="ADAL" clId="{B93415C3-480F-43C7-8153-0DEF1BDC1F50}" dt="2025-09-05T22:13:54.182" v="2577" actId="20577"/>
          <ac:spMkLst>
            <pc:docMk/>
            <pc:sldMk cId="880970840" sldId="390"/>
            <ac:spMk id="3" creationId="{E57D05FD-9316-F285-DAC8-25D77B8F531B}"/>
          </ac:spMkLst>
        </pc:spChg>
        <pc:spChg chg="mod">
          <ac:chgData name="Diego Raul Guerrero Anaya" userId="0ce4d9aa-8e9a-49aa-b0f2-d17a32a3775a" providerId="ADAL" clId="{B93415C3-480F-43C7-8153-0DEF1BDC1F50}" dt="2025-09-05T22:14:19.907" v="2579"/>
          <ac:spMkLst>
            <pc:docMk/>
            <pc:sldMk cId="880970840" sldId="390"/>
            <ac:spMk id="5" creationId="{F9B403D3-A6C9-94E1-90B4-78CDB195D484}"/>
          </ac:spMkLst>
        </pc:spChg>
        <pc:spChg chg="mod">
          <ac:chgData name="Diego Raul Guerrero Anaya" userId="0ce4d9aa-8e9a-49aa-b0f2-d17a32a3775a" providerId="ADAL" clId="{B93415C3-480F-43C7-8153-0DEF1BDC1F50}" dt="2025-09-05T22:14:56.819" v="2585" actId="20577"/>
          <ac:spMkLst>
            <pc:docMk/>
            <pc:sldMk cId="880970840" sldId="390"/>
            <ac:spMk id="7" creationId="{FD7B1E48-8CA7-995C-77D5-1E2DF94D96BA}"/>
          </ac:spMkLst>
        </pc:spChg>
      </pc:sldChg>
      <pc:sldChg chg="modSp add mod">
        <pc:chgData name="Diego Raul Guerrero Anaya" userId="0ce4d9aa-8e9a-49aa-b0f2-d17a32a3775a" providerId="ADAL" clId="{B93415C3-480F-43C7-8153-0DEF1BDC1F50}" dt="2025-09-05T22:20:29.922" v="2614" actId="20577"/>
        <pc:sldMkLst>
          <pc:docMk/>
          <pc:sldMk cId="1788796161" sldId="391"/>
        </pc:sldMkLst>
        <pc:spChg chg="mod">
          <ac:chgData name="Diego Raul Guerrero Anaya" userId="0ce4d9aa-8e9a-49aa-b0f2-d17a32a3775a" providerId="ADAL" clId="{B93415C3-480F-43C7-8153-0DEF1BDC1F50}" dt="2025-09-05T22:20:29.922" v="2614" actId="20577"/>
          <ac:spMkLst>
            <pc:docMk/>
            <pc:sldMk cId="1788796161" sldId="391"/>
            <ac:spMk id="3" creationId="{45E01CB2-7ED7-CEE3-6ED6-1BBA43CC1EF5}"/>
          </ac:spMkLst>
        </pc:spChg>
        <pc:spChg chg="mod">
          <ac:chgData name="Diego Raul Guerrero Anaya" userId="0ce4d9aa-8e9a-49aa-b0f2-d17a32a3775a" providerId="ADAL" clId="{B93415C3-480F-43C7-8153-0DEF1BDC1F50}" dt="2025-09-05T22:18:42.977" v="2589"/>
          <ac:spMkLst>
            <pc:docMk/>
            <pc:sldMk cId="1788796161" sldId="391"/>
            <ac:spMk id="5" creationId="{6C756BDF-DDD0-F592-4C33-0FBF575819AB}"/>
          </ac:spMkLst>
        </pc:spChg>
        <pc:spChg chg="mod">
          <ac:chgData name="Diego Raul Guerrero Anaya" userId="0ce4d9aa-8e9a-49aa-b0f2-d17a32a3775a" providerId="ADAL" clId="{B93415C3-480F-43C7-8153-0DEF1BDC1F50}" dt="2025-09-05T22:19:38.926" v="2592" actId="20577"/>
          <ac:spMkLst>
            <pc:docMk/>
            <pc:sldMk cId="1788796161" sldId="391"/>
            <ac:spMk id="7" creationId="{C732BE09-939E-348B-C199-CDDDF2A7ECCD}"/>
          </ac:spMkLst>
        </pc:spChg>
      </pc:sldChg>
      <pc:sldChg chg="modSp add mod">
        <pc:chgData name="Diego Raul Guerrero Anaya" userId="0ce4d9aa-8e9a-49aa-b0f2-d17a32a3775a" providerId="ADAL" clId="{B93415C3-480F-43C7-8153-0DEF1BDC1F50}" dt="2025-09-05T22:32:36.878" v="2643" actId="20577"/>
        <pc:sldMkLst>
          <pc:docMk/>
          <pc:sldMk cId="1960454848" sldId="392"/>
        </pc:sldMkLst>
        <pc:spChg chg="mod">
          <ac:chgData name="Diego Raul Guerrero Anaya" userId="0ce4d9aa-8e9a-49aa-b0f2-d17a32a3775a" providerId="ADAL" clId="{B93415C3-480F-43C7-8153-0DEF1BDC1F50}" dt="2025-09-05T22:30:08.959" v="2636" actId="20577"/>
          <ac:spMkLst>
            <pc:docMk/>
            <pc:sldMk cId="1960454848" sldId="392"/>
            <ac:spMk id="3" creationId="{2422376A-4667-2011-5676-6154C46C9C18}"/>
          </ac:spMkLst>
        </pc:spChg>
        <pc:spChg chg="mod">
          <ac:chgData name="Diego Raul Guerrero Anaya" userId="0ce4d9aa-8e9a-49aa-b0f2-d17a32a3775a" providerId="ADAL" clId="{B93415C3-480F-43C7-8153-0DEF1BDC1F50}" dt="2025-09-05T22:20:19.755" v="2596"/>
          <ac:spMkLst>
            <pc:docMk/>
            <pc:sldMk cId="1960454848" sldId="392"/>
            <ac:spMk id="5" creationId="{7291AB99-3FCE-CD35-E6B4-49427A0B28AB}"/>
          </ac:spMkLst>
        </pc:spChg>
        <pc:spChg chg="mod">
          <ac:chgData name="Diego Raul Guerrero Anaya" userId="0ce4d9aa-8e9a-49aa-b0f2-d17a32a3775a" providerId="ADAL" clId="{B93415C3-480F-43C7-8153-0DEF1BDC1F50}" dt="2025-09-05T22:32:36.878" v="2643" actId="20577"/>
          <ac:spMkLst>
            <pc:docMk/>
            <pc:sldMk cId="1960454848" sldId="392"/>
            <ac:spMk id="7" creationId="{828F7165-2EC1-019A-FE68-4A55CBB7ED2A}"/>
          </ac:spMkLst>
        </pc:spChg>
      </pc:sldChg>
      <pc:sldChg chg="addSp delSp modSp add mod ord">
        <pc:chgData name="Diego Raul Guerrero Anaya" userId="0ce4d9aa-8e9a-49aa-b0f2-d17a32a3775a" providerId="ADAL" clId="{B93415C3-480F-43C7-8153-0DEF1BDC1F50}" dt="2025-09-30T21:21:17.095" v="5087" actId="1076"/>
        <pc:sldMkLst>
          <pc:docMk/>
          <pc:sldMk cId="546667338" sldId="393"/>
        </pc:sldMkLst>
        <pc:spChg chg="add mod">
          <ac:chgData name="Diego Raul Guerrero Anaya" userId="0ce4d9aa-8e9a-49aa-b0f2-d17a32a3775a" providerId="ADAL" clId="{B93415C3-480F-43C7-8153-0DEF1BDC1F50}" dt="2025-09-08T02:42:17.231" v="3507" actId="20577"/>
          <ac:spMkLst>
            <pc:docMk/>
            <pc:sldMk cId="546667338" sldId="393"/>
            <ac:spMk id="5" creationId="{4C9D4296-6B19-28C8-8717-BB14EE27FD26}"/>
          </ac:spMkLst>
        </pc:spChg>
        <pc:spChg chg="mod">
          <ac:chgData name="Diego Raul Guerrero Anaya" userId="0ce4d9aa-8e9a-49aa-b0f2-d17a32a3775a" providerId="ADAL" clId="{B93415C3-480F-43C7-8153-0DEF1BDC1F50}" dt="2025-09-08T02:36:41.251" v="3466"/>
          <ac:spMkLst>
            <pc:docMk/>
            <pc:sldMk cId="546667338" sldId="393"/>
            <ac:spMk id="6" creationId="{AB100DC4-5F67-4778-2C63-68BB4BE3607E}"/>
          </ac:spMkLst>
        </pc:spChg>
        <pc:spChg chg="add mod">
          <ac:chgData name="Diego Raul Guerrero Anaya" userId="0ce4d9aa-8e9a-49aa-b0f2-d17a32a3775a" providerId="ADAL" clId="{B93415C3-480F-43C7-8153-0DEF1BDC1F50}" dt="2025-09-30T21:21:17.095" v="5087" actId="1076"/>
          <ac:spMkLst>
            <pc:docMk/>
            <pc:sldMk cId="546667338" sldId="393"/>
            <ac:spMk id="10" creationId="{CA2AFCAB-E328-7C02-B625-3A8BF6032C27}"/>
          </ac:spMkLst>
        </pc:spChg>
        <pc:spChg chg="mod">
          <ac:chgData name="Diego Raul Guerrero Anaya" userId="0ce4d9aa-8e9a-49aa-b0f2-d17a32a3775a" providerId="ADAL" clId="{B93415C3-480F-43C7-8153-0DEF1BDC1F50}" dt="2025-09-08T02:47:48.040" v="3529" actId="1076"/>
          <ac:spMkLst>
            <pc:docMk/>
            <pc:sldMk cId="546667338" sldId="393"/>
            <ac:spMk id="12" creationId="{0CB6B5F7-AE43-E7DD-2397-94F1E9AEE0C1}"/>
          </ac:spMkLst>
        </pc:spChg>
        <pc:spChg chg="add mod">
          <ac:chgData name="Diego Raul Guerrero Anaya" userId="0ce4d9aa-8e9a-49aa-b0f2-d17a32a3775a" providerId="ADAL" clId="{B93415C3-480F-43C7-8153-0DEF1BDC1F50}" dt="2025-09-08T02:36:05.021" v="3449"/>
          <ac:spMkLst>
            <pc:docMk/>
            <pc:sldMk cId="546667338" sldId="393"/>
            <ac:spMk id="15" creationId="{7B4CB661-45D8-4EAA-F996-2803F503584F}"/>
          </ac:spMkLst>
        </pc:spChg>
        <pc:spChg chg="mod">
          <ac:chgData name="Diego Raul Guerrero Anaya" userId="0ce4d9aa-8e9a-49aa-b0f2-d17a32a3775a" providerId="ADAL" clId="{B93415C3-480F-43C7-8153-0DEF1BDC1F50}" dt="2025-09-08T02:36:11.829" v="3465" actId="20577"/>
          <ac:spMkLst>
            <pc:docMk/>
            <pc:sldMk cId="546667338" sldId="393"/>
            <ac:spMk id="34" creationId="{2D6C2A29-31EA-2736-0AB6-E9CF52E44AA8}"/>
          </ac:spMkLst>
        </pc:spChg>
        <pc:graphicFrameChg chg="add mod">
          <ac:chgData name="Diego Raul Guerrero Anaya" userId="0ce4d9aa-8e9a-49aa-b0f2-d17a32a3775a" providerId="ADAL" clId="{B93415C3-480F-43C7-8153-0DEF1BDC1F50}" dt="2025-09-08T02:36:05.021" v="3449"/>
          <ac:graphicFrameMkLst>
            <pc:docMk/>
            <pc:sldMk cId="546667338" sldId="393"/>
            <ac:graphicFrameMk id="13" creationId="{72292332-CCED-76BB-B214-2DC64ABB1186}"/>
          </ac:graphicFrameMkLst>
        </pc:graphicFrameChg>
        <pc:picChg chg="add mod">
          <ac:chgData name="Diego Raul Guerrero Anaya" userId="0ce4d9aa-8e9a-49aa-b0f2-d17a32a3775a" providerId="ADAL" clId="{B93415C3-480F-43C7-8153-0DEF1BDC1F50}" dt="2025-09-08T02:34:51.024" v="3443" actId="14100"/>
          <ac:picMkLst>
            <pc:docMk/>
            <pc:sldMk cId="546667338" sldId="393"/>
            <ac:picMk id="11" creationId="{00CF341E-F5FD-A838-3106-00FAFB8CF2CA}"/>
          </ac:picMkLst>
        </pc:picChg>
      </pc:sldChg>
      <pc:sldChg chg="addSp delSp modSp add mod">
        <pc:chgData name="Diego Raul Guerrero Anaya" userId="0ce4d9aa-8e9a-49aa-b0f2-d17a32a3775a" providerId="ADAL" clId="{B93415C3-480F-43C7-8153-0DEF1BDC1F50}" dt="2025-09-30T21:21:20.448" v="5088"/>
        <pc:sldMkLst>
          <pc:docMk/>
          <pc:sldMk cId="1469653925" sldId="394"/>
        </pc:sldMkLst>
        <pc:spChg chg="mod">
          <ac:chgData name="Diego Raul Guerrero Anaya" userId="0ce4d9aa-8e9a-49aa-b0f2-d17a32a3775a" providerId="ADAL" clId="{B93415C3-480F-43C7-8153-0DEF1BDC1F50}" dt="2025-09-08T02:37:58.069" v="3473" actId="20577"/>
          <ac:spMkLst>
            <pc:docMk/>
            <pc:sldMk cId="1469653925" sldId="394"/>
            <ac:spMk id="5" creationId="{C384C3EC-12DB-51F9-65E0-5AD345A822A9}"/>
          </ac:spMkLst>
        </pc:spChg>
        <pc:spChg chg="add mod">
          <ac:chgData name="Diego Raul Guerrero Anaya" userId="0ce4d9aa-8e9a-49aa-b0f2-d17a32a3775a" providerId="ADAL" clId="{B93415C3-480F-43C7-8153-0DEF1BDC1F50}" dt="2025-09-30T21:21:20.448" v="5088"/>
          <ac:spMkLst>
            <pc:docMk/>
            <pc:sldMk cId="1469653925" sldId="394"/>
            <ac:spMk id="11" creationId="{DF374F10-41FC-E4AA-125F-E12CFBC327F8}"/>
          </ac:spMkLst>
        </pc:spChg>
        <pc:spChg chg="mod">
          <ac:chgData name="Diego Raul Guerrero Anaya" userId="0ce4d9aa-8e9a-49aa-b0f2-d17a32a3775a" providerId="ADAL" clId="{B93415C3-480F-43C7-8153-0DEF1BDC1F50}" dt="2025-09-08T02:47:53.181" v="3530" actId="1076"/>
          <ac:spMkLst>
            <pc:docMk/>
            <pc:sldMk cId="1469653925" sldId="394"/>
            <ac:spMk id="12" creationId="{ECB944E8-0590-A659-1B49-00C9BEFB9136}"/>
          </ac:spMkLst>
        </pc:spChg>
        <pc:picChg chg="add mod">
          <ac:chgData name="Diego Raul Guerrero Anaya" userId="0ce4d9aa-8e9a-49aa-b0f2-d17a32a3775a" providerId="ADAL" clId="{B93415C3-480F-43C7-8153-0DEF1BDC1F50}" dt="2025-09-08T02:42:02.842" v="3487" actId="1076"/>
          <ac:picMkLst>
            <pc:docMk/>
            <pc:sldMk cId="1469653925" sldId="394"/>
            <ac:picMk id="10" creationId="{9750DF1E-E58B-DF62-14B5-A176118AA27D}"/>
          </ac:picMkLst>
        </pc:picChg>
      </pc:sldChg>
      <pc:sldChg chg="addSp modSp add mod">
        <pc:chgData name="Diego Raul Guerrero Anaya" userId="0ce4d9aa-8e9a-49aa-b0f2-d17a32a3775a" providerId="ADAL" clId="{B93415C3-480F-43C7-8153-0DEF1BDC1F50}" dt="2025-09-30T21:21:52.333" v="5089"/>
        <pc:sldMkLst>
          <pc:docMk/>
          <pc:sldMk cId="2552217383" sldId="395"/>
        </pc:sldMkLst>
        <pc:spChg chg="mod">
          <ac:chgData name="Diego Raul Guerrero Anaya" userId="0ce4d9aa-8e9a-49aa-b0f2-d17a32a3775a" providerId="ADAL" clId="{B93415C3-480F-43C7-8153-0DEF1BDC1F50}" dt="2025-09-08T02:44:35.160" v="3516"/>
          <ac:spMkLst>
            <pc:docMk/>
            <pc:sldMk cId="2552217383" sldId="395"/>
            <ac:spMk id="5" creationId="{F216FB66-36EE-650D-ECCE-2E36DFEB8A50}"/>
          </ac:spMkLst>
        </pc:spChg>
        <pc:spChg chg="add mod">
          <ac:chgData name="Diego Raul Guerrero Anaya" userId="0ce4d9aa-8e9a-49aa-b0f2-d17a32a3775a" providerId="ADAL" clId="{B93415C3-480F-43C7-8153-0DEF1BDC1F50}" dt="2025-09-30T21:21:52.333" v="5089"/>
          <ac:spMkLst>
            <pc:docMk/>
            <pc:sldMk cId="2552217383" sldId="395"/>
            <ac:spMk id="11" creationId="{356424DE-50DC-B4CD-2213-B88C72AC1447}"/>
          </ac:spMkLst>
        </pc:spChg>
        <pc:spChg chg="mod">
          <ac:chgData name="Diego Raul Guerrero Anaya" userId="0ce4d9aa-8e9a-49aa-b0f2-d17a32a3775a" providerId="ADAL" clId="{B93415C3-480F-43C7-8153-0DEF1BDC1F50}" dt="2025-09-08T02:48:00.274" v="3531" actId="1076"/>
          <ac:spMkLst>
            <pc:docMk/>
            <pc:sldMk cId="2552217383" sldId="395"/>
            <ac:spMk id="12" creationId="{67F37F1E-26B5-C08B-47AC-5F6B3206D2C9}"/>
          </ac:spMkLst>
        </pc:spChg>
      </pc:sldChg>
      <pc:sldChg chg="addSp modSp add mod ord">
        <pc:chgData name="Diego Raul Guerrero Anaya" userId="0ce4d9aa-8e9a-49aa-b0f2-d17a32a3775a" providerId="ADAL" clId="{B93415C3-480F-43C7-8153-0DEF1BDC1F50}" dt="2025-09-30T21:22:14.279" v="5090"/>
        <pc:sldMkLst>
          <pc:docMk/>
          <pc:sldMk cId="3350257354" sldId="396"/>
        </pc:sldMkLst>
        <pc:spChg chg="mod">
          <ac:chgData name="Diego Raul Guerrero Anaya" userId="0ce4d9aa-8e9a-49aa-b0f2-d17a32a3775a" providerId="ADAL" clId="{B93415C3-480F-43C7-8153-0DEF1BDC1F50}" dt="2025-09-08T02:45:57.948" v="3519"/>
          <ac:spMkLst>
            <pc:docMk/>
            <pc:sldMk cId="3350257354" sldId="396"/>
            <ac:spMk id="5" creationId="{C4187039-156F-6035-CB34-088B565B9CF0}"/>
          </ac:spMkLst>
        </pc:spChg>
        <pc:spChg chg="add mod">
          <ac:chgData name="Diego Raul Guerrero Anaya" userId="0ce4d9aa-8e9a-49aa-b0f2-d17a32a3775a" providerId="ADAL" clId="{B93415C3-480F-43C7-8153-0DEF1BDC1F50}" dt="2025-09-30T21:22:14.279" v="5090"/>
          <ac:spMkLst>
            <pc:docMk/>
            <pc:sldMk cId="3350257354" sldId="396"/>
            <ac:spMk id="10" creationId="{3432ECA7-046D-6738-4987-1762B18E2382}"/>
          </ac:spMkLst>
        </pc:spChg>
        <pc:spChg chg="mod">
          <ac:chgData name="Diego Raul Guerrero Anaya" userId="0ce4d9aa-8e9a-49aa-b0f2-d17a32a3775a" providerId="ADAL" clId="{B93415C3-480F-43C7-8153-0DEF1BDC1F50}" dt="2025-09-08T02:48:07.898" v="3532" actId="1076"/>
          <ac:spMkLst>
            <pc:docMk/>
            <pc:sldMk cId="3350257354" sldId="396"/>
            <ac:spMk id="12" creationId="{E69A271D-25EA-009E-4EB8-8FCC7BD92943}"/>
          </ac:spMkLst>
        </pc:spChg>
      </pc:sldChg>
      <pc:sldChg chg="addSp modSp add mod">
        <pc:chgData name="Diego Raul Guerrero Anaya" userId="0ce4d9aa-8e9a-49aa-b0f2-d17a32a3775a" providerId="ADAL" clId="{B93415C3-480F-43C7-8153-0DEF1BDC1F50}" dt="2025-09-30T21:22:49.965" v="5091"/>
        <pc:sldMkLst>
          <pc:docMk/>
          <pc:sldMk cId="1083336138" sldId="397"/>
        </pc:sldMkLst>
        <pc:spChg chg="mod">
          <ac:chgData name="Diego Raul Guerrero Anaya" userId="0ce4d9aa-8e9a-49aa-b0f2-d17a32a3775a" providerId="ADAL" clId="{B93415C3-480F-43C7-8153-0DEF1BDC1F50}" dt="2025-09-08T02:47:16.855" v="3524"/>
          <ac:spMkLst>
            <pc:docMk/>
            <pc:sldMk cId="1083336138" sldId="397"/>
            <ac:spMk id="5" creationId="{3FFBB292-4D7E-3558-5489-17CB7B95B30C}"/>
          </ac:spMkLst>
        </pc:spChg>
        <pc:spChg chg="add mod">
          <ac:chgData name="Diego Raul Guerrero Anaya" userId="0ce4d9aa-8e9a-49aa-b0f2-d17a32a3775a" providerId="ADAL" clId="{B93415C3-480F-43C7-8153-0DEF1BDC1F50}" dt="2025-09-30T21:22:49.965" v="5091"/>
          <ac:spMkLst>
            <pc:docMk/>
            <pc:sldMk cId="1083336138" sldId="397"/>
            <ac:spMk id="10" creationId="{764365C4-8A0A-B277-B871-FD72795DA47E}"/>
          </ac:spMkLst>
        </pc:spChg>
        <pc:spChg chg="mod">
          <ac:chgData name="Diego Raul Guerrero Anaya" userId="0ce4d9aa-8e9a-49aa-b0f2-d17a32a3775a" providerId="ADAL" clId="{B93415C3-480F-43C7-8153-0DEF1BDC1F50}" dt="2025-09-08T02:48:16.754" v="3533" actId="1076"/>
          <ac:spMkLst>
            <pc:docMk/>
            <pc:sldMk cId="1083336138" sldId="397"/>
            <ac:spMk id="12" creationId="{71A12979-8276-A2E3-A59B-8A50293DD4DF}"/>
          </ac:spMkLst>
        </pc:spChg>
      </pc:sldChg>
      <pc:sldChg chg="addSp delSp modSp add mod">
        <pc:chgData name="Diego Raul Guerrero Anaya" userId="0ce4d9aa-8e9a-49aa-b0f2-d17a32a3775a" providerId="ADAL" clId="{B93415C3-480F-43C7-8153-0DEF1BDC1F50}" dt="2025-09-30T21:23:47.746" v="5094" actId="1076"/>
        <pc:sldMkLst>
          <pc:docMk/>
          <pc:sldMk cId="1043410415" sldId="398"/>
        </pc:sldMkLst>
        <pc:spChg chg="mod">
          <ac:chgData name="Diego Raul Guerrero Anaya" userId="0ce4d9aa-8e9a-49aa-b0f2-d17a32a3775a" providerId="ADAL" clId="{B93415C3-480F-43C7-8153-0DEF1BDC1F50}" dt="2025-09-08T02:59:24.321" v="3782" actId="20577"/>
          <ac:spMkLst>
            <pc:docMk/>
            <pc:sldMk cId="1043410415" sldId="398"/>
            <ac:spMk id="3" creationId="{71BE7D82-D62A-09AF-8ED3-B2F12A9C15C4}"/>
          </ac:spMkLst>
        </pc:spChg>
        <pc:spChg chg="mod">
          <ac:chgData name="Diego Raul Guerrero Anaya" userId="0ce4d9aa-8e9a-49aa-b0f2-d17a32a3775a" providerId="ADAL" clId="{B93415C3-480F-43C7-8153-0DEF1BDC1F50}" dt="2025-09-08T03:10:02.705" v="3959" actId="20577"/>
          <ac:spMkLst>
            <pc:docMk/>
            <pc:sldMk cId="1043410415" sldId="398"/>
            <ac:spMk id="5" creationId="{948999B8-1B5E-3039-D2DC-CD6BC98A9DD1}"/>
          </ac:spMkLst>
        </pc:spChg>
        <pc:spChg chg="mod">
          <ac:chgData name="Diego Raul Guerrero Anaya" userId="0ce4d9aa-8e9a-49aa-b0f2-d17a32a3775a" providerId="ADAL" clId="{B93415C3-480F-43C7-8153-0DEF1BDC1F50}" dt="2025-09-08T03:07:26.733" v="3922" actId="20577"/>
          <ac:spMkLst>
            <pc:docMk/>
            <pc:sldMk cId="1043410415" sldId="398"/>
            <ac:spMk id="6" creationId="{78EA8405-C90C-604C-17E9-9860BF4FF64F}"/>
          </ac:spMkLst>
        </pc:spChg>
        <pc:spChg chg="add mod">
          <ac:chgData name="Diego Raul Guerrero Anaya" userId="0ce4d9aa-8e9a-49aa-b0f2-d17a32a3775a" providerId="ADAL" clId="{B93415C3-480F-43C7-8153-0DEF1BDC1F50}" dt="2025-09-30T21:23:47.746" v="5094" actId="1076"/>
          <ac:spMkLst>
            <pc:docMk/>
            <pc:sldMk cId="1043410415" sldId="398"/>
            <ac:spMk id="10" creationId="{3FD470BF-3B53-AC4D-692A-C664161EF148}"/>
          </ac:spMkLst>
        </pc:spChg>
        <pc:spChg chg="mod">
          <ac:chgData name="Diego Raul Guerrero Anaya" userId="0ce4d9aa-8e9a-49aa-b0f2-d17a32a3775a" providerId="ADAL" clId="{B93415C3-480F-43C7-8153-0DEF1BDC1F50}" dt="2025-09-08T03:09:24.784" v="3937" actId="20577"/>
          <ac:spMkLst>
            <pc:docMk/>
            <pc:sldMk cId="1043410415" sldId="398"/>
            <ac:spMk id="12" creationId="{476D7580-1338-BBE2-D373-80E0B9FF816B}"/>
          </ac:spMkLst>
        </pc:spChg>
        <pc:spChg chg="mod">
          <ac:chgData name="Diego Raul Guerrero Anaya" userId="0ce4d9aa-8e9a-49aa-b0f2-d17a32a3775a" providerId="ADAL" clId="{B93415C3-480F-43C7-8153-0DEF1BDC1F50}" dt="2025-09-08T03:05:14.106" v="3913" actId="20577"/>
          <ac:spMkLst>
            <pc:docMk/>
            <pc:sldMk cId="1043410415" sldId="398"/>
            <ac:spMk id="15" creationId="{DAE85B6C-0538-7F5F-97F0-2FB6BE7418B5}"/>
          </ac:spMkLst>
        </pc:spChg>
        <pc:graphicFrameChg chg="mod">
          <ac:chgData name="Diego Raul Guerrero Anaya" userId="0ce4d9aa-8e9a-49aa-b0f2-d17a32a3775a" providerId="ADAL" clId="{B93415C3-480F-43C7-8153-0DEF1BDC1F50}" dt="2025-09-08T03:05:25.919" v="3914" actId="1076"/>
          <ac:graphicFrameMkLst>
            <pc:docMk/>
            <pc:sldMk cId="1043410415" sldId="398"/>
            <ac:graphicFrameMk id="13" creationId="{83F741ED-CD5A-A04C-69B6-1CDA313BD89E}"/>
          </ac:graphicFrameMkLst>
        </pc:graphicFrameChg>
        <pc:picChg chg="add mod">
          <ac:chgData name="Diego Raul Guerrero Anaya" userId="0ce4d9aa-8e9a-49aa-b0f2-d17a32a3775a" providerId="ADAL" clId="{B93415C3-480F-43C7-8153-0DEF1BDC1F50}" dt="2025-09-08T03:04:15.927" v="3894" actId="1076"/>
          <ac:picMkLst>
            <pc:docMk/>
            <pc:sldMk cId="1043410415" sldId="398"/>
            <ac:picMk id="14" creationId="{3BD741A9-4EC6-F6AF-4FE0-1C481105911D}"/>
          </ac:picMkLst>
        </pc:picChg>
      </pc:sldChg>
      <pc:sldChg chg="addSp delSp modSp add mod">
        <pc:chgData name="Diego Raul Guerrero Anaya" userId="0ce4d9aa-8e9a-49aa-b0f2-d17a32a3775a" providerId="ADAL" clId="{B93415C3-480F-43C7-8153-0DEF1BDC1F50}" dt="2025-09-30T21:24:59.967" v="5145" actId="1076"/>
        <pc:sldMkLst>
          <pc:docMk/>
          <pc:sldMk cId="3928199064" sldId="399"/>
        </pc:sldMkLst>
        <pc:spChg chg="mod">
          <ac:chgData name="Diego Raul Guerrero Anaya" userId="0ce4d9aa-8e9a-49aa-b0f2-d17a32a3775a" providerId="ADAL" clId="{B93415C3-480F-43C7-8153-0DEF1BDC1F50}" dt="2025-09-08T03:14:53.027" v="4003" actId="20577"/>
          <ac:spMkLst>
            <pc:docMk/>
            <pc:sldMk cId="3928199064" sldId="399"/>
            <ac:spMk id="5" creationId="{9ACCDB6C-97EE-3317-34CD-E00414D3DAC6}"/>
          </ac:spMkLst>
        </pc:spChg>
        <pc:spChg chg="mod">
          <ac:chgData name="Diego Raul Guerrero Anaya" userId="0ce4d9aa-8e9a-49aa-b0f2-d17a32a3775a" providerId="ADAL" clId="{B93415C3-480F-43C7-8153-0DEF1BDC1F50}" dt="2025-09-08T03:14:48.456" v="3998" actId="20577"/>
          <ac:spMkLst>
            <pc:docMk/>
            <pc:sldMk cId="3928199064" sldId="399"/>
            <ac:spMk id="6" creationId="{E8E3D92B-F540-FA89-854D-FA719A6D31CB}"/>
          </ac:spMkLst>
        </pc:spChg>
        <pc:spChg chg="add mod">
          <ac:chgData name="Diego Raul Guerrero Anaya" userId="0ce4d9aa-8e9a-49aa-b0f2-d17a32a3775a" providerId="ADAL" clId="{B93415C3-480F-43C7-8153-0DEF1BDC1F50}" dt="2025-09-30T21:24:59.967" v="5145" actId="1076"/>
          <ac:spMkLst>
            <pc:docMk/>
            <pc:sldMk cId="3928199064" sldId="399"/>
            <ac:spMk id="11" creationId="{46BC4696-2EF6-2A1E-B42E-F73D0253D663}"/>
          </ac:spMkLst>
        </pc:spChg>
        <pc:spChg chg="mod">
          <ac:chgData name="Diego Raul Guerrero Anaya" userId="0ce4d9aa-8e9a-49aa-b0f2-d17a32a3775a" providerId="ADAL" clId="{B93415C3-480F-43C7-8153-0DEF1BDC1F50}" dt="2025-09-08T03:14:45.993" v="3993"/>
          <ac:spMkLst>
            <pc:docMk/>
            <pc:sldMk cId="3928199064" sldId="399"/>
            <ac:spMk id="12" creationId="{8FF7B352-0F03-BCEC-38C9-279277A59BA1}"/>
          </ac:spMkLst>
        </pc:spChg>
        <pc:spChg chg="mod">
          <ac:chgData name="Diego Raul Guerrero Anaya" userId="0ce4d9aa-8e9a-49aa-b0f2-d17a32a3775a" providerId="ADAL" clId="{B93415C3-480F-43C7-8153-0DEF1BDC1F50}" dt="2025-09-08T03:14:42.582" v="3989" actId="20577"/>
          <ac:spMkLst>
            <pc:docMk/>
            <pc:sldMk cId="3928199064" sldId="399"/>
            <ac:spMk id="15" creationId="{72C3C22A-61F6-F450-12AA-A28791EF0A42}"/>
          </ac:spMkLst>
        </pc:spChg>
        <pc:graphicFrameChg chg="mod">
          <ac:chgData name="Diego Raul Guerrero Anaya" userId="0ce4d9aa-8e9a-49aa-b0f2-d17a32a3775a" providerId="ADAL" clId="{B93415C3-480F-43C7-8153-0DEF1BDC1F50}" dt="2025-09-08T03:14:43.511" v="3990" actId="1076"/>
          <ac:graphicFrameMkLst>
            <pc:docMk/>
            <pc:sldMk cId="3928199064" sldId="399"/>
            <ac:graphicFrameMk id="13" creationId="{B13E4266-FBDB-C1D7-9BC0-11062DC61AC9}"/>
          </ac:graphicFrameMkLst>
        </pc:graphicFrameChg>
        <pc:picChg chg="add del">
          <ac:chgData name="Diego Raul Guerrero Anaya" userId="0ce4d9aa-8e9a-49aa-b0f2-d17a32a3775a" providerId="ADAL" clId="{B93415C3-480F-43C7-8153-0DEF1BDC1F50}" dt="2025-09-08T03:14:51.763" v="4002" actId="478"/>
          <ac:picMkLst>
            <pc:docMk/>
            <pc:sldMk cId="3928199064" sldId="399"/>
            <ac:picMk id="10" creationId="{61154B9D-067F-42F5-48A6-6647E8BF4364}"/>
          </ac:picMkLst>
        </pc:picChg>
      </pc:sldChg>
      <pc:sldChg chg="addSp delSp modSp add mod ord">
        <pc:chgData name="Diego Raul Guerrero Anaya" userId="0ce4d9aa-8e9a-49aa-b0f2-d17a32a3775a" providerId="ADAL" clId="{B93415C3-480F-43C7-8153-0DEF1BDC1F50}" dt="2025-09-30T21:25:31.912" v="5146"/>
        <pc:sldMkLst>
          <pc:docMk/>
          <pc:sldMk cId="1004260500" sldId="400"/>
        </pc:sldMkLst>
        <pc:spChg chg="mod">
          <ac:chgData name="Diego Raul Guerrero Anaya" userId="0ce4d9aa-8e9a-49aa-b0f2-d17a32a3775a" providerId="ADAL" clId="{B93415C3-480F-43C7-8153-0DEF1BDC1F50}" dt="2025-09-08T03:16:40.084" v="4012" actId="6549"/>
          <ac:spMkLst>
            <pc:docMk/>
            <pc:sldMk cId="1004260500" sldId="400"/>
            <ac:spMk id="5" creationId="{27F59D06-AA1F-6D62-CA8A-E69E81C7B474}"/>
          </ac:spMkLst>
        </pc:spChg>
        <pc:spChg chg="mod">
          <ac:chgData name="Diego Raul Guerrero Anaya" userId="0ce4d9aa-8e9a-49aa-b0f2-d17a32a3775a" providerId="ADAL" clId="{B93415C3-480F-43C7-8153-0DEF1BDC1F50}" dt="2025-09-08T03:17:49.622" v="4032" actId="5793"/>
          <ac:spMkLst>
            <pc:docMk/>
            <pc:sldMk cId="1004260500" sldId="400"/>
            <ac:spMk id="6" creationId="{58D43D61-B3DF-D656-4DE7-604C12DCF09C}"/>
          </ac:spMkLst>
        </pc:spChg>
        <pc:spChg chg="add mod">
          <ac:chgData name="Diego Raul Guerrero Anaya" userId="0ce4d9aa-8e9a-49aa-b0f2-d17a32a3775a" providerId="ADAL" clId="{B93415C3-480F-43C7-8153-0DEF1BDC1F50}" dt="2025-09-30T21:25:31.912" v="5146"/>
          <ac:spMkLst>
            <pc:docMk/>
            <pc:sldMk cId="1004260500" sldId="400"/>
            <ac:spMk id="11" creationId="{E9A857B7-7848-234D-0823-CDBA77A9430A}"/>
          </ac:spMkLst>
        </pc:spChg>
        <pc:spChg chg="mod">
          <ac:chgData name="Diego Raul Guerrero Anaya" userId="0ce4d9aa-8e9a-49aa-b0f2-d17a32a3775a" providerId="ADAL" clId="{B93415C3-480F-43C7-8153-0DEF1BDC1F50}" dt="2025-09-08T03:17:56.652" v="4033" actId="1076"/>
          <ac:spMkLst>
            <pc:docMk/>
            <pc:sldMk cId="1004260500" sldId="400"/>
            <ac:spMk id="12" creationId="{78905950-5784-8BBF-C335-BF5D94FE11BF}"/>
          </ac:spMkLst>
        </pc:spChg>
        <pc:spChg chg="mod">
          <ac:chgData name="Diego Raul Guerrero Anaya" userId="0ce4d9aa-8e9a-49aa-b0f2-d17a32a3775a" providerId="ADAL" clId="{B93415C3-480F-43C7-8153-0DEF1BDC1F50}" dt="2025-09-08T03:16:47.793" v="4015" actId="20577"/>
          <ac:spMkLst>
            <pc:docMk/>
            <pc:sldMk cId="1004260500" sldId="400"/>
            <ac:spMk id="15" creationId="{0E265422-E2D5-3BD7-5597-4E3570F1CA33}"/>
          </ac:spMkLst>
        </pc:spChg>
        <pc:graphicFrameChg chg="mod">
          <ac:chgData name="Diego Raul Guerrero Anaya" userId="0ce4d9aa-8e9a-49aa-b0f2-d17a32a3775a" providerId="ADAL" clId="{B93415C3-480F-43C7-8153-0DEF1BDC1F50}" dt="2025-09-08T03:17:06.472" v="4020" actId="1076"/>
          <ac:graphicFrameMkLst>
            <pc:docMk/>
            <pc:sldMk cId="1004260500" sldId="400"/>
            <ac:graphicFrameMk id="13" creationId="{95BC7A7E-B6B2-C1BD-1ADF-C093B7FABA23}"/>
          </ac:graphicFrameMkLst>
        </pc:graphicFrameChg>
        <pc:picChg chg="add mod">
          <ac:chgData name="Diego Raul Guerrero Anaya" userId="0ce4d9aa-8e9a-49aa-b0f2-d17a32a3775a" providerId="ADAL" clId="{B93415C3-480F-43C7-8153-0DEF1BDC1F50}" dt="2025-09-08T03:16:19.207" v="4010" actId="14100"/>
          <ac:picMkLst>
            <pc:docMk/>
            <pc:sldMk cId="1004260500" sldId="400"/>
            <ac:picMk id="10" creationId="{064BC0C6-2324-7B21-099D-8CDD5C0B29C0}"/>
          </ac:picMkLst>
        </pc:picChg>
      </pc:sldChg>
      <pc:sldChg chg="addSp delSp modSp add mod">
        <pc:chgData name="Diego Raul Guerrero Anaya" userId="0ce4d9aa-8e9a-49aa-b0f2-d17a32a3775a" providerId="ADAL" clId="{B93415C3-480F-43C7-8153-0DEF1BDC1F50}" dt="2025-09-30T21:26:22.962" v="5198" actId="1076"/>
        <pc:sldMkLst>
          <pc:docMk/>
          <pc:sldMk cId="1075524219" sldId="401"/>
        </pc:sldMkLst>
        <pc:spChg chg="mod">
          <ac:chgData name="Diego Raul Guerrero Anaya" userId="0ce4d9aa-8e9a-49aa-b0f2-d17a32a3775a" providerId="ADAL" clId="{B93415C3-480F-43C7-8153-0DEF1BDC1F50}" dt="2025-09-08T03:19:22.272" v="4040" actId="20577"/>
          <ac:spMkLst>
            <pc:docMk/>
            <pc:sldMk cId="1075524219" sldId="401"/>
            <ac:spMk id="5" creationId="{228C577C-8428-BE8B-AB53-169A1CE4849A}"/>
          </ac:spMkLst>
        </pc:spChg>
        <pc:spChg chg="mod">
          <ac:chgData name="Diego Raul Guerrero Anaya" userId="0ce4d9aa-8e9a-49aa-b0f2-d17a32a3775a" providerId="ADAL" clId="{B93415C3-480F-43C7-8153-0DEF1BDC1F50}" dt="2025-09-08T03:51:29.770" v="4120" actId="20577"/>
          <ac:spMkLst>
            <pc:docMk/>
            <pc:sldMk cId="1075524219" sldId="401"/>
            <ac:spMk id="6" creationId="{DFA15237-E20A-2795-394B-F2071F8B4C4F}"/>
          </ac:spMkLst>
        </pc:spChg>
        <pc:spChg chg="add mod">
          <ac:chgData name="Diego Raul Guerrero Anaya" userId="0ce4d9aa-8e9a-49aa-b0f2-d17a32a3775a" providerId="ADAL" clId="{B93415C3-480F-43C7-8153-0DEF1BDC1F50}" dt="2025-09-30T21:26:22.962" v="5198" actId="1076"/>
          <ac:spMkLst>
            <pc:docMk/>
            <pc:sldMk cId="1075524219" sldId="401"/>
            <ac:spMk id="10" creationId="{5ECDFE2A-9088-1E8F-7DAB-F0FD12CF5330}"/>
          </ac:spMkLst>
        </pc:spChg>
        <pc:spChg chg="mod">
          <ac:chgData name="Diego Raul Guerrero Anaya" userId="0ce4d9aa-8e9a-49aa-b0f2-d17a32a3775a" providerId="ADAL" clId="{B93415C3-480F-43C7-8153-0DEF1BDC1F50}" dt="2025-09-08T03:34:19.200" v="4077" actId="1076"/>
          <ac:spMkLst>
            <pc:docMk/>
            <pc:sldMk cId="1075524219" sldId="401"/>
            <ac:spMk id="12" creationId="{CBBDAEC7-4098-5B4A-58A8-CF57CF6D8FEB}"/>
          </ac:spMkLst>
        </pc:spChg>
        <pc:spChg chg="mod">
          <ac:chgData name="Diego Raul Guerrero Anaya" userId="0ce4d9aa-8e9a-49aa-b0f2-d17a32a3775a" providerId="ADAL" clId="{B93415C3-480F-43C7-8153-0DEF1BDC1F50}" dt="2025-09-08T03:19:30.710" v="4045" actId="20577"/>
          <ac:spMkLst>
            <pc:docMk/>
            <pc:sldMk cId="1075524219" sldId="401"/>
            <ac:spMk id="15" creationId="{133F97B5-400A-622E-B856-93F47B509FD0}"/>
          </ac:spMkLst>
        </pc:spChg>
        <pc:graphicFrameChg chg="mod">
          <ac:chgData name="Diego Raul Guerrero Anaya" userId="0ce4d9aa-8e9a-49aa-b0f2-d17a32a3775a" providerId="ADAL" clId="{B93415C3-480F-43C7-8153-0DEF1BDC1F50}" dt="2025-09-08T03:19:47.144" v="4050" actId="1076"/>
          <ac:graphicFrameMkLst>
            <pc:docMk/>
            <pc:sldMk cId="1075524219" sldId="401"/>
            <ac:graphicFrameMk id="13" creationId="{437625C6-B45A-E634-48E4-13B9C09C3E36}"/>
          </ac:graphicFrameMkLst>
        </pc:graphicFrameChg>
        <pc:picChg chg="add mod">
          <ac:chgData name="Diego Raul Guerrero Anaya" userId="0ce4d9aa-8e9a-49aa-b0f2-d17a32a3775a" providerId="ADAL" clId="{B93415C3-480F-43C7-8153-0DEF1BDC1F50}" dt="2025-09-08T03:19:07.356" v="4038" actId="1076"/>
          <ac:picMkLst>
            <pc:docMk/>
            <pc:sldMk cId="1075524219" sldId="401"/>
            <ac:picMk id="11" creationId="{42C01CF3-F1CC-5BAC-E21D-43A87893A625}"/>
          </ac:picMkLst>
        </pc:picChg>
      </pc:sldChg>
      <pc:sldChg chg="addSp delSp modSp add mod">
        <pc:chgData name="Diego Raul Guerrero Anaya" userId="0ce4d9aa-8e9a-49aa-b0f2-d17a32a3775a" providerId="ADAL" clId="{B93415C3-480F-43C7-8153-0DEF1BDC1F50}" dt="2025-09-30T21:28:04.175" v="5300" actId="20577"/>
        <pc:sldMkLst>
          <pc:docMk/>
          <pc:sldMk cId="828604464" sldId="402"/>
        </pc:sldMkLst>
        <pc:spChg chg="mod">
          <ac:chgData name="Diego Raul Guerrero Anaya" userId="0ce4d9aa-8e9a-49aa-b0f2-d17a32a3775a" providerId="ADAL" clId="{B93415C3-480F-43C7-8153-0DEF1BDC1F50}" dt="2025-09-08T03:49:46.706" v="4105" actId="20577"/>
          <ac:spMkLst>
            <pc:docMk/>
            <pc:sldMk cId="828604464" sldId="402"/>
            <ac:spMk id="5" creationId="{C140042E-A0EF-ECCE-55CF-BE39E14C9465}"/>
          </ac:spMkLst>
        </pc:spChg>
        <pc:spChg chg="mod">
          <ac:chgData name="Diego Raul Guerrero Anaya" userId="0ce4d9aa-8e9a-49aa-b0f2-d17a32a3775a" providerId="ADAL" clId="{B93415C3-480F-43C7-8153-0DEF1BDC1F50}" dt="2025-09-08T03:52:19.814" v="4174" actId="20577"/>
          <ac:spMkLst>
            <pc:docMk/>
            <pc:sldMk cId="828604464" sldId="402"/>
            <ac:spMk id="6" creationId="{4732EA49-5671-0F89-9B2F-F05AF5E88040}"/>
          </ac:spMkLst>
        </pc:spChg>
        <pc:spChg chg="add mod">
          <ac:chgData name="Diego Raul Guerrero Anaya" userId="0ce4d9aa-8e9a-49aa-b0f2-d17a32a3775a" providerId="ADAL" clId="{B93415C3-480F-43C7-8153-0DEF1BDC1F50}" dt="2025-09-30T21:28:04.175" v="5300" actId="20577"/>
          <ac:spMkLst>
            <pc:docMk/>
            <pc:sldMk cId="828604464" sldId="402"/>
            <ac:spMk id="11" creationId="{9FBB5BD0-021C-FAF4-8E1D-EB468A2753D6}"/>
          </ac:spMkLst>
        </pc:spChg>
        <pc:spChg chg="mod">
          <ac:chgData name="Diego Raul Guerrero Anaya" userId="0ce4d9aa-8e9a-49aa-b0f2-d17a32a3775a" providerId="ADAL" clId="{B93415C3-480F-43C7-8153-0DEF1BDC1F50}" dt="2025-09-08T03:50:04.573" v="4108" actId="20577"/>
          <ac:spMkLst>
            <pc:docMk/>
            <pc:sldMk cId="828604464" sldId="402"/>
            <ac:spMk id="12" creationId="{31A77E28-CEAF-10C7-1A25-F8C3FD892C84}"/>
          </ac:spMkLst>
        </pc:spChg>
        <pc:spChg chg="mod">
          <ac:chgData name="Diego Raul Guerrero Anaya" userId="0ce4d9aa-8e9a-49aa-b0f2-d17a32a3775a" providerId="ADAL" clId="{B93415C3-480F-43C7-8153-0DEF1BDC1F50}" dt="2025-09-08T03:50:14.136" v="4113" actId="20577"/>
          <ac:spMkLst>
            <pc:docMk/>
            <pc:sldMk cId="828604464" sldId="402"/>
            <ac:spMk id="15" creationId="{D7019111-A726-DD5A-ECDB-00DE0F61E858}"/>
          </ac:spMkLst>
        </pc:spChg>
        <pc:graphicFrameChg chg="mod">
          <ac:chgData name="Diego Raul Guerrero Anaya" userId="0ce4d9aa-8e9a-49aa-b0f2-d17a32a3775a" providerId="ADAL" clId="{B93415C3-480F-43C7-8153-0DEF1BDC1F50}" dt="2025-09-08T03:50:33.669" v="4118" actId="1076"/>
          <ac:graphicFrameMkLst>
            <pc:docMk/>
            <pc:sldMk cId="828604464" sldId="402"/>
            <ac:graphicFrameMk id="13" creationId="{892C61EB-D0FD-81CB-405C-E14B18A3D449}"/>
          </ac:graphicFrameMkLst>
        </pc:graphicFrameChg>
        <pc:picChg chg="add mod">
          <ac:chgData name="Diego Raul Guerrero Anaya" userId="0ce4d9aa-8e9a-49aa-b0f2-d17a32a3775a" providerId="ADAL" clId="{B93415C3-480F-43C7-8153-0DEF1BDC1F50}" dt="2025-09-08T03:49:02.754" v="4083" actId="14100"/>
          <ac:picMkLst>
            <pc:docMk/>
            <pc:sldMk cId="828604464" sldId="402"/>
            <ac:picMk id="10" creationId="{B3F7140C-63E0-37C8-0A94-6F118E0EDEBE}"/>
          </ac:picMkLst>
        </pc:picChg>
      </pc:sldChg>
      <pc:sldChg chg="addSp delSp modSp add mod">
        <pc:chgData name="Diego Raul Guerrero Anaya" userId="0ce4d9aa-8e9a-49aa-b0f2-d17a32a3775a" providerId="ADAL" clId="{B93415C3-480F-43C7-8153-0DEF1BDC1F50}" dt="2025-09-30T21:28:54.428" v="5301"/>
        <pc:sldMkLst>
          <pc:docMk/>
          <pc:sldMk cId="347162113" sldId="403"/>
        </pc:sldMkLst>
        <pc:spChg chg="mod">
          <ac:chgData name="Diego Raul Guerrero Anaya" userId="0ce4d9aa-8e9a-49aa-b0f2-d17a32a3775a" providerId="ADAL" clId="{B93415C3-480F-43C7-8153-0DEF1BDC1F50}" dt="2025-09-08T03:53:30.759" v="4181"/>
          <ac:spMkLst>
            <pc:docMk/>
            <pc:sldMk cId="347162113" sldId="403"/>
            <ac:spMk id="5" creationId="{7DE13901-D657-7664-E755-67B8BA88BA07}"/>
          </ac:spMkLst>
        </pc:spChg>
        <pc:spChg chg="mod">
          <ac:chgData name="Diego Raul Guerrero Anaya" userId="0ce4d9aa-8e9a-49aa-b0f2-d17a32a3775a" providerId="ADAL" clId="{B93415C3-480F-43C7-8153-0DEF1BDC1F50}" dt="2025-09-08T03:55:21.857" v="4188"/>
          <ac:spMkLst>
            <pc:docMk/>
            <pc:sldMk cId="347162113" sldId="403"/>
            <ac:spMk id="6" creationId="{31A2A7EB-5B89-626B-C9FC-77C9343DA59B}"/>
          </ac:spMkLst>
        </pc:spChg>
        <pc:spChg chg="add mod">
          <ac:chgData name="Diego Raul Guerrero Anaya" userId="0ce4d9aa-8e9a-49aa-b0f2-d17a32a3775a" providerId="ADAL" clId="{B93415C3-480F-43C7-8153-0DEF1BDC1F50}" dt="2025-09-30T21:28:54.428" v="5301"/>
          <ac:spMkLst>
            <pc:docMk/>
            <pc:sldMk cId="347162113" sldId="403"/>
            <ac:spMk id="10" creationId="{F0703492-ADC2-DF00-8FCA-C58010CDC959}"/>
          </ac:spMkLst>
        </pc:spChg>
        <pc:spChg chg="mod">
          <ac:chgData name="Diego Raul Guerrero Anaya" userId="0ce4d9aa-8e9a-49aa-b0f2-d17a32a3775a" providerId="ADAL" clId="{B93415C3-480F-43C7-8153-0DEF1BDC1F50}" dt="2025-09-08T03:57:19.777" v="4192" actId="1076"/>
          <ac:spMkLst>
            <pc:docMk/>
            <pc:sldMk cId="347162113" sldId="403"/>
            <ac:spMk id="12" creationId="{B1D27DB1-DE2C-54DF-CBEC-4E47F007E661}"/>
          </ac:spMkLst>
        </pc:spChg>
        <pc:spChg chg="mod">
          <ac:chgData name="Diego Raul Guerrero Anaya" userId="0ce4d9aa-8e9a-49aa-b0f2-d17a32a3775a" providerId="ADAL" clId="{B93415C3-480F-43C7-8153-0DEF1BDC1F50}" dt="2025-09-08T03:57:31.949" v="4199" actId="20577"/>
          <ac:spMkLst>
            <pc:docMk/>
            <pc:sldMk cId="347162113" sldId="403"/>
            <ac:spMk id="15" creationId="{F779D5D4-49E4-3C64-8A26-9CFAA317A2E7}"/>
          </ac:spMkLst>
        </pc:spChg>
        <pc:graphicFrameChg chg="mod">
          <ac:chgData name="Diego Raul Guerrero Anaya" userId="0ce4d9aa-8e9a-49aa-b0f2-d17a32a3775a" providerId="ADAL" clId="{B93415C3-480F-43C7-8153-0DEF1BDC1F50}" dt="2025-09-08T03:57:54.112" v="4206" actId="1076"/>
          <ac:graphicFrameMkLst>
            <pc:docMk/>
            <pc:sldMk cId="347162113" sldId="403"/>
            <ac:graphicFrameMk id="13" creationId="{6D9F9FF2-40C3-CABE-2A03-A49972342AE2}"/>
          </ac:graphicFrameMkLst>
        </pc:graphicFrameChg>
        <pc:picChg chg="add mod">
          <ac:chgData name="Diego Raul Guerrero Anaya" userId="0ce4d9aa-8e9a-49aa-b0f2-d17a32a3775a" providerId="ADAL" clId="{B93415C3-480F-43C7-8153-0DEF1BDC1F50}" dt="2025-09-08T03:53:14.639" v="4180" actId="14100"/>
          <ac:picMkLst>
            <pc:docMk/>
            <pc:sldMk cId="347162113" sldId="403"/>
            <ac:picMk id="11" creationId="{B9EBD24B-C368-EEF1-75BB-D4F85B5F1295}"/>
          </ac:picMkLst>
        </pc:picChg>
      </pc:sldChg>
      <pc:sldChg chg="addSp delSp modSp add mod">
        <pc:chgData name="Diego Raul Guerrero Anaya" userId="0ce4d9aa-8e9a-49aa-b0f2-d17a32a3775a" providerId="ADAL" clId="{B93415C3-480F-43C7-8153-0DEF1BDC1F50}" dt="2025-09-30T21:29:37.565" v="5305" actId="20577"/>
        <pc:sldMkLst>
          <pc:docMk/>
          <pc:sldMk cId="3198687260" sldId="404"/>
        </pc:sldMkLst>
        <pc:spChg chg="mod">
          <ac:chgData name="Diego Raul Guerrero Anaya" userId="0ce4d9aa-8e9a-49aa-b0f2-d17a32a3775a" providerId="ADAL" clId="{B93415C3-480F-43C7-8153-0DEF1BDC1F50}" dt="2025-09-08T04:07:40.308" v="4317" actId="20577"/>
          <ac:spMkLst>
            <pc:docMk/>
            <pc:sldMk cId="3198687260" sldId="404"/>
            <ac:spMk id="5" creationId="{8862B855-8DB9-5424-471A-C049E587588C}"/>
          </ac:spMkLst>
        </pc:spChg>
        <pc:spChg chg="mod">
          <ac:chgData name="Diego Raul Guerrero Anaya" userId="0ce4d9aa-8e9a-49aa-b0f2-d17a32a3775a" providerId="ADAL" clId="{B93415C3-480F-43C7-8153-0DEF1BDC1F50}" dt="2025-09-08T04:09:17.644" v="4374" actId="20577"/>
          <ac:spMkLst>
            <pc:docMk/>
            <pc:sldMk cId="3198687260" sldId="404"/>
            <ac:spMk id="6" creationId="{6263EAD3-8AA0-391E-EF8C-15D81382C05D}"/>
          </ac:spMkLst>
        </pc:spChg>
        <pc:spChg chg="add mod">
          <ac:chgData name="Diego Raul Guerrero Anaya" userId="0ce4d9aa-8e9a-49aa-b0f2-d17a32a3775a" providerId="ADAL" clId="{B93415C3-480F-43C7-8153-0DEF1BDC1F50}" dt="2025-09-30T21:29:37.565" v="5305" actId="20577"/>
          <ac:spMkLst>
            <pc:docMk/>
            <pc:sldMk cId="3198687260" sldId="404"/>
            <ac:spMk id="11" creationId="{A70064C9-27BC-3CAA-B9C4-6AA52C888D88}"/>
          </ac:spMkLst>
        </pc:spChg>
        <pc:spChg chg="mod">
          <ac:chgData name="Diego Raul Guerrero Anaya" userId="0ce4d9aa-8e9a-49aa-b0f2-d17a32a3775a" providerId="ADAL" clId="{B93415C3-480F-43C7-8153-0DEF1BDC1F50}" dt="2025-09-08T04:12:41.551" v="4452" actId="20577"/>
          <ac:spMkLst>
            <pc:docMk/>
            <pc:sldMk cId="3198687260" sldId="404"/>
            <ac:spMk id="12" creationId="{7C7EFB8F-2C2A-6CB1-21A3-987B0F89DB4A}"/>
          </ac:spMkLst>
        </pc:spChg>
        <pc:spChg chg="mod">
          <ac:chgData name="Diego Raul Guerrero Anaya" userId="0ce4d9aa-8e9a-49aa-b0f2-d17a32a3775a" providerId="ADAL" clId="{B93415C3-480F-43C7-8153-0DEF1BDC1F50}" dt="2025-09-08T04:09:40.693" v="4380" actId="20577"/>
          <ac:spMkLst>
            <pc:docMk/>
            <pc:sldMk cId="3198687260" sldId="404"/>
            <ac:spMk id="15" creationId="{804E7160-4379-F7E3-E01C-54CA57DCD441}"/>
          </ac:spMkLst>
        </pc:spChg>
        <pc:graphicFrameChg chg="mod">
          <ac:chgData name="Diego Raul Guerrero Anaya" userId="0ce4d9aa-8e9a-49aa-b0f2-d17a32a3775a" providerId="ADAL" clId="{B93415C3-480F-43C7-8153-0DEF1BDC1F50}" dt="2025-09-08T04:09:54.961" v="4385" actId="1076"/>
          <ac:graphicFrameMkLst>
            <pc:docMk/>
            <pc:sldMk cId="3198687260" sldId="404"/>
            <ac:graphicFrameMk id="13" creationId="{080DD712-B8A1-0C85-1950-CCA029C203C2}"/>
          </ac:graphicFrameMkLst>
        </pc:graphicFrameChg>
        <pc:picChg chg="add mod">
          <ac:chgData name="Diego Raul Guerrero Anaya" userId="0ce4d9aa-8e9a-49aa-b0f2-d17a32a3775a" providerId="ADAL" clId="{B93415C3-480F-43C7-8153-0DEF1BDC1F50}" dt="2025-09-08T04:00:31.486" v="4215" actId="1076"/>
          <ac:picMkLst>
            <pc:docMk/>
            <pc:sldMk cId="3198687260" sldId="404"/>
            <ac:picMk id="10" creationId="{B725D75F-6F59-35AB-C9E0-8CB129C4B951}"/>
          </ac:picMkLst>
        </pc:picChg>
      </pc:sldChg>
      <pc:sldChg chg="addSp delSp modSp add mod ord">
        <pc:chgData name="Diego Raul Guerrero Anaya" userId="0ce4d9aa-8e9a-49aa-b0f2-d17a32a3775a" providerId="ADAL" clId="{B93415C3-480F-43C7-8153-0DEF1BDC1F50}" dt="2025-09-30T21:30:34.170" v="5306"/>
        <pc:sldMkLst>
          <pc:docMk/>
          <pc:sldMk cId="216708995" sldId="405"/>
        </pc:sldMkLst>
        <pc:spChg chg="mod">
          <ac:chgData name="Diego Raul Guerrero Anaya" userId="0ce4d9aa-8e9a-49aa-b0f2-d17a32a3775a" providerId="ADAL" clId="{B93415C3-480F-43C7-8153-0DEF1BDC1F50}" dt="2025-09-08T04:10:19.892" v="4389"/>
          <ac:spMkLst>
            <pc:docMk/>
            <pc:sldMk cId="216708995" sldId="405"/>
            <ac:spMk id="5" creationId="{5FA0C82A-0F7D-C4E5-19AF-8540CA3204D5}"/>
          </ac:spMkLst>
        </pc:spChg>
        <pc:spChg chg="mod">
          <ac:chgData name="Diego Raul Guerrero Anaya" userId="0ce4d9aa-8e9a-49aa-b0f2-d17a32a3775a" providerId="ADAL" clId="{B93415C3-480F-43C7-8153-0DEF1BDC1F50}" dt="2025-09-08T04:12:12.534" v="4450" actId="20577"/>
          <ac:spMkLst>
            <pc:docMk/>
            <pc:sldMk cId="216708995" sldId="405"/>
            <ac:spMk id="6" creationId="{47185867-75C8-C52E-E74A-5CEE6C44AD08}"/>
          </ac:spMkLst>
        </pc:spChg>
        <pc:spChg chg="add mod">
          <ac:chgData name="Diego Raul Guerrero Anaya" userId="0ce4d9aa-8e9a-49aa-b0f2-d17a32a3775a" providerId="ADAL" clId="{B93415C3-480F-43C7-8153-0DEF1BDC1F50}" dt="2025-09-30T21:30:34.170" v="5306"/>
          <ac:spMkLst>
            <pc:docMk/>
            <pc:sldMk cId="216708995" sldId="405"/>
            <ac:spMk id="11" creationId="{B649621C-2011-89DF-7659-67C6DFA849B5}"/>
          </ac:spMkLst>
        </pc:spChg>
        <pc:spChg chg="mod">
          <ac:chgData name="Diego Raul Guerrero Anaya" userId="0ce4d9aa-8e9a-49aa-b0f2-d17a32a3775a" providerId="ADAL" clId="{B93415C3-480F-43C7-8153-0DEF1BDC1F50}" dt="2025-09-08T04:13:07.586" v="4455" actId="20577"/>
          <ac:spMkLst>
            <pc:docMk/>
            <pc:sldMk cId="216708995" sldId="405"/>
            <ac:spMk id="12" creationId="{BE312ABD-9149-9261-D921-54500770BC53}"/>
          </ac:spMkLst>
        </pc:spChg>
        <pc:picChg chg="add mod">
          <ac:chgData name="Diego Raul Guerrero Anaya" userId="0ce4d9aa-8e9a-49aa-b0f2-d17a32a3775a" providerId="ADAL" clId="{B93415C3-480F-43C7-8153-0DEF1BDC1F50}" dt="2025-09-08T04:10:46.266" v="4393" actId="1076"/>
          <ac:picMkLst>
            <pc:docMk/>
            <pc:sldMk cId="216708995" sldId="405"/>
            <ac:picMk id="10" creationId="{965263C2-D46C-8B5A-DF9E-DDAF43435CBE}"/>
          </ac:picMkLst>
        </pc:picChg>
      </pc:sldChg>
      <pc:sldChg chg="addSp delSp modSp add mod">
        <pc:chgData name="Diego Raul Guerrero Anaya" userId="0ce4d9aa-8e9a-49aa-b0f2-d17a32a3775a" providerId="ADAL" clId="{B93415C3-480F-43C7-8153-0DEF1BDC1F50}" dt="2025-09-30T21:31:20.590" v="5307"/>
        <pc:sldMkLst>
          <pc:docMk/>
          <pc:sldMk cId="4170009258" sldId="406"/>
        </pc:sldMkLst>
        <pc:spChg chg="mod">
          <ac:chgData name="Diego Raul Guerrero Anaya" userId="0ce4d9aa-8e9a-49aa-b0f2-d17a32a3775a" providerId="ADAL" clId="{B93415C3-480F-43C7-8153-0DEF1BDC1F50}" dt="2025-09-08T04:13:34.077" v="4458" actId="20577"/>
          <ac:spMkLst>
            <pc:docMk/>
            <pc:sldMk cId="4170009258" sldId="406"/>
            <ac:spMk id="5" creationId="{6C2EEED9-A0F0-0910-962C-913D132E01D9}"/>
          </ac:spMkLst>
        </pc:spChg>
        <pc:spChg chg="mod">
          <ac:chgData name="Diego Raul Guerrero Anaya" userId="0ce4d9aa-8e9a-49aa-b0f2-d17a32a3775a" providerId="ADAL" clId="{B93415C3-480F-43C7-8153-0DEF1BDC1F50}" dt="2025-09-08T04:15:41.790" v="4503" actId="20577"/>
          <ac:spMkLst>
            <pc:docMk/>
            <pc:sldMk cId="4170009258" sldId="406"/>
            <ac:spMk id="6" creationId="{F0BD8DF5-7D11-DE5A-6D90-2B84CD1B0E96}"/>
          </ac:spMkLst>
        </pc:spChg>
        <pc:spChg chg="add mod">
          <ac:chgData name="Diego Raul Guerrero Anaya" userId="0ce4d9aa-8e9a-49aa-b0f2-d17a32a3775a" providerId="ADAL" clId="{B93415C3-480F-43C7-8153-0DEF1BDC1F50}" dt="2025-09-30T21:31:20.590" v="5307"/>
          <ac:spMkLst>
            <pc:docMk/>
            <pc:sldMk cId="4170009258" sldId="406"/>
            <ac:spMk id="10" creationId="{C2B0C315-A61B-244A-1F01-7DC0EFEA0C31}"/>
          </ac:spMkLst>
        </pc:spChg>
        <pc:spChg chg="mod">
          <ac:chgData name="Diego Raul Guerrero Anaya" userId="0ce4d9aa-8e9a-49aa-b0f2-d17a32a3775a" providerId="ADAL" clId="{B93415C3-480F-43C7-8153-0DEF1BDC1F50}" dt="2025-09-08T04:16:47.097" v="4519" actId="20577"/>
          <ac:spMkLst>
            <pc:docMk/>
            <pc:sldMk cId="4170009258" sldId="406"/>
            <ac:spMk id="12" creationId="{36C284DE-F043-C79F-7596-5D00073F5DE9}"/>
          </ac:spMkLst>
        </pc:spChg>
        <pc:spChg chg="mod">
          <ac:chgData name="Diego Raul Guerrero Anaya" userId="0ce4d9aa-8e9a-49aa-b0f2-d17a32a3775a" providerId="ADAL" clId="{B93415C3-480F-43C7-8153-0DEF1BDC1F50}" dt="2025-09-08T04:16:05.199" v="4509" actId="20577"/>
          <ac:spMkLst>
            <pc:docMk/>
            <pc:sldMk cId="4170009258" sldId="406"/>
            <ac:spMk id="15" creationId="{C8847A8F-A68C-B8A7-85CE-6FF0D2762541}"/>
          </ac:spMkLst>
        </pc:spChg>
        <pc:graphicFrameChg chg="mod">
          <ac:chgData name="Diego Raul Guerrero Anaya" userId="0ce4d9aa-8e9a-49aa-b0f2-d17a32a3775a" providerId="ADAL" clId="{B93415C3-480F-43C7-8153-0DEF1BDC1F50}" dt="2025-09-08T04:16:24.060" v="4516" actId="1076"/>
          <ac:graphicFrameMkLst>
            <pc:docMk/>
            <pc:sldMk cId="4170009258" sldId="406"/>
            <ac:graphicFrameMk id="13" creationId="{1674A80C-3A3B-825E-5569-2720CB1E27E5}"/>
          </ac:graphicFrameMkLst>
        </pc:graphicFrameChg>
        <pc:picChg chg="add mod">
          <ac:chgData name="Diego Raul Guerrero Anaya" userId="0ce4d9aa-8e9a-49aa-b0f2-d17a32a3775a" providerId="ADAL" clId="{B93415C3-480F-43C7-8153-0DEF1BDC1F50}" dt="2025-09-08T04:14:03.603" v="4463" actId="14100"/>
          <ac:picMkLst>
            <pc:docMk/>
            <pc:sldMk cId="4170009258" sldId="406"/>
            <ac:picMk id="11" creationId="{2C75C0D5-B959-E30E-2C37-AD17DE72742F}"/>
          </ac:picMkLst>
        </pc:picChg>
      </pc:sldChg>
      <pc:sldChg chg="addSp delSp modSp add mod ord">
        <pc:chgData name="Diego Raul Guerrero Anaya" userId="0ce4d9aa-8e9a-49aa-b0f2-d17a32a3775a" providerId="ADAL" clId="{B93415C3-480F-43C7-8153-0DEF1BDC1F50}" dt="2025-09-30T21:31:48.954" v="5308"/>
        <pc:sldMkLst>
          <pc:docMk/>
          <pc:sldMk cId="1298758690" sldId="407"/>
        </pc:sldMkLst>
        <pc:spChg chg="mod">
          <ac:chgData name="Diego Raul Guerrero Anaya" userId="0ce4d9aa-8e9a-49aa-b0f2-d17a32a3775a" providerId="ADAL" clId="{B93415C3-480F-43C7-8153-0DEF1BDC1F50}" dt="2025-09-08T04:18:31.388" v="4540" actId="20577"/>
          <ac:spMkLst>
            <pc:docMk/>
            <pc:sldMk cId="1298758690" sldId="407"/>
            <ac:spMk id="3" creationId="{30A563E3-9734-79FD-4F73-FB34E325C091}"/>
          </ac:spMkLst>
        </pc:spChg>
        <pc:spChg chg="mod">
          <ac:chgData name="Diego Raul Guerrero Anaya" userId="0ce4d9aa-8e9a-49aa-b0f2-d17a32a3775a" providerId="ADAL" clId="{B93415C3-480F-43C7-8153-0DEF1BDC1F50}" dt="2025-09-08T04:18:25.813" v="4530" actId="20577"/>
          <ac:spMkLst>
            <pc:docMk/>
            <pc:sldMk cId="1298758690" sldId="407"/>
            <ac:spMk id="5" creationId="{207322D6-3FB0-74C6-A89A-8BCF47EC9D6C}"/>
          </ac:spMkLst>
        </pc:spChg>
        <pc:spChg chg="mod">
          <ac:chgData name="Diego Raul Guerrero Anaya" userId="0ce4d9aa-8e9a-49aa-b0f2-d17a32a3775a" providerId="ADAL" clId="{B93415C3-480F-43C7-8153-0DEF1BDC1F50}" dt="2025-09-08T04:22:48.487" v="4602" actId="20577"/>
          <ac:spMkLst>
            <pc:docMk/>
            <pc:sldMk cId="1298758690" sldId="407"/>
            <ac:spMk id="6" creationId="{315407E2-3414-47A0-E5BC-121BF2A385BB}"/>
          </ac:spMkLst>
        </pc:spChg>
        <pc:spChg chg="add mod">
          <ac:chgData name="Diego Raul Guerrero Anaya" userId="0ce4d9aa-8e9a-49aa-b0f2-d17a32a3775a" providerId="ADAL" clId="{B93415C3-480F-43C7-8153-0DEF1BDC1F50}" dt="2025-09-30T21:31:48.954" v="5308"/>
          <ac:spMkLst>
            <pc:docMk/>
            <pc:sldMk cId="1298758690" sldId="407"/>
            <ac:spMk id="10" creationId="{A3FA1B16-0A21-1E31-0024-CE52AA80BF81}"/>
          </ac:spMkLst>
        </pc:spChg>
        <pc:spChg chg="mod">
          <ac:chgData name="Diego Raul Guerrero Anaya" userId="0ce4d9aa-8e9a-49aa-b0f2-d17a32a3775a" providerId="ADAL" clId="{B93415C3-480F-43C7-8153-0DEF1BDC1F50}" dt="2025-09-08T04:18:45.635" v="4543" actId="20577"/>
          <ac:spMkLst>
            <pc:docMk/>
            <pc:sldMk cId="1298758690" sldId="407"/>
            <ac:spMk id="12" creationId="{77D61BF5-2F75-B854-A556-E88E1C72EA7A}"/>
          </ac:spMkLst>
        </pc:spChg>
        <pc:spChg chg="mod">
          <ac:chgData name="Diego Raul Guerrero Anaya" userId="0ce4d9aa-8e9a-49aa-b0f2-d17a32a3775a" providerId="ADAL" clId="{B93415C3-480F-43C7-8153-0DEF1BDC1F50}" dt="2025-09-08T04:23:09.662" v="4611" actId="20577"/>
          <ac:spMkLst>
            <pc:docMk/>
            <pc:sldMk cId="1298758690" sldId="407"/>
            <ac:spMk id="15" creationId="{063DC8DC-6233-F8D7-E341-A932177A8D8F}"/>
          </ac:spMkLst>
        </pc:spChg>
        <pc:graphicFrameChg chg="mod">
          <ac:chgData name="Diego Raul Guerrero Anaya" userId="0ce4d9aa-8e9a-49aa-b0f2-d17a32a3775a" providerId="ADAL" clId="{B93415C3-480F-43C7-8153-0DEF1BDC1F50}" dt="2025-09-08T04:23:14.581" v="4612" actId="1076"/>
          <ac:graphicFrameMkLst>
            <pc:docMk/>
            <pc:sldMk cId="1298758690" sldId="407"/>
            <ac:graphicFrameMk id="13" creationId="{C8A37023-8678-59D1-C1FA-70FE1921653C}"/>
          </ac:graphicFrameMkLst>
        </pc:graphicFrameChg>
        <pc:picChg chg="add mod">
          <ac:chgData name="Diego Raul Guerrero Anaya" userId="0ce4d9aa-8e9a-49aa-b0f2-d17a32a3775a" providerId="ADAL" clId="{B93415C3-480F-43C7-8153-0DEF1BDC1F50}" dt="2025-09-08T04:19:12.941" v="4547" actId="1076"/>
          <ac:picMkLst>
            <pc:docMk/>
            <pc:sldMk cId="1298758690" sldId="407"/>
            <ac:picMk id="11" creationId="{866D0F74-FBB7-2559-B311-1A133ADC524F}"/>
          </ac:picMkLst>
        </pc:picChg>
      </pc:sldChg>
      <pc:sldChg chg="addSp delSp modSp add mod">
        <pc:chgData name="Diego Raul Guerrero Anaya" userId="0ce4d9aa-8e9a-49aa-b0f2-d17a32a3775a" providerId="ADAL" clId="{B93415C3-480F-43C7-8153-0DEF1BDC1F50}" dt="2025-09-30T21:31:59.550" v="5309"/>
        <pc:sldMkLst>
          <pc:docMk/>
          <pc:sldMk cId="1845424502" sldId="408"/>
        </pc:sldMkLst>
        <pc:spChg chg="mod">
          <ac:chgData name="Diego Raul Guerrero Anaya" userId="0ce4d9aa-8e9a-49aa-b0f2-d17a32a3775a" providerId="ADAL" clId="{B93415C3-480F-43C7-8153-0DEF1BDC1F50}" dt="2025-09-08T04:23:40.139" v="4615" actId="20577"/>
          <ac:spMkLst>
            <pc:docMk/>
            <pc:sldMk cId="1845424502" sldId="408"/>
            <ac:spMk id="5" creationId="{1EA43104-168F-351F-3270-5E965B2E122E}"/>
          </ac:spMkLst>
        </pc:spChg>
        <pc:spChg chg="mod">
          <ac:chgData name="Diego Raul Guerrero Anaya" userId="0ce4d9aa-8e9a-49aa-b0f2-d17a32a3775a" providerId="ADAL" clId="{B93415C3-480F-43C7-8153-0DEF1BDC1F50}" dt="2025-09-08T04:24:51.899" v="4625" actId="20577"/>
          <ac:spMkLst>
            <pc:docMk/>
            <pc:sldMk cId="1845424502" sldId="408"/>
            <ac:spMk id="6" creationId="{02A8EC0E-EDEA-90B6-484A-7EC8600ECCE3}"/>
          </ac:spMkLst>
        </pc:spChg>
        <pc:spChg chg="add mod">
          <ac:chgData name="Diego Raul Guerrero Anaya" userId="0ce4d9aa-8e9a-49aa-b0f2-d17a32a3775a" providerId="ADAL" clId="{B93415C3-480F-43C7-8153-0DEF1BDC1F50}" dt="2025-09-30T21:31:59.550" v="5309"/>
          <ac:spMkLst>
            <pc:docMk/>
            <pc:sldMk cId="1845424502" sldId="408"/>
            <ac:spMk id="11" creationId="{00DA7239-DB5C-5D77-9795-6C25BAFDB335}"/>
          </ac:spMkLst>
        </pc:spChg>
        <pc:spChg chg="mod">
          <ac:chgData name="Diego Raul Guerrero Anaya" userId="0ce4d9aa-8e9a-49aa-b0f2-d17a32a3775a" providerId="ADAL" clId="{B93415C3-480F-43C7-8153-0DEF1BDC1F50}" dt="2025-09-08T04:31:15.928" v="4649" actId="20577"/>
          <ac:spMkLst>
            <pc:docMk/>
            <pc:sldMk cId="1845424502" sldId="408"/>
            <ac:spMk id="12" creationId="{7A9276AC-2A14-884D-60CA-A3B987D340D4}"/>
          </ac:spMkLst>
        </pc:spChg>
        <pc:spChg chg="mod">
          <ac:chgData name="Diego Raul Guerrero Anaya" userId="0ce4d9aa-8e9a-49aa-b0f2-d17a32a3775a" providerId="ADAL" clId="{B93415C3-480F-43C7-8153-0DEF1BDC1F50}" dt="2025-09-08T04:27:49.028" v="4628" actId="20577"/>
          <ac:spMkLst>
            <pc:docMk/>
            <pc:sldMk cId="1845424502" sldId="408"/>
            <ac:spMk id="15" creationId="{613D89CB-F001-9C62-37EF-3F137CB3F9F3}"/>
          </ac:spMkLst>
        </pc:spChg>
        <pc:graphicFrameChg chg="mod">
          <ac:chgData name="Diego Raul Guerrero Anaya" userId="0ce4d9aa-8e9a-49aa-b0f2-d17a32a3775a" providerId="ADAL" clId="{B93415C3-480F-43C7-8153-0DEF1BDC1F50}" dt="2025-09-08T04:28:23.850" v="4633" actId="1076"/>
          <ac:graphicFrameMkLst>
            <pc:docMk/>
            <pc:sldMk cId="1845424502" sldId="408"/>
            <ac:graphicFrameMk id="13" creationId="{F93787BD-7C97-4CBF-2816-C29311481F97}"/>
          </ac:graphicFrameMkLst>
        </pc:graphicFrameChg>
        <pc:picChg chg="add mod">
          <ac:chgData name="Diego Raul Guerrero Anaya" userId="0ce4d9aa-8e9a-49aa-b0f2-d17a32a3775a" providerId="ADAL" clId="{B93415C3-480F-43C7-8153-0DEF1BDC1F50}" dt="2025-09-08T04:24:38.638" v="4623" actId="1076"/>
          <ac:picMkLst>
            <pc:docMk/>
            <pc:sldMk cId="1845424502" sldId="408"/>
            <ac:picMk id="10" creationId="{38B4DD47-DC30-8F05-680D-790EC3A2235C}"/>
          </ac:picMkLst>
        </pc:picChg>
      </pc:sldChg>
      <pc:sldChg chg="addSp delSp modSp add del mod">
        <pc:chgData name="Diego Raul Guerrero Anaya" userId="0ce4d9aa-8e9a-49aa-b0f2-d17a32a3775a" providerId="ADAL" clId="{B93415C3-480F-43C7-8153-0DEF1BDC1F50}" dt="2025-09-08T04:35:24.162" v="4666" actId="2696"/>
        <pc:sldMkLst>
          <pc:docMk/>
          <pc:sldMk cId="1302251446" sldId="409"/>
        </pc:sldMkLst>
      </pc:sldChg>
      <pc:sldChg chg="addSp delSp modSp add mod ord">
        <pc:chgData name="Diego Raul Guerrero Anaya" userId="0ce4d9aa-8e9a-49aa-b0f2-d17a32a3775a" providerId="ADAL" clId="{B93415C3-480F-43C7-8153-0DEF1BDC1F50}" dt="2025-09-08T04:36:04.082" v="4671" actId="14100"/>
        <pc:sldMkLst>
          <pc:docMk/>
          <pc:sldMk cId="2645020248" sldId="410"/>
        </pc:sldMkLst>
        <pc:spChg chg="add mod">
          <ac:chgData name="Diego Raul Guerrero Anaya" userId="0ce4d9aa-8e9a-49aa-b0f2-d17a32a3775a" providerId="ADAL" clId="{B93415C3-480F-43C7-8153-0DEF1BDC1F50}" dt="2025-09-08T04:36:04.082" v="4671" actId="14100"/>
          <ac:spMkLst>
            <pc:docMk/>
            <pc:sldMk cId="2645020248" sldId="410"/>
            <ac:spMk id="2" creationId="{75DA91C8-9319-F106-2885-68A1AA29AD5F}"/>
          </ac:spMkLst>
        </pc:spChg>
        <pc:spChg chg="mod">
          <ac:chgData name="Diego Raul Guerrero Anaya" userId="0ce4d9aa-8e9a-49aa-b0f2-d17a32a3775a" providerId="ADAL" clId="{B93415C3-480F-43C7-8153-0DEF1BDC1F50}" dt="2025-09-08T04:35:16.080" v="4665"/>
          <ac:spMkLst>
            <pc:docMk/>
            <pc:sldMk cId="2645020248" sldId="410"/>
            <ac:spMk id="3" creationId="{8EEB9EDD-D329-F32F-4CD8-8E3298AE5024}"/>
          </ac:spMkLst>
        </pc:spChg>
        <pc:spChg chg="mod">
          <ac:chgData name="Diego Raul Guerrero Anaya" userId="0ce4d9aa-8e9a-49aa-b0f2-d17a32a3775a" providerId="ADAL" clId="{B93415C3-480F-43C7-8153-0DEF1BDC1F50}" dt="2025-09-08T04:35:56.863" v="4669" actId="20577"/>
          <ac:spMkLst>
            <pc:docMk/>
            <pc:sldMk cId="2645020248" sldId="410"/>
            <ac:spMk id="5" creationId="{FED58224-4D31-A7A9-A495-C486C9058F4C}"/>
          </ac:spMkLst>
        </pc:spChg>
      </pc:sldChg>
      <pc:sldChg chg="addSp delSp modSp add mod ord">
        <pc:chgData name="Diego Raul Guerrero Anaya" userId="0ce4d9aa-8e9a-49aa-b0f2-d17a32a3775a" providerId="ADAL" clId="{B93415C3-480F-43C7-8153-0DEF1BDC1F50}" dt="2025-09-30T21:32:07.743" v="5310"/>
        <pc:sldMkLst>
          <pc:docMk/>
          <pc:sldMk cId="2228262104" sldId="411"/>
        </pc:sldMkLst>
        <pc:spChg chg="mod">
          <ac:chgData name="Diego Raul Guerrero Anaya" userId="0ce4d9aa-8e9a-49aa-b0f2-d17a32a3775a" providerId="ADAL" clId="{B93415C3-480F-43C7-8153-0DEF1BDC1F50}" dt="2025-09-08T04:45:38.820" v="4857" actId="20577"/>
          <ac:spMkLst>
            <pc:docMk/>
            <pc:sldMk cId="2228262104" sldId="411"/>
            <ac:spMk id="3" creationId="{271FE247-D1FE-4D73-C83B-BBAE78E933DD}"/>
          </ac:spMkLst>
        </pc:spChg>
        <pc:spChg chg="mod">
          <ac:chgData name="Diego Raul Guerrero Anaya" userId="0ce4d9aa-8e9a-49aa-b0f2-d17a32a3775a" providerId="ADAL" clId="{B93415C3-480F-43C7-8153-0DEF1BDC1F50}" dt="2025-09-08T04:45:33.796" v="4847" actId="20577"/>
          <ac:spMkLst>
            <pc:docMk/>
            <pc:sldMk cId="2228262104" sldId="411"/>
            <ac:spMk id="5" creationId="{46CBD92E-A949-0242-F7FD-C511C3A57149}"/>
          </ac:spMkLst>
        </pc:spChg>
        <pc:spChg chg="mod">
          <ac:chgData name="Diego Raul Guerrero Anaya" userId="0ce4d9aa-8e9a-49aa-b0f2-d17a32a3775a" providerId="ADAL" clId="{B93415C3-480F-43C7-8153-0DEF1BDC1F50}" dt="2025-09-08T04:42:31.554" v="4814" actId="108"/>
          <ac:spMkLst>
            <pc:docMk/>
            <pc:sldMk cId="2228262104" sldId="411"/>
            <ac:spMk id="6" creationId="{3CCFB2B9-6E76-0DBD-7A7F-5AD879EE6145}"/>
          </ac:spMkLst>
        </pc:spChg>
        <pc:spChg chg="add mod">
          <ac:chgData name="Diego Raul Guerrero Anaya" userId="0ce4d9aa-8e9a-49aa-b0f2-d17a32a3775a" providerId="ADAL" clId="{B93415C3-480F-43C7-8153-0DEF1BDC1F50}" dt="2025-09-30T21:32:07.743" v="5310"/>
          <ac:spMkLst>
            <pc:docMk/>
            <pc:sldMk cId="2228262104" sldId="411"/>
            <ac:spMk id="11" creationId="{70EBB6D3-07AE-A316-BC26-BED61FF9A901}"/>
          </ac:spMkLst>
        </pc:spChg>
        <pc:spChg chg="mod">
          <ac:chgData name="Diego Raul Guerrero Anaya" userId="0ce4d9aa-8e9a-49aa-b0f2-d17a32a3775a" providerId="ADAL" clId="{B93415C3-480F-43C7-8153-0DEF1BDC1F50}" dt="2025-09-08T04:42:46.913" v="4815" actId="1076"/>
          <ac:spMkLst>
            <pc:docMk/>
            <pc:sldMk cId="2228262104" sldId="411"/>
            <ac:spMk id="12" creationId="{F4792EFA-E5AC-3050-4EA5-BE9CB8215FA8}"/>
          </ac:spMkLst>
        </pc:spChg>
        <pc:spChg chg="mod">
          <ac:chgData name="Diego Raul Guerrero Anaya" userId="0ce4d9aa-8e9a-49aa-b0f2-d17a32a3775a" providerId="ADAL" clId="{B93415C3-480F-43C7-8153-0DEF1BDC1F50}" dt="2025-09-08T04:39:38.407" v="4684" actId="20577"/>
          <ac:spMkLst>
            <pc:docMk/>
            <pc:sldMk cId="2228262104" sldId="411"/>
            <ac:spMk id="15" creationId="{3B7B6D14-94D6-5379-7AA9-CF95844A0ACA}"/>
          </ac:spMkLst>
        </pc:spChg>
        <pc:graphicFrameChg chg="mod">
          <ac:chgData name="Diego Raul Guerrero Anaya" userId="0ce4d9aa-8e9a-49aa-b0f2-d17a32a3775a" providerId="ADAL" clId="{B93415C3-480F-43C7-8153-0DEF1BDC1F50}" dt="2025-09-08T04:39:54.081" v="4689" actId="1076"/>
          <ac:graphicFrameMkLst>
            <pc:docMk/>
            <pc:sldMk cId="2228262104" sldId="411"/>
            <ac:graphicFrameMk id="13" creationId="{39942DFA-D888-B341-F83B-5665567AB459}"/>
          </ac:graphicFrameMkLst>
        </pc:graphicFrameChg>
        <pc:picChg chg="add mod">
          <ac:chgData name="Diego Raul Guerrero Anaya" userId="0ce4d9aa-8e9a-49aa-b0f2-d17a32a3775a" providerId="ADAL" clId="{B93415C3-480F-43C7-8153-0DEF1BDC1F50}" dt="2025-09-08T04:39:14.194" v="4678" actId="1076"/>
          <ac:picMkLst>
            <pc:docMk/>
            <pc:sldMk cId="2228262104" sldId="411"/>
            <ac:picMk id="10" creationId="{FAB6EC19-7458-8161-42EA-AB3E4657FAA5}"/>
          </ac:picMkLst>
        </pc:picChg>
      </pc:sldChg>
      <pc:sldChg chg="modSp add mod ord">
        <pc:chgData name="Diego Raul Guerrero Anaya" userId="0ce4d9aa-8e9a-49aa-b0f2-d17a32a3775a" providerId="ADAL" clId="{B93415C3-480F-43C7-8153-0DEF1BDC1F50}" dt="2025-09-08T04:47:11.768" v="4867" actId="20577"/>
        <pc:sldMkLst>
          <pc:docMk/>
          <pc:sldMk cId="3532310158" sldId="412"/>
        </pc:sldMkLst>
        <pc:spChg chg="mod">
          <ac:chgData name="Diego Raul Guerrero Anaya" userId="0ce4d9aa-8e9a-49aa-b0f2-d17a32a3775a" providerId="ADAL" clId="{B93415C3-480F-43C7-8153-0DEF1BDC1F50}" dt="2025-09-08T04:45:58.674" v="4859" actId="20577"/>
          <ac:spMkLst>
            <pc:docMk/>
            <pc:sldMk cId="3532310158" sldId="412"/>
            <ac:spMk id="3" creationId="{E83D5376-D36F-3174-5AC7-0BD43D75B942}"/>
          </ac:spMkLst>
        </pc:spChg>
        <pc:spChg chg="mod">
          <ac:chgData name="Diego Raul Guerrero Anaya" userId="0ce4d9aa-8e9a-49aa-b0f2-d17a32a3775a" providerId="ADAL" clId="{B93415C3-480F-43C7-8153-0DEF1BDC1F50}" dt="2025-09-08T04:46:47.779" v="4860"/>
          <ac:spMkLst>
            <pc:docMk/>
            <pc:sldMk cId="3532310158" sldId="412"/>
            <ac:spMk id="5" creationId="{3D5A9EAD-7253-4B37-B311-4C50194A057C}"/>
          </ac:spMkLst>
        </pc:spChg>
        <pc:spChg chg="mod">
          <ac:chgData name="Diego Raul Guerrero Anaya" userId="0ce4d9aa-8e9a-49aa-b0f2-d17a32a3775a" providerId="ADAL" clId="{B93415C3-480F-43C7-8153-0DEF1BDC1F50}" dt="2025-09-08T04:47:11.768" v="4867" actId="20577"/>
          <ac:spMkLst>
            <pc:docMk/>
            <pc:sldMk cId="3532310158" sldId="412"/>
            <ac:spMk id="7" creationId="{4A630D66-D309-B86F-A64A-E69B37EC8BD2}"/>
          </ac:spMkLst>
        </pc:spChg>
      </pc:sldChg>
    </pc:docChg>
  </pc:docChgLst>
  <pc:docChgLst>
    <pc:chgData name="Diego Raul Guerrero Anaya" userId="0ce4d9aa-8e9a-49aa-b0f2-d17a32a3775a" providerId="ADAL" clId="{5662A781-BFEB-4167-BC8B-6C14CC8AF6A3}"/>
    <pc:docChg chg="undo custSel addSld delSld modSld sldOrd modSection">
      <pc:chgData name="Diego Raul Guerrero Anaya" userId="0ce4d9aa-8e9a-49aa-b0f2-d17a32a3775a" providerId="ADAL" clId="{5662A781-BFEB-4167-BC8B-6C14CC8AF6A3}" dt="2025-04-30T20:03:46.676" v="4372" actId="14100"/>
      <pc:docMkLst>
        <pc:docMk/>
      </pc:docMkLst>
      <pc:sldChg chg="addSp delSp modSp mod">
        <pc:chgData name="Diego Raul Guerrero Anaya" userId="0ce4d9aa-8e9a-49aa-b0f2-d17a32a3775a" providerId="ADAL" clId="{5662A781-BFEB-4167-BC8B-6C14CC8AF6A3}" dt="2025-04-30T19:19:29.384" v="3420" actId="1076"/>
        <pc:sldMkLst>
          <pc:docMk/>
          <pc:sldMk cId="342973568" sldId="257"/>
        </pc:sldMkLst>
      </pc:sldChg>
      <pc:sldChg chg="addSp delSp modSp mod">
        <pc:chgData name="Diego Raul Guerrero Anaya" userId="0ce4d9aa-8e9a-49aa-b0f2-d17a32a3775a" providerId="ADAL" clId="{5662A781-BFEB-4167-BC8B-6C14CC8AF6A3}" dt="2025-04-30T18:29:09.915" v="2149" actId="14100"/>
        <pc:sldMkLst>
          <pc:docMk/>
          <pc:sldMk cId="318633944" sldId="261"/>
        </pc:sldMkLst>
      </pc:sldChg>
      <pc:sldChg chg="addSp modSp mod">
        <pc:chgData name="Diego Raul Guerrero Anaya" userId="0ce4d9aa-8e9a-49aa-b0f2-d17a32a3775a" providerId="ADAL" clId="{5662A781-BFEB-4167-BC8B-6C14CC8AF6A3}" dt="2025-04-30T09:34:09.483" v="49" actId="20577"/>
        <pc:sldMkLst>
          <pc:docMk/>
          <pc:sldMk cId="1408814012" sldId="276"/>
        </pc:sldMkLst>
      </pc:sldChg>
      <pc:sldChg chg="addSp delSp modSp mod">
        <pc:chgData name="Diego Raul Guerrero Anaya" userId="0ce4d9aa-8e9a-49aa-b0f2-d17a32a3775a" providerId="ADAL" clId="{5662A781-BFEB-4167-BC8B-6C14CC8AF6A3}" dt="2025-04-30T18:16:13.399" v="1840" actId="20577"/>
        <pc:sldMkLst>
          <pc:docMk/>
          <pc:sldMk cId="458472891" sldId="311"/>
        </pc:sldMkLst>
      </pc:sldChg>
      <pc:sldChg chg="addSp delSp modSp mod">
        <pc:chgData name="Diego Raul Guerrero Anaya" userId="0ce4d9aa-8e9a-49aa-b0f2-d17a32a3775a" providerId="ADAL" clId="{5662A781-BFEB-4167-BC8B-6C14CC8AF6A3}" dt="2025-04-30T17:28:18.583" v="1610" actId="14100"/>
        <pc:sldMkLst>
          <pc:docMk/>
          <pc:sldMk cId="4132532602" sldId="312"/>
        </pc:sldMkLst>
      </pc:sldChg>
      <pc:sldChg chg="del">
        <pc:chgData name="Diego Raul Guerrero Anaya" userId="0ce4d9aa-8e9a-49aa-b0f2-d17a32a3775a" providerId="ADAL" clId="{5662A781-BFEB-4167-BC8B-6C14CC8AF6A3}" dt="2025-04-30T19:14:42.914" v="3403" actId="47"/>
        <pc:sldMkLst>
          <pc:docMk/>
          <pc:sldMk cId="3272317102" sldId="325"/>
        </pc:sldMkLst>
      </pc:sldChg>
      <pc:sldChg chg="modSp mod">
        <pc:chgData name="Diego Raul Guerrero Anaya" userId="0ce4d9aa-8e9a-49aa-b0f2-d17a32a3775a" providerId="ADAL" clId="{5662A781-BFEB-4167-BC8B-6C14CC8AF6A3}" dt="2025-04-30T19:40:32.465" v="3867" actId="20577"/>
        <pc:sldMkLst>
          <pc:docMk/>
          <pc:sldMk cId="1823940296" sldId="330"/>
        </pc:sldMkLst>
      </pc:sldChg>
      <pc:sldChg chg="modSp mod">
        <pc:chgData name="Diego Raul Guerrero Anaya" userId="0ce4d9aa-8e9a-49aa-b0f2-d17a32a3775a" providerId="ADAL" clId="{5662A781-BFEB-4167-BC8B-6C14CC8AF6A3}" dt="2025-04-29T22:52:39.968" v="9" actId="20577"/>
        <pc:sldMkLst>
          <pc:docMk/>
          <pc:sldMk cId="1254772405" sldId="331"/>
        </pc:sldMkLst>
      </pc:sldChg>
      <pc:sldChg chg="addSp delSp modSp mod">
        <pc:chgData name="Diego Raul Guerrero Anaya" userId="0ce4d9aa-8e9a-49aa-b0f2-d17a32a3775a" providerId="ADAL" clId="{5662A781-BFEB-4167-BC8B-6C14CC8AF6A3}" dt="2025-04-30T09:38:48.845" v="99" actId="20577"/>
        <pc:sldMkLst>
          <pc:docMk/>
          <pc:sldMk cId="1081019199" sldId="333"/>
        </pc:sldMkLst>
      </pc:sldChg>
      <pc:sldChg chg="addSp delSp modSp mod">
        <pc:chgData name="Diego Raul Guerrero Anaya" userId="0ce4d9aa-8e9a-49aa-b0f2-d17a32a3775a" providerId="ADAL" clId="{5662A781-BFEB-4167-BC8B-6C14CC8AF6A3}" dt="2025-04-30T20:03:46.676" v="4372" actId="14100"/>
        <pc:sldMkLst>
          <pc:docMk/>
          <pc:sldMk cId="3879780745" sldId="334"/>
        </pc:sldMkLst>
      </pc:sldChg>
      <pc:sldChg chg="addSp delSp modSp del mod ord">
        <pc:chgData name="Diego Raul Guerrero Anaya" userId="0ce4d9aa-8e9a-49aa-b0f2-d17a32a3775a" providerId="ADAL" clId="{5662A781-BFEB-4167-BC8B-6C14CC8AF6A3}" dt="2025-04-30T19:59:25.147" v="4365" actId="47"/>
        <pc:sldMkLst>
          <pc:docMk/>
          <pc:sldMk cId="3957929565" sldId="335"/>
        </pc:sldMkLst>
      </pc:sldChg>
      <pc:sldChg chg="addSp delSp modSp del mod">
        <pc:chgData name="Diego Raul Guerrero Anaya" userId="0ce4d9aa-8e9a-49aa-b0f2-d17a32a3775a" providerId="ADAL" clId="{5662A781-BFEB-4167-BC8B-6C14CC8AF6A3}" dt="2025-04-30T10:24:05.260" v="682" actId="2696"/>
        <pc:sldMkLst>
          <pc:docMk/>
          <pc:sldMk cId="511676516" sldId="337"/>
        </pc:sldMkLst>
      </pc:sldChg>
      <pc:sldChg chg="modSp mod">
        <pc:chgData name="Diego Raul Guerrero Anaya" userId="0ce4d9aa-8e9a-49aa-b0f2-d17a32a3775a" providerId="ADAL" clId="{5662A781-BFEB-4167-BC8B-6C14CC8AF6A3}" dt="2025-04-30T19:26:10.968" v="3461" actId="313"/>
        <pc:sldMkLst>
          <pc:docMk/>
          <pc:sldMk cId="1507660225" sldId="338"/>
        </pc:sldMkLst>
      </pc:sldChg>
      <pc:sldChg chg="modSp mod">
        <pc:chgData name="Diego Raul Guerrero Anaya" userId="0ce4d9aa-8e9a-49aa-b0f2-d17a32a3775a" providerId="ADAL" clId="{5662A781-BFEB-4167-BC8B-6C14CC8AF6A3}" dt="2025-04-30T19:27:23.109" v="3480" actId="20577"/>
        <pc:sldMkLst>
          <pc:docMk/>
          <pc:sldMk cId="361658754" sldId="339"/>
        </pc:sldMkLst>
      </pc:sldChg>
      <pc:sldChg chg="del">
        <pc:chgData name="Diego Raul Guerrero Anaya" userId="0ce4d9aa-8e9a-49aa-b0f2-d17a32a3775a" providerId="ADAL" clId="{5662A781-BFEB-4167-BC8B-6C14CC8AF6A3}" dt="2025-04-30T19:29:51.846" v="3493" actId="47"/>
        <pc:sldMkLst>
          <pc:docMk/>
          <pc:sldMk cId="1239987690" sldId="340"/>
        </pc:sldMkLst>
      </pc:sldChg>
      <pc:sldChg chg="del">
        <pc:chgData name="Diego Raul Guerrero Anaya" userId="0ce4d9aa-8e9a-49aa-b0f2-d17a32a3775a" providerId="ADAL" clId="{5662A781-BFEB-4167-BC8B-6C14CC8AF6A3}" dt="2025-04-30T19:14:41.400" v="3402" actId="47"/>
        <pc:sldMkLst>
          <pc:docMk/>
          <pc:sldMk cId="1289236783" sldId="341"/>
        </pc:sldMkLst>
      </pc:sldChg>
      <pc:sldChg chg="del">
        <pc:chgData name="Diego Raul Guerrero Anaya" userId="0ce4d9aa-8e9a-49aa-b0f2-d17a32a3775a" providerId="ADAL" clId="{5662A781-BFEB-4167-BC8B-6C14CC8AF6A3}" dt="2025-04-30T19:29:53.355" v="3494" actId="47"/>
        <pc:sldMkLst>
          <pc:docMk/>
          <pc:sldMk cId="389141832" sldId="342"/>
        </pc:sldMkLst>
      </pc:sldChg>
      <pc:sldChg chg="del">
        <pc:chgData name="Diego Raul Guerrero Anaya" userId="0ce4d9aa-8e9a-49aa-b0f2-d17a32a3775a" providerId="ADAL" clId="{5662A781-BFEB-4167-BC8B-6C14CC8AF6A3}" dt="2025-04-30T19:14:40.614" v="3401" actId="47"/>
        <pc:sldMkLst>
          <pc:docMk/>
          <pc:sldMk cId="95358513" sldId="343"/>
        </pc:sldMkLst>
      </pc:sldChg>
      <pc:sldChg chg="addSp delSp modSp mod">
        <pc:chgData name="Diego Raul Guerrero Anaya" userId="0ce4d9aa-8e9a-49aa-b0f2-d17a32a3775a" providerId="ADAL" clId="{5662A781-BFEB-4167-BC8B-6C14CC8AF6A3}" dt="2025-04-30T17:36:42.228" v="1770" actId="1076"/>
        <pc:sldMkLst>
          <pc:docMk/>
          <pc:sldMk cId="2549534976" sldId="344"/>
        </pc:sldMkLst>
      </pc:sldChg>
      <pc:sldChg chg="addSp delSp modSp mod">
        <pc:chgData name="Diego Raul Guerrero Anaya" userId="0ce4d9aa-8e9a-49aa-b0f2-d17a32a3775a" providerId="ADAL" clId="{5662A781-BFEB-4167-BC8B-6C14CC8AF6A3}" dt="2025-04-30T18:41:41.864" v="2506" actId="20577"/>
        <pc:sldMkLst>
          <pc:docMk/>
          <pc:sldMk cId="3037264200" sldId="345"/>
        </pc:sldMkLst>
      </pc:sldChg>
      <pc:sldChg chg="addSp delSp modSp mod">
        <pc:chgData name="Diego Raul Guerrero Anaya" userId="0ce4d9aa-8e9a-49aa-b0f2-d17a32a3775a" providerId="ADAL" clId="{5662A781-BFEB-4167-BC8B-6C14CC8AF6A3}" dt="2025-04-30T18:51:25.143" v="2722" actId="20577"/>
        <pc:sldMkLst>
          <pc:docMk/>
          <pc:sldMk cId="2948970948" sldId="346"/>
        </pc:sldMkLst>
      </pc:sldChg>
      <pc:sldChg chg="addSp delSp modSp mod">
        <pc:chgData name="Diego Raul Guerrero Anaya" userId="0ce4d9aa-8e9a-49aa-b0f2-d17a32a3775a" providerId="ADAL" clId="{5662A781-BFEB-4167-BC8B-6C14CC8AF6A3}" dt="2025-04-30T19:01:17.645" v="3082" actId="20577"/>
        <pc:sldMkLst>
          <pc:docMk/>
          <pc:sldMk cId="3564541686" sldId="347"/>
        </pc:sldMkLst>
      </pc:sldChg>
      <pc:sldChg chg="addSp delSp modSp mod">
        <pc:chgData name="Diego Raul Guerrero Anaya" userId="0ce4d9aa-8e9a-49aa-b0f2-d17a32a3775a" providerId="ADAL" clId="{5662A781-BFEB-4167-BC8B-6C14CC8AF6A3}" dt="2025-04-30T19:06:50.618" v="3258" actId="20577"/>
        <pc:sldMkLst>
          <pc:docMk/>
          <pc:sldMk cId="2170750062" sldId="348"/>
        </pc:sldMkLst>
      </pc:sldChg>
      <pc:sldChg chg="del">
        <pc:chgData name="Diego Raul Guerrero Anaya" userId="0ce4d9aa-8e9a-49aa-b0f2-d17a32a3775a" providerId="ADAL" clId="{5662A781-BFEB-4167-BC8B-6C14CC8AF6A3}" dt="2025-04-30T19:14:35.598" v="3398" actId="47"/>
        <pc:sldMkLst>
          <pc:docMk/>
          <pc:sldMk cId="2439014390" sldId="349"/>
        </pc:sldMkLst>
      </pc:sldChg>
      <pc:sldChg chg="del">
        <pc:chgData name="Diego Raul Guerrero Anaya" userId="0ce4d9aa-8e9a-49aa-b0f2-d17a32a3775a" providerId="ADAL" clId="{5662A781-BFEB-4167-BC8B-6C14CC8AF6A3}" dt="2025-04-30T19:14:37.285" v="3399" actId="47"/>
        <pc:sldMkLst>
          <pc:docMk/>
          <pc:sldMk cId="36709805" sldId="350"/>
        </pc:sldMkLst>
      </pc:sldChg>
      <pc:sldChg chg="del">
        <pc:chgData name="Diego Raul Guerrero Anaya" userId="0ce4d9aa-8e9a-49aa-b0f2-d17a32a3775a" providerId="ADAL" clId="{5662A781-BFEB-4167-BC8B-6C14CC8AF6A3}" dt="2025-04-30T19:14:39.351" v="3400" actId="47"/>
        <pc:sldMkLst>
          <pc:docMk/>
          <pc:sldMk cId="480113249" sldId="351"/>
        </pc:sldMkLst>
      </pc:sldChg>
      <pc:sldChg chg="addSp delSp modSp mod ord">
        <pc:chgData name="Diego Raul Guerrero Anaya" userId="0ce4d9aa-8e9a-49aa-b0f2-d17a32a3775a" providerId="ADAL" clId="{5662A781-BFEB-4167-BC8B-6C14CC8AF6A3}" dt="2025-04-30T19:58:50.896" v="4364" actId="20577"/>
        <pc:sldMkLst>
          <pc:docMk/>
          <pc:sldMk cId="503955803" sldId="352"/>
        </pc:sldMkLst>
      </pc:sldChg>
      <pc:sldChg chg="addSp delSp modSp mod ord">
        <pc:chgData name="Diego Raul Guerrero Anaya" userId="0ce4d9aa-8e9a-49aa-b0f2-d17a32a3775a" providerId="ADAL" clId="{5662A781-BFEB-4167-BC8B-6C14CC8AF6A3}" dt="2025-04-30T19:54:35.494" v="4073" actId="20577"/>
        <pc:sldMkLst>
          <pc:docMk/>
          <pc:sldMk cId="927672507" sldId="353"/>
        </pc:sldMkLst>
      </pc:sldChg>
      <pc:sldChg chg="addSp delSp modSp mod">
        <pc:chgData name="Diego Raul Guerrero Anaya" userId="0ce4d9aa-8e9a-49aa-b0f2-d17a32a3775a" providerId="ADAL" clId="{5662A781-BFEB-4167-BC8B-6C14CC8AF6A3}" dt="2025-04-30T19:42:24.643" v="4059" actId="20577"/>
        <pc:sldMkLst>
          <pc:docMk/>
          <pc:sldMk cId="3244617191" sldId="354"/>
        </pc:sldMkLst>
      </pc:sldChg>
      <pc:sldChg chg="modSp add mod ord">
        <pc:chgData name="Diego Raul Guerrero Anaya" userId="0ce4d9aa-8e9a-49aa-b0f2-d17a32a3775a" providerId="ADAL" clId="{5662A781-BFEB-4167-BC8B-6C14CC8AF6A3}" dt="2025-04-30T17:13:39.470" v="1321" actId="5793"/>
        <pc:sldMkLst>
          <pc:docMk/>
          <pc:sldMk cId="3508524949" sldId="355"/>
        </pc:sldMkLst>
      </pc:sldChg>
      <pc:sldChg chg="modSp add mod">
        <pc:chgData name="Diego Raul Guerrero Anaya" userId="0ce4d9aa-8e9a-49aa-b0f2-d17a32a3775a" providerId="ADAL" clId="{5662A781-BFEB-4167-BC8B-6C14CC8AF6A3}" dt="2025-04-30T17:00:06.368" v="1306" actId="20577"/>
        <pc:sldMkLst>
          <pc:docMk/>
          <pc:sldMk cId="1098523409" sldId="356"/>
        </pc:sldMkLst>
      </pc:sldChg>
      <pc:sldChg chg="modSp add mod">
        <pc:chgData name="Diego Raul Guerrero Anaya" userId="0ce4d9aa-8e9a-49aa-b0f2-d17a32a3775a" providerId="ADAL" clId="{5662A781-BFEB-4167-BC8B-6C14CC8AF6A3}" dt="2025-04-30T16:57:19.305" v="1267" actId="20577"/>
        <pc:sldMkLst>
          <pc:docMk/>
          <pc:sldMk cId="102732767" sldId="357"/>
        </pc:sldMkLst>
      </pc:sldChg>
      <pc:sldChg chg="addSp delSp modSp add mod">
        <pc:chgData name="Diego Raul Guerrero Anaya" userId="0ce4d9aa-8e9a-49aa-b0f2-d17a32a3775a" providerId="ADAL" clId="{5662A781-BFEB-4167-BC8B-6C14CC8AF6A3}" dt="2025-04-30T19:13:45.577" v="3397" actId="20577"/>
        <pc:sldMkLst>
          <pc:docMk/>
          <pc:sldMk cId="3278326653" sldId="358"/>
        </pc:sldMkLst>
      </pc:sldChg>
      <pc:sldChg chg="new del">
        <pc:chgData name="Diego Raul Guerrero Anaya" userId="0ce4d9aa-8e9a-49aa-b0f2-d17a32a3775a" providerId="ADAL" clId="{5662A781-BFEB-4167-BC8B-6C14CC8AF6A3}" dt="2025-04-30T17:22:29.160" v="1535" actId="680"/>
        <pc:sldMkLst>
          <pc:docMk/>
          <pc:sldMk cId="3764426732" sldId="358"/>
        </pc:sldMkLst>
      </pc:sldChg>
      <pc:sldChg chg="modSp add mod">
        <pc:chgData name="Diego Raul Guerrero Anaya" userId="0ce4d9aa-8e9a-49aa-b0f2-d17a32a3775a" providerId="ADAL" clId="{5662A781-BFEB-4167-BC8B-6C14CC8AF6A3}" dt="2025-04-30T19:28:18.381" v="3484" actId="20577"/>
        <pc:sldMkLst>
          <pc:docMk/>
          <pc:sldMk cId="465631369" sldId="359"/>
        </pc:sldMkLst>
      </pc:sldChg>
      <pc:sldChg chg="modSp add mod">
        <pc:chgData name="Diego Raul Guerrero Anaya" userId="0ce4d9aa-8e9a-49aa-b0f2-d17a32a3775a" providerId="ADAL" clId="{5662A781-BFEB-4167-BC8B-6C14CC8AF6A3}" dt="2025-04-30T19:29:19.774" v="3492" actId="14100"/>
        <pc:sldMkLst>
          <pc:docMk/>
          <pc:sldMk cId="235446010" sldId="360"/>
        </pc:sldMkLst>
      </pc:sldChg>
      <pc:sldChg chg="modSp add mod">
        <pc:chgData name="Diego Raul Guerrero Anaya" userId="0ce4d9aa-8e9a-49aa-b0f2-d17a32a3775a" providerId="ADAL" clId="{5662A781-BFEB-4167-BC8B-6C14CC8AF6A3}" dt="2025-04-30T19:31:29.838" v="3511" actId="20577"/>
        <pc:sldMkLst>
          <pc:docMk/>
          <pc:sldMk cId="111384307" sldId="361"/>
        </pc:sldMkLst>
      </pc:sldChg>
      <pc:sldChg chg="modSp add mod">
        <pc:chgData name="Diego Raul Guerrero Anaya" userId="0ce4d9aa-8e9a-49aa-b0f2-d17a32a3775a" providerId="ADAL" clId="{5662A781-BFEB-4167-BC8B-6C14CC8AF6A3}" dt="2025-04-30T19:34:37.860" v="3523" actId="20577"/>
        <pc:sldMkLst>
          <pc:docMk/>
          <pc:sldMk cId="3171661591" sldId="362"/>
        </pc:sldMkLst>
      </pc:sldChg>
      <pc:sldChg chg="modSp add mod">
        <pc:chgData name="Diego Raul Guerrero Anaya" userId="0ce4d9aa-8e9a-49aa-b0f2-d17a32a3775a" providerId="ADAL" clId="{5662A781-BFEB-4167-BC8B-6C14CC8AF6A3}" dt="2025-04-30T19:35:25.586" v="3527" actId="20577"/>
        <pc:sldMkLst>
          <pc:docMk/>
          <pc:sldMk cId="4285717554" sldId="36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75</c:v>
                </c:pt>
                <c:pt idx="1">
                  <c:v>25</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7FA-45D9-A405-A5766A2FE751}"/>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7FA-45D9-A405-A5766A2FE751}"/>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7FA-45D9-A405-A5766A2FE751}"/>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7FA-45D9-A405-A5766A2FE751}"/>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92</c:v>
                </c:pt>
                <c:pt idx="1">
                  <c:v>8</c:v>
                </c:pt>
                <c:pt idx="2">
                  <c:v>0</c:v>
                </c:pt>
                <c:pt idx="3">
                  <c:v>0</c:v>
                </c:pt>
              </c:numCache>
            </c:numRef>
          </c:val>
          <c:extLst>
            <c:ext xmlns:c16="http://schemas.microsoft.com/office/drawing/2014/chart" uri="{C3380CC4-5D6E-409C-BE32-E72D297353CC}">
              <c16:uniqueId val="{00000008-37FA-45D9-A405-A5766A2FE7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7FA-45D9-A405-A5766A2FE751}"/>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7FA-45D9-A405-A5766A2FE751}"/>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7FA-45D9-A405-A5766A2FE751}"/>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7FA-45D9-A405-A5766A2FE751}"/>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37FA-45D9-A405-A5766A2FE7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993-4E7A-A4A1-0A9A5B288BE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993-4E7A-A4A1-0A9A5B288BE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993-4E7A-A4A1-0A9A5B288BE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993-4E7A-A4A1-0A9A5B288BE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E993-4E7A-A4A1-0A9A5B288BE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993-4E7A-A4A1-0A9A5B288BE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993-4E7A-A4A1-0A9A5B288BE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993-4E7A-A4A1-0A9A5B288BE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993-4E7A-A4A1-0A9A5B288BE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53</c:v>
                </c:pt>
                <c:pt idx="1">
                  <c:v>47</c:v>
                </c:pt>
                <c:pt idx="2">
                  <c:v>0</c:v>
                </c:pt>
                <c:pt idx="3">
                  <c:v>0</c:v>
                </c:pt>
              </c:numCache>
            </c:numRef>
          </c:val>
          <c:extLst>
            <c:ext xmlns:c16="http://schemas.microsoft.com/office/drawing/2014/chart" uri="{C3380CC4-5D6E-409C-BE32-E72D297353CC}">
              <c16:uniqueId val="{00000008-E993-4E7A-A4A1-0A9A5B288BE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993-4E7A-A4A1-0A9A5B288BE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993-4E7A-A4A1-0A9A5B288BE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993-4E7A-A4A1-0A9A5B288BE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993-4E7A-A4A1-0A9A5B288BE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96</c:v>
                </c:pt>
                <c:pt idx="1">
                  <c:v>4</c:v>
                </c:pt>
                <c:pt idx="2">
                  <c:v>0</c:v>
                </c:pt>
                <c:pt idx="3">
                  <c:v>0</c:v>
                </c:pt>
              </c:numCache>
            </c:numRef>
          </c:val>
          <c:extLst>
            <c:ext xmlns:c16="http://schemas.microsoft.com/office/drawing/2014/chart" uri="{C3380CC4-5D6E-409C-BE32-E72D297353CC}">
              <c16:uniqueId val="{00000008-E993-4E7A-A4A1-0A9A5B288BE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993-4E7A-A4A1-0A9A5B288BE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993-4E7A-A4A1-0A9A5B288BE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993-4E7A-A4A1-0A9A5B288BE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993-4E7A-A4A1-0A9A5B288BE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66</c:v>
                </c:pt>
                <c:pt idx="1">
                  <c:v>34</c:v>
                </c:pt>
                <c:pt idx="2">
                  <c:v>0</c:v>
                </c:pt>
                <c:pt idx="3">
                  <c:v>0</c:v>
                </c:pt>
              </c:numCache>
            </c:numRef>
          </c:val>
          <c:extLst>
            <c:ext xmlns:c16="http://schemas.microsoft.com/office/drawing/2014/chart" uri="{C3380CC4-5D6E-409C-BE32-E72D297353CC}">
              <c16:uniqueId val="{00000008-E993-4E7A-A4A1-0A9A5B288BE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993-4E7A-A4A1-0A9A5B288BE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993-4E7A-A4A1-0A9A5B288BE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993-4E7A-A4A1-0A9A5B288BE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993-4E7A-A4A1-0A9A5B288BE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44</c:v>
                </c:pt>
                <c:pt idx="1">
                  <c:v>56</c:v>
                </c:pt>
                <c:pt idx="2">
                  <c:v>0</c:v>
                </c:pt>
                <c:pt idx="3">
                  <c:v>0</c:v>
                </c:pt>
              </c:numCache>
            </c:numRef>
          </c:val>
          <c:extLst>
            <c:ext xmlns:c16="http://schemas.microsoft.com/office/drawing/2014/chart" uri="{C3380CC4-5D6E-409C-BE32-E72D297353CC}">
              <c16:uniqueId val="{00000008-E993-4E7A-A4A1-0A9A5B288BE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993-4E7A-A4A1-0A9A5B288BE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993-4E7A-A4A1-0A9A5B288BE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993-4E7A-A4A1-0A9A5B288BE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993-4E7A-A4A1-0A9A5B288BE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59</c:v>
                </c:pt>
                <c:pt idx="1">
                  <c:v>41</c:v>
                </c:pt>
                <c:pt idx="2">
                  <c:v>0</c:v>
                </c:pt>
                <c:pt idx="3">
                  <c:v>0</c:v>
                </c:pt>
              </c:numCache>
            </c:numRef>
          </c:val>
          <c:extLst>
            <c:ext xmlns:c16="http://schemas.microsoft.com/office/drawing/2014/chart" uri="{C3380CC4-5D6E-409C-BE32-E72D297353CC}">
              <c16:uniqueId val="{00000008-E993-4E7A-A4A1-0A9A5B288BE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993-4E7A-A4A1-0A9A5B288BE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993-4E7A-A4A1-0A9A5B288BE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993-4E7A-A4A1-0A9A5B288BE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993-4E7A-A4A1-0A9A5B288BE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57</c:v>
                </c:pt>
                <c:pt idx="1">
                  <c:v>43</c:v>
                </c:pt>
                <c:pt idx="2">
                  <c:v>0</c:v>
                </c:pt>
                <c:pt idx="3">
                  <c:v>0</c:v>
                </c:pt>
              </c:numCache>
            </c:numRef>
          </c:val>
          <c:extLst>
            <c:ext xmlns:c16="http://schemas.microsoft.com/office/drawing/2014/chart" uri="{C3380CC4-5D6E-409C-BE32-E72D297353CC}">
              <c16:uniqueId val="{00000008-E993-4E7A-A4A1-0A9A5B288BE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993-4E7A-A4A1-0A9A5B288BEE}"/>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993-4E7A-A4A1-0A9A5B288BEE}"/>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993-4E7A-A4A1-0A9A5B288BEE}"/>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993-4E7A-A4A1-0A9A5B288BEE}"/>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49</c:v>
                </c:pt>
                <c:pt idx="1">
                  <c:v>51</c:v>
                </c:pt>
                <c:pt idx="2">
                  <c:v>0</c:v>
                </c:pt>
                <c:pt idx="3">
                  <c:v>0</c:v>
                </c:pt>
              </c:numCache>
            </c:numRef>
          </c:val>
          <c:extLst>
            <c:ext xmlns:c16="http://schemas.microsoft.com/office/drawing/2014/chart" uri="{C3380CC4-5D6E-409C-BE32-E72D297353CC}">
              <c16:uniqueId val="{00000008-E993-4E7A-A4A1-0A9A5B288BE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B6D8-446C-99FF-756ADC8AA73B}"/>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B6D8-446C-99FF-756ADC8AA73B}"/>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B6D8-446C-99FF-756ADC8AA73B}"/>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B6D8-446C-99FF-756ADC8AA73B}"/>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96</c:v>
                </c:pt>
                <c:pt idx="1">
                  <c:v>4</c:v>
                </c:pt>
                <c:pt idx="2">
                  <c:v>0</c:v>
                </c:pt>
                <c:pt idx="3">
                  <c:v>0</c:v>
                </c:pt>
              </c:numCache>
            </c:numRef>
          </c:val>
          <c:extLst>
            <c:ext xmlns:c16="http://schemas.microsoft.com/office/drawing/2014/chart" uri="{C3380CC4-5D6E-409C-BE32-E72D297353CC}">
              <c16:uniqueId val="{00000008-B6D8-446C-99FF-756ADC8AA73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992-431C-85B7-4D46C866A72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992-431C-85B7-4D46C866A72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992-431C-85B7-4D46C866A72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992-431C-85B7-4D46C866A72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86</c:v>
                </c:pt>
                <c:pt idx="1">
                  <c:v>14</c:v>
                </c:pt>
                <c:pt idx="2">
                  <c:v>0</c:v>
                </c:pt>
                <c:pt idx="3">
                  <c:v>0</c:v>
                </c:pt>
              </c:numCache>
            </c:numRef>
          </c:val>
          <c:extLst>
            <c:ext xmlns:c16="http://schemas.microsoft.com/office/drawing/2014/chart" uri="{C3380CC4-5D6E-409C-BE32-E72D297353CC}">
              <c16:uniqueId val="{00000008-3992-431C-85B7-4D46C866A72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77</c:v>
                </c:pt>
                <c:pt idx="1">
                  <c:v>23</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95</c:v>
                </c:pt>
                <c:pt idx="1">
                  <c:v>5</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91</c:v>
                </c:pt>
                <c:pt idx="1">
                  <c:v>9</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91</c:v>
                </c:pt>
                <c:pt idx="1">
                  <c:v>9</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54</c:v>
                </c:pt>
                <c:pt idx="1">
                  <c:v>46</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39</c:v>
                </c:pt>
                <c:pt idx="1">
                  <c:v>61</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85</c:v>
                </c:pt>
                <c:pt idx="1">
                  <c:v>15</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68</c:v>
                </c:pt>
                <c:pt idx="1">
                  <c:v>32</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85</c:v>
                </c:pt>
                <c:pt idx="1">
                  <c:v>15</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91</c:v>
                </c:pt>
                <c:pt idx="1">
                  <c:v>9</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70</c:v>
                </c:pt>
                <c:pt idx="1">
                  <c:v>30</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71</c:v>
                </c:pt>
                <c:pt idx="1">
                  <c:v>29</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4DD-4E1B-B0F3-87910C32581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4DD-4E1B-B0F3-87910C32581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4DD-4E1B-B0F3-87910C32581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4DD-4E1B-B0F3-87910C32581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89</c:v>
                </c:pt>
                <c:pt idx="1">
                  <c:v>11</c:v>
                </c:pt>
                <c:pt idx="2">
                  <c:v>0</c:v>
                </c:pt>
                <c:pt idx="3">
                  <c:v>0</c:v>
                </c:pt>
              </c:numCache>
            </c:numRef>
          </c:val>
          <c:extLst>
            <c:ext xmlns:c16="http://schemas.microsoft.com/office/drawing/2014/chart" uri="{C3380CC4-5D6E-409C-BE32-E72D297353CC}">
              <c16:uniqueId val="{00000008-C4DD-4E1B-B0F3-87910C32581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EFB4B-FD0F-477A-B24D-2809953E74D7}" type="datetimeFigureOut">
              <a:rPr lang="es-CO" smtClean="0"/>
              <a:t>30/09/2025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85ECE-ACD0-4162-81D4-6AB2045C4D15}" type="slidenum">
              <a:rPr lang="es-CO" smtClean="0"/>
              <a:t>‹Nº›</a:t>
            </a:fld>
            <a:endParaRPr lang="es-CO"/>
          </a:p>
        </p:txBody>
      </p:sp>
    </p:spTree>
    <p:extLst>
      <p:ext uri="{BB962C8B-B14F-4D97-AF65-F5344CB8AC3E}">
        <p14:creationId xmlns:p14="http://schemas.microsoft.com/office/powerpoint/2010/main" val="14534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9B85ECE-ACD0-4162-81D4-6AB2045C4D15}" type="slidenum">
              <a:rPr lang="es-CO" smtClean="0"/>
              <a:t>4</a:t>
            </a:fld>
            <a:endParaRPr lang="es-CO"/>
          </a:p>
        </p:txBody>
      </p:sp>
    </p:spTree>
    <p:extLst>
      <p:ext uri="{BB962C8B-B14F-4D97-AF65-F5344CB8AC3E}">
        <p14:creationId xmlns:p14="http://schemas.microsoft.com/office/powerpoint/2010/main" val="273011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E411-40DD-4B0A-5168-3C9C3A9241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30F8C2-23E1-1574-1FCD-ABA82F8358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925683-158D-615B-FA74-945C2270749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647F73A-BD4B-585D-3A54-96BE2B8AF187}"/>
              </a:ext>
            </a:extLst>
          </p:cNvPr>
          <p:cNvSpPr>
            <a:spLocks noGrp="1"/>
          </p:cNvSpPr>
          <p:nvPr>
            <p:ph type="sldNum" sz="quarter" idx="5"/>
          </p:nvPr>
        </p:nvSpPr>
        <p:spPr/>
        <p:txBody>
          <a:bodyPr/>
          <a:lstStyle/>
          <a:p>
            <a:fld id="{F9B85ECE-ACD0-4162-81D4-6AB2045C4D15}" type="slidenum">
              <a:rPr lang="es-CO" smtClean="0"/>
              <a:t>24</a:t>
            </a:fld>
            <a:endParaRPr lang="es-CO"/>
          </a:p>
        </p:txBody>
      </p:sp>
    </p:spTree>
    <p:extLst>
      <p:ext uri="{BB962C8B-B14F-4D97-AF65-F5344CB8AC3E}">
        <p14:creationId xmlns:p14="http://schemas.microsoft.com/office/powerpoint/2010/main" val="4086426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ACEFA-DFB7-4347-27DB-4FEBFAC750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F26278C7-C559-E1BC-41BB-FA6D23E21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B04513F-67EF-01D5-EB2B-0B1B79024888}"/>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5" name="Marcador de pie de página 4">
            <a:extLst>
              <a:ext uri="{FF2B5EF4-FFF2-40B4-BE49-F238E27FC236}">
                <a16:creationId xmlns:a16="http://schemas.microsoft.com/office/drawing/2014/main" id="{37CF3A9C-A675-2083-6266-566B4FC72A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FBBBCD-5989-C3BC-A034-9B6906894E82}"/>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57317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E63BB-83F4-1488-AAFA-3A1BCF50701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CD2ED79-98A3-28A0-647E-9CCFB12D2E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F4AC606-28FC-48D5-4CDC-ED071E7BC811}"/>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5" name="Marcador de pie de página 4">
            <a:extLst>
              <a:ext uri="{FF2B5EF4-FFF2-40B4-BE49-F238E27FC236}">
                <a16:creationId xmlns:a16="http://schemas.microsoft.com/office/drawing/2014/main" id="{83D99D14-0038-1F77-CDED-A08ECD1F9DF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80D1123-6F26-EFEE-1C08-873657955C5F}"/>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1793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C4743-3797-8EF2-54A6-2940A271285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6DD0B07-F8A5-DC14-18FB-A4E474F55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D3B3F7-0121-CE8C-25DB-25F3932DA2B8}"/>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5" name="Marcador de pie de página 4">
            <a:extLst>
              <a:ext uri="{FF2B5EF4-FFF2-40B4-BE49-F238E27FC236}">
                <a16:creationId xmlns:a16="http://schemas.microsoft.com/office/drawing/2014/main" id="{239CC36C-6547-E97B-2DA8-798437B143B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5F53F5-61E5-F47F-D5E4-4505C797F10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63852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D1600-18E9-3780-C21A-4DA9FF47BE2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1C7A6EC-91D0-3E68-103B-BCF12881A1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6ADF4F3-06DE-6D83-7700-ABB40B2E07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A879D79B-4BD4-6605-4F6D-CCED1A26AD52}"/>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6" name="Marcador de pie de página 5">
            <a:extLst>
              <a:ext uri="{FF2B5EF4-FFF2-40B4-BE49-F238E27FC236}">
                <a16:creationId xmlns:a16="http://schemas.microsoft.com/office/drawing/2014/main" id="{919F05AC-CFCE-9BB7-83C0-CFDCABBC896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93BAB0A-EF13-2518-5E13-187FC21C24F6}"/>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3184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35A756-2D08-DC5B-6E75-775C08FF054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751D1C4-6D1E-11E3-4FFD-2958ADCAA9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0582D3-FA06-662C-CF85-56150FABF66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574B67F-FAC7-A2FB-B22A-DCF429E934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BD0DF1-037F-B8E5-6E9C-1C04CFDDE6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3257F22E-1B69-1ECE-530A-9EF708E88F1A}"/>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8" name="Marcador de pie de página 7">
            <a:extLst>
              <a:ext uri="{FF2B5EF4-FFF2-40B4-BE49-F238E27FC236}">
                <a16:creationId xmlns:a16="http://schemas.microsoft.com/office/drawing/2014/main" id="{E534BC52-AA33-0C60-B68D-C8834129E50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B12CC42-039D-0DC9-160A-02378CA4182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06196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D7C3D-9DFE-F065-25B5-BCE0679B8A2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58ADFB9-187B-EA28-D84A-B062DDAE0FFC}"/>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4" name="Marcador de pie de página 3">
            <a:extLst>
              <a:ext uri="{FF2B5EF4-FFF2-40B4-BE49-F238E27FC236}">
                <a16:creationId xmlns:a16="http://schemas.microsoft.com/office/drawing/2014/main" id="{3BC3CBF9-B46C-C1BA-C6FF-6C452C4B76E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985F4E5-EEE4-6487-2D09-A044296D528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544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973A7B-A1E0-F895-72AD-3DE739B54761}"/>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3" name="Marcador de pie de página 2">
            <a:extLst>
              <a:ext uri="{FF2B5EF4-FFF2-40B4-BE49-F238E27FC236}">
                <a16:creationId xmlns:a16="http://schemas.microsoft.com/office/drawing/2014/main" id="{F7D86808-12FB-21C8-E274-F1D773624AA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2EC0A6B-95FD-A557-589A-2CE02C159F1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6636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FD864-8826-7329-51E5-9CD1A06378C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B09ADB9-885E-7E7B-9A2C-874995668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B5B5454-5468-6E6C-8853-960D6D437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CDDAB4-E7A0-1173-7A43-EA6151884EB7}"/>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6" name="Marcador de pie de página 5">
            <a:extLst>
              <a:ext uri="{FF2B5EF4-FFF2-40B4-BE49-F238E27FC236}">
                <a16:creationId xmlns:a16="http://schemas.microsoft.com/office/drawing/2014/main" id="{43CBB48C-4002-A526-C2BB-F2D3D10B19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7941ECB-8AE1-BB38-EF81-4DBD93265A57}"/>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24388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BDC84-9312-37EC-E4FD-86008977C8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B17A30E-2F86-5B90-A4B1-3A2B5443D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FE092E0-BCB0-9282-7A3F-F1516474D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F91D30-F39C-702D-4BFE-EDCE1E6FD221}"/>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6" name="Marcador de pie de página 5">
            <a:extLst>
              <a:ext uri="{FF2B5EF4-FFF2-40B4-BE49-F238E27FC236}">
                <a16:creationId xmlns:a16="http://schemas.microsoft.com/office/drawing/2014/main" id="{476B9C29-71E5-A677-6912-359645AE080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09A72A-CA7D-C2AF-B32B-00B7888F8991}"/>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8571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04287-89E9-6A06-68B1-B739DFB7BB1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052327C-4C34-B17F-D025-065373711C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EFDDE24-D2B2-6945-6223-0FAC668D40BD}"/>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5" name="Marcador de pie de página 4">
            <a:extLst>
              <a:ext uri="{FF2B5EF4-FFF2-40B4-BE49-F238E27FC236}">
                <a16:creationId xmlns:a16="http://schemas.microsoft.com/office/drawing/2014/main" id="{DB9A85D8-E75A-716A-5AED-F0F5B7D998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DB26EB-3EED-F7C5-D125-13B2BE2AADEE}"/>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14385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7AFA14-DBF8-5C9D-2DD8-B1BD0E195B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847767C-3976-5BB8-F6D7-43B3374806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7DEF89-245A-A6EA-A491-FA68305E2E33}"/>
              </a:ext>
            </a:extLst>
          </p:cNvPr>
          <p:cNvSpPr>
            <a:spLocks noGrp="1"/>
          </p:cNvSpPr>
          <p:nvPr>
            <p:ph type="dt" sz="half" idx="10"/>
          </p:nvPr>
        </p:nvSpPr>
        <p:spPr/>
        <p:txBody>
          <a:bodyPr/>
          <a:lstStyle/>
          <a:p>
            <a:fld id="{D48DEB5A-F4D6-4C7F-84CB-78EC876CF29C}" type="datetimeFigureOut">
              <a:rPr lang="es-CO" smtClean="0"/>
              <a:t>30/09/2025</a:t>
            </a:fld>
            <a:endParaRPr lang="es-CO"/>
          </a:p>
        </p:txBody>
      </p:sp>
      <p:sp>
        <p:nvSpPr>
          <p:cNvPr id="5" name="Marcador de pie de página 4">
            <a:extLst>
              <a:ext uri="{FF2B5EF4-FFF2-40B4-BE49-F238E27FC236}">
                <a16:creationId xmlns:a16="http://schemas.microsoft.com/office/drawing/2014/main" id="{979CBE9C-176F-8B7D-AA5C-7B3531262D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36B3040-EFBC-2E04-2044-696B004B77B9}"/>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05511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C7BE2EC-586A-DD9E-C280-FB23A3304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594821B-7E1E-5B88-0C2C-4C14E87C3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C861983-7AB0-F5B7-4A23-3E7917DA4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DEB5A-F4D6-4C7F-84CB-78EC876CF29C}" type="datetimeFigureOut">
              <a:rPr lang="es-CO" smtClean="0"/>
              <a:t>30/09/2025</a:t>
            </a:fld>
            <a:endParaRPr lang="es-CO"/>
          </a:p>
        </p:txBody>
      </p:sp>
      <p:sp>
        <p:nvSpPr>
          <p:cNvPr id="5" name="Marcador de pie de página 4">
            <a:extLst>
              <a:ext uri="{FF2B5EF4-FFF2-40B4-BE49-F238E27FC236}">
                <a16:creationId xmlns:a16="http://schemas.microsoft.com/office/drawing/2014/main" id="{E5F6E65D-85D1-8556-46A3-C09F89197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7145D03-B164-5562-C207-79E7B5F74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D60A8-E10A-460D-94B0-2857B8FB3E8C}" type="slidenum">
              <a:rPr lang="es-CO" smtClean="0"/>
              <a:t>‹Nº›</a:t>
            </a:fld>
            <a:endParaRPr lang="es-CO"/>
          </a:p>
        </p:txBody>
      </p:sp>
    </p:spTree>
    <p:extLst>
      <p:ext uri="{BB962C8B-B14F-4D97-AF65-F5344CB8AC3E}">
        <p14:creationId xmlns:p14="http://schemas.microsoft.com/office/powerpoint/2010/main" val="210546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emf"/><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emf"/><Relationship Id="rId5" Type="http://schemas.openxmlformats.org/officeDocument/2006/relationships/chart" Target="../charts/char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emf"/><Relationship Id="rId5" Type="http://schemas.openxmlformats.org/officeDocument/2006/relationships/hyperlink" Target="https://drive.google.com/file/d/1fayNoRa6Uc9F1znaO1TJcIt2amndMo0G/view" TargetMode="Externa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hyperlink" Target="https://drive.google.com/file/d/1xHZnVoHUbfB9sJ29x9O1VpEeNdKaZ2p_/view?usp=drive_link" TargetMode="Externa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image" Target="../media/image10.emf"/><Relationship Id="rId4" Type="http://schemas.openxmlformats.org/officeDocument/2006/relationships/hyperlink" Target="https://drive.google.com/file/d/1KJ1prM_fJHQ0EMH5Djj4u2lcWSZNZrl8/view?usp=drive_link"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chart" Target="../charts/chart5.xml"/><Relationship Id="rId4" Type="http://schemas.openxmlformats.org/officeDocument/2006/relationships/hyperlink" Target="https://drive.google.com/file/d/1MKa3UOJDvclGl_z5dPE3la1Rc9FaiMU2/view?usp=drive_link"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chart" Target="../charts/chart6.xml"/><Relationship Id="rId4" Type="http://schemas.openxmlformats.org/officeDocument/2006/relationships/hyperlink" Target="https://drive.google.com/file/d/1FLsfqj9OIM7S_LROx9NOkoSfpukrmZbB/view?usp=drive_link"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3.emf"/><Relationship Id="rId5" Type="http://schemas.openxmlformats.org/officeDocument/2006/relationships/chart" Target="../charts/chart7.xml"/><Relationship Id="rId4" Type="http://schemas.openxmlformats.org/officeDocument/2006/relationships/hyperlink" Target="https://drive.google.com/file/d/1iqaRcok56623fDg-1r0iJbQVgEoiFgG5/view?usp=drive_link"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4.emf"/><Relationship Id="rId5" Type="http://schemas.openxmlformats.org/officeDocument/2006/relationships/chart" Target="../charts/chart8.xml"/><Relationship Id="rId4" Type="http://schemas.openxmlformats.org/officeDocument/2006/relationships/hyperlink" Target="https://drive.google.com/file/d/1z78sw4_UXVl9bGmGDz-c-OZZdJ_Zps4h/view?usp=drive_link"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5.emf"/><Relationship Id="rId5" Type="http://schemas.openxmlformats.org/officeDocument/2006/relationships/chart" Target="../charts/chart9.xml"/><Relationship Id="rId4" Type="http://schemas.openxmlformats.org/officeDocument/2006/relationships/hyperlink" Target="https://drive.google.com/file/d/1BzmtXxam8ganXqwOfc4Mz94rNpHglb7x/view?usp=drive_link"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chart" Target="../charts/chart10.xml"/><Relationship Id="rId4" Type="http://schemas.openxmlformats.org/officeDocument/2006/relationships/hyperlink" Target="https://drive.google.com/file/d/1j-LusgF2bUbBLQI5D3MSstSKcizSF2bd/view?usp=drive_link"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7.emf"/><Relationship Id="rId5" Type="http://schemas.openxmlformats.org/officeDocument/2006/relationships/chart" Target="../charts/chart11.xml"/><Relationship Id="rId4" Type="http://schemas.openxmlformats.org/officeDocument/2006/relationships/hyperlink" Target="https://drive.google.com/file/d/18cwjiZeziVHoeHjZSv4vB1b72fA7eFZX/view?usp=drive_link"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12.xml"/><Relationship Id="rId5" Type="http://schemas.openxmlformats.org/officeDocument/2006/relationships/image" Target="../media/image18.emf"/><Relationship Id="rId4" Type="http://schemas.openxmlformats.org/officeDocument/2006/relationships/hyperlink" Target="https://drive.google.com/file/d/1JCqVlPu9ch1y6FvdXftfB2kO8DJ9nkKt/view?usp=drive_link"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tezHWbnTJioLgpIHsQQjZSew5IvDkutq/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gwaoh3cjBXQOoiYBtKLEmSeNbnbJOvTK/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drive.google.com/file/d/149XR9Y4u3acNNZsX3M2HUDDcSmWx71Ut/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drive.google.com/file/d/1QeoFLDN0BonVM0fRMD3vGA4MvNiOHiaW/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9TfteSIsgps_t04-w2qrTNMKsd0LoyWj/view?usp=drive_link"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emf"/><Relationship Id="rId4" Type="http://schemas.openxmlformats.org/officeDocument/2006/relationships/image" Target="../media/image20.emf"/></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13.xml"/><Relationship Id="rId5" Type="http://schemas.openxmlformats.org/officeDocument/2006/relationships/image" Target="../media/image23.emf"/><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4.emf"/><Relationship Id="rId5" Type="http://schemas.openxmlformats.org/officeDocument/2006/relationships/image" Target="../media/image4.png"/><Relationship Id="rId4" Type="http://schemas.openxmlformats.org/officeDocument/2006/relationships/chart" Target="../charts/chart14.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15.xml"/><Relationship Id="rId5" Type="http://schemas.openxmlformats.org/officeDocument/2006/relationships/image" Target="../media/image26.emf"/><Relationship Id="rId4" Type="http://schemas.openxmlformats.org/officeDocument/2006/relationships/hyperlink" Target="https://drive.google.com/file/d/1vUSevd7123DasssPkJ-4vDNb7BJ2wE_t/view?usp=drive_link"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7.emf"/><Relationship Id="rId5" Type="http://schemas.openxmlformats.org/officeDocument/2006/relationships/chart" Target="../charts/chart16.xml"/><Relationship Id="rId4" Type="http://schemas.openxmlformats.org/officeDocument/2006/relationships/hyperlink" Target="https://drive.google.com/file/d/1dMKYegbqtTAmWC7SmiRzQoYyRA4coUwe/view?usp=drive_link"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7.emf"/><Relationship Id="rId5" Type="http://schemas.openxmlformats.org/officeDocument/2006/relationships/chart" Target="../charts/chart17.xml"/><Relationship Id="rId4" Type="http://schemas.openxmlformats.org/officeDocument/2006/relationships/hyperlink" Target="https://drive.google.com/file/d/1oM7lCJ9jbuY3Ac9tUMSzYiYDzbKPgB9Q/view?usp=drive_link"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18.xml"/><Relationship Id="rId5" Type="http://schemas.openxmlformats.org/officeDocument/2006/relationships/image" Target="../media/image26.emf"/><Relationship Id="rId4" Type="http://schemas.openxmlformats.org/officeDocument/2006/relationships/hyperlink" Target="https://drive.google.com/file/d/12fjK6-Hd0Z0qa7_T-bXscEvff_spQEgj/view?usp=drive_link"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19.xml"/><Relationship Id="rId5" Type="http://schemas.openxmlformats.org/officeDocument/2006/relationships/image" Target="../media/image26.emf"/><Relationship Id="rId4" Type="http://schemas.openxmlformats.org/officeDocument/2006/relationships/hyperlink" Target="https://drive.google.com/file/d/1fFEMVYtrQe2UuxkZzwrnlHkFwcWcgJuP/view?usp=drive_link" TargetMode="External"/></Relationships>
</file>

<file path=ppt/slides/_rels/slide30.xml.rels><?xml version="1.0" encoding="UTF-8" standalone="yes"?>
<Relationships xmlns="http://schemas.openxmlformats.org/package/2006/relationships"><Relationship Id="rId8" Type="http://schemas.openxmlformats.org/officeDocument/2006/relationships/chart" Target="../charts/chart20.xml"/><Relationship Id="rId3" Type="http://schemas.openxmlformats.org/officeDocument/2006/relationships/image" Target="../media/image4.png"/><Relationship Id="rId7" Type="http://schemas.openxmlformats.org/officeDocument/2006/relationships/hyperlink" Target="https://drive.google.com/file/d/1zUyp9L1yynAg-es15KXrByMDefod2wNz/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rive.google.com/file/d/1Vp3ftA4dLVrzALzL8y23vsw-nx2-tzWd/view?usp=drive_link" TargetMode="External"/><Relationship Id="rId5" Type="http://schemas.openxmlformats.org/officeDocument/2006/relationships/hyperlink" Target="https://drive.google.com/file/d/1fXAa8CDO66UpS60sXkDupR_IB9sSAVUm/view?usp=drive_link" TargetMode="External"/><Relationship Id="rId4" Type="http://schemas.openxmlformats.org/officeDocument/2006/relationships/hyperlink" Target="https://drive.google.com/file/d/1NT2Aawfm7I8Vg2VMyvXgUgzUv9o527IW/view?usp=drive_link" TargetMode="External"/><Relationship Id="rId9" Type="http://schemas.openxmlformats.org/officeDocument/2006/relationships/image" Target="../media/image28.emf"/></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emf"/><Relationship Id="rId5" Type="http://schemas.openxmlformats.org/officeDocument/2006/relationships/chart" Target="../charts/chart21.xml"/><Relationship Id="rId4" Type="http://schemas.openxmlformats.org/officeDocument/2006/relationships/hyperlink" Target="https://drive.google.com/file/d/1dQ2Dx-cgyVdWHLAYEeOE0NyQ0dxKUa1x/view?usp=drive_link"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0.emf"/><Relationship Id="rId5" Type="http://schemas.openxmlformats.org/officeDocument/2006/relationships/chart" Target="../charts/chart22.xml"/><Relationship Id="rId4" Type="http://schemas.openxmlformats.org/officeDocument/2006/relationships/hyperlink" Target="https://drive.google.com/file/d/1nvhAX7ZPXlluNj5dpmX7lT_tf3ufEPiH/view?usp=drive_link"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1.emf"/><Relationship Id="rId5" Type="http://schemas.openxmlformats.org/officeDocument/2006/relationships/chart" Target="../charts/chart23.xml"/><Relationship Id="rId4" Type="http://schemas.openxmlformats.org/officeDocument/2006/relationships/hyperlink" Target="https://drive.google.com/file/d/1ktFTqw2spZCWaSgirwDebHerMhTiDsyw/view?usp=drive_link"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2.emf"/><Relationship Id="rId5" Type="http://schemas.openxmlformats.org/officeDocument/2006/relationships/chart" Target="../charts/chart24.xml"/><Relationship Id="rId4" Type="http://schemas.openxmlformats.org/officeDocument/2006/relationships/hyperlink" Target="https://drive.google.com/file/d/1L0gtDJPfdKGc2QIK7v6XQ_jF7GXqKhOF/view?usp=drive_link"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3.emf"/><Relationship Id="rId5" Type="http://schemas.openxmlformats.org/officeDocument/2006/relationships/chart" Target="../charts/chart25.xml"/><Relationship Id="rId4" Type="http://schemas.openxmlformats.org/officeDocument/2006/relationships/hyperlink" Target="https://drive.google.com/file/d/1ujQcyFB6VxO7zUANow8wL5GeMkVI6o1B/view?usp=drive_link"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4.emf"/><Relationship Id="rId5" Type="http://schemas.openxmlformats.org/officeDocument/2006/relationships/chart" Target="../charts/chart26.xml"/><Relationship Id="rId4" Type="http://schemas.openxmlformats.org/officeDocument/2006/relationships/hyperlink" Target="https://drive.google.com/file/d/1lBeDcAMNK1RCU2s6EgCIjpjunHlYv_te/view?usp=drive_link"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5.emf"/><Relationship Id="rId5" Type="http://schemas.openxmlformats.org/officeDocument/2006/relationships/chart" Target="../charts/chart27.xml"/><Relationship Id="rId4" Type="http://schemas.openxmlformats.org/officeDocument/2006/relationships/hyperlink" Target="https://drive.google.com/file/d/1q8lrEhfNqjUaef_YGEM5seSDtI3bVPXR/view?usp=drive_link"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6.emf"/><Relationship Id="rId5" Type="http://schemas.openxmlformats.org/officeDocument/2006/relationships/chart" Target="../charts/chart28.xml"/><Relationship Id="rId4" Type="http://schemas.openxmlformats.org/officeDocument/2006/relationships/hyperlink" Target="https://drive.google.com/file/d/1oRhMEnBBeI8gYtZKRUoADsb_-q_-dJvv/view?usp=drive_link"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7.emf"/><Relationship Id="rId5" Type="http://schemas.openxmlformats.org/officeDocument/2006/relationships/chart" Target="../charts/chart29.xml"/><Relationship Id="rId4" Type="http://schemas.openxmlformats.org/officeDocument/2006/relationships/hyperlink" Target="https://drive.google.com/file/d/12lOHEumJPcCGRy-UqE9irlJAwB-w8tbk/view?usp=drive_link"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8.emf"/><Relationship Id="rId5" Type="http://schemas.openxmlformats.org/officeDocument/2006/relationships/chart" Target="../charts/chart30.xml"/><Relationship Id="rId4" Type="http://schemas.openxmlformats.org/officeDocument/2006/relationships/hyperlink" Target="https://drive.google.com/file/d/1SnNABuTXs4qMzLkLhoIgTW-6vhA3SnyB/view?usp=drive_link"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9.emf"/><Relationship Id="rId5" Type="http://schemas.openxmlformats.org/officeDocument/2006/relationships/chart" Target="../charts/chart31.xml"/><Relationship Id="rId4" Type="http://schemas.openxmlformats.org/officeDocument/2006/relationships/hyperlink" Target="https://drive.google.com/file/d/1pLssSWXVQtrruPe8GjFTQmglREqXGASJ/view?usp=drive_link"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drive.google.com/file/d/1uIZA9DHlILYT_qurOsyvdRLAxkZuJRBc/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ZS35rfMNKCamWP-yz72JCx2GKOXpDNn7/view?usp=drive_link"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drive.google.com/file/d/1Ld56HoEhYmWzGTFuIF5mvVuIpfV09JaF/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FA317-B3C6-544A-9CEC-25C659152B7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812C31D-3CC5-AE6F-6DC6-DC2AB7DB08B7}"/>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D12CA50E-0C11-3EB7-AA8E-DD7D2EFB3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D74108FF-D162-4798-6724-54AB54E7D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7B31CB7F-F65F-251B-F642-C7D40861EB8B}"/>
              </a:ext>
            </a:extLst>
          </p:cNvPr>
          <p:cNvSpPr txBox="1"/>
          <p:nvPr/>
        </p:nvSpPr>
        <p:spPr>
          <a:xfrm>
            <a:off x="251668" y="2650588"/>
            <a:ext cx="2633088" cy="1569660"/>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AUDITORIA </a:t>
            </a:r>
          </a:p>
          <a:p>
            <a:pPr algn="ctr"/>
            <a:r>
              <a:rPr lang="es-MX" sz="2400" b="1" dirty="0">
                <a:solidFill>
                  <a:schemeClr val="bg1"/>
                </a:solidFill>
                <a:latin typeface="ui-sans-serif"/>
              </a:rPr>
              <a:t>- Agosto 2025 - </a:t>
            </a:r>
            <a:endParaRPr lang="es-CO" sz="2400" b="1" dirty="0">
              <a:solidFill>
                <a:schemeClr val="bg1"/>
              </a:solidFill>
            </a:endParaRPr>
          </a:p>
        </p:txBody>
      </p:sp>
    </p:spTree>
    <p:extLst>
      <p:ext uri="{BB962C8B-B14F-4D97-AF65-F5344CB8AC3E}">
        <p14:creationId xmlns:p14="http://schemas.microsoft.com/office/powerpoint/2010/main" val="362602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La auditoria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Agosto</a:t>
            </a:r>
            <a:endParaRPr lang="es-CO" sz="1600" dirty="0"/>
          </a:p>
        </p:txBody>
      </p:sp>
      <p:sp>
        <p:nvSpPr>
          <p:cNvPr id="15" name="CuadroTexto 14">
            <a:extLst>
              <a:ext uri="{FF2B5EF4-FFF2-40B4-BE49-F238E27FC236}">
                <a16:creationId xmlns:a16="http://schemas.microsoft.com/office/drawing/2014/main" id="{155A1899-F51E-9451-B8A7-0A68A2BA8466}"/>
              </a:ext>
            </a:extLst>
          </p:cNvPr>
          <p:cNvSpPr txBox="1"/>
          <p:nvPr/>
        </p:nvSpPr>
        <p:spPr>
          <a:xfrm>
            <a:off x="2889029" y="2879302"/>
            <a:ext cx="8757396" cy="3600986"/>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1200" dirty="0">
              <a:solidFill>
                <a:srgbClr val="C00000"/>
              </a:solidFill>
            </a:endParaRPr>
          </a:p>
          <a:p>
            <a:pPr algn="just"/>
            <a:r>
              <a:rPr lang="es-MX" sz="1200" b="1" dirty="0"/>
              <a:t>ACTIVIDADES DEL MES: </a:t>
            </a:r>
            <a:r>
              <a:rPr lang="es-MX" sz="1200" dirty="0"/>
              <a:t>Implementación de las actividades de acuerdo al canal: </a:t>
            </a:r>
            <a:endParaRPr lang="es-MX" sz="1200" b="1" dirty="0"/>
          </a:p>
          <a:p>
            <a:pPr marL="742950" lvl="1" indent="-285750" algn="just">
              <a:buFont typeface="Arial" panose="020B0604020202020204" pitchFamily="34" charset="0"/>
              <a:buChar char="•"/>
            </a:pPr>
            <a:r>
              <a:rPr lang="es-MX" sz="1200" u="sng" dirty="0"/>
              <a:t>Moderno:</a:t>
            </a:r>
            <a:r>
              <a:rPr lang="es-CO" sz="1200" dirty="0"/>
              <a:t> Tiene implementado el material pop correspondiente a las promociones que aplican en el pdv</a:t>
            </a:r>
          </a:p>
          <a:p>
            <a:pPr marL="742950" lvl="1" indent="-285750" algn="just">
              <a:buFont typeface="Arial" panose="020B0604020202020204" pitchFamily="34" charset="0"/>
              <a:buChar char="•"/>
            </a:pPr>
            <a:r>
              <a:rPr lang="es-CO" sz="1200" dirty="0"/>
              <a:t>Tiene implementadas las exhibiciones negociadas en el pdv</a:t>
            </a:r>
          </a:p>
          <a:p>
            <a:pPr marL="742950" lvl="1" indent="-285750" algn="just">
              <a:buFont typeface="Arial" panose="020B0604020202020204" pitchFamily="34" charset="0"/>
              <a:buChar char="•"/>
            </a:pPr>
            <a:r>
              <a:rPr lang="es-MX" sz="1200" u="sng" dirty="0"/>
              <a:t>Especializado:</a:t>
            </a:r>
            <a:r>
              <a:rPr lang="es-CO" sz="1200" dirty="0"/>
              <a:t> Se encuentra el material pop con la dinámica del mes del gato</a:t>
            </a:r>
          </a:p>
          <a:p>
            <a:pPr marL="742950" lvl="1" indent="-285750" algn="just">
              <a:buFont typeface="Arial" panose="020B0604020202020204" pitchFamily="34" charset="0"/>
              <a:buChar char="•"/>
            </a:pPr>
            <a:r>
              <a:rPr lang="es-CO" sz="1200" dirty="0"/>
              <a:t>Se encuentra en el lineal las referencias 1,5 en pu y adu de la marca excellent</a:t>
            </a:r>
          </a:p>
          <a:p>
            <a:pPr marL="742950" lvl="1" indent="-285750" algn="just">
              <a:buFont typeface="Arial" panose="020B0604020202020204" pitchFamily="34" charset="0"/>
              <a:buChar char="•"/>
            </a:pPr>
            <a:r>
              <a:rPr lang="es-CO" sz="1200" dirty="0"/>
              <a:t>Se encuentra la nueva referencia de excellent esterilizado de 1k</a:t>
            </a:r>
          </a:p>
          <a:p>
            <a:pPr marL="742950" lvl="1" indent="-285750" algn="just">
              <a:buFont typeface="Arial" panose="020B0604020202020204" pitchFamily="34" charset="0"/>
              <a:buChar char="•"/>
            </a:pPr>
            <a:r>
              <a:rPr lang="es-MX" sz="1200" u="sng" dirty="0"/>
              <a:t>Tradicional:</a:t>
            </a:r>
            <a:r>
              <a:rPr lang="es-CO" sz="1200" dirty="0"/>
              <a:t> Está implementada la nueva estrategia de baja de precios</a:t>
            </a:r>
          </a:p>
          <a:p>
            <a:pPr marL="742950" lvl="1" indent="-285750" algn="just">
              <a:buFont typeface="Arial" panose="020B0604020202020204" pitchFamily="34" charset="0"/>
              <a:buChar char="•"/>
            </a:pPr>
            <a:endParaRPr lang="es-MX" sz="1200" dirty="0"/>
          </a:p>
          <a:p>
            <a:pPr algn="just"/>
            <a:r>
              <a:rPr lang="es-MX" sz="1200" b="1" dirty="0"/>
              <a:t>EJECUCION DEL PDV:  </a:t>
            </a:r>
            <a:r>
              <a:rPr lang="es-MX" sz="1200" dirty="0"/>
              <a:t>Limpieza del pdv, Precio y surtido de productos, Infaltables, ayuda ventas, conocimiento en surtidos, estrategia de exhibición para las marcas Mainstrain (Alpo y Gatsy) de Purina , % de participación que tiene en el punto de venta.</a:t>
            </a:r>
          </a:p>
          <a:p>
            <a:pPr algn="just"/>
            <a:endParaRPr lang="es-MX" sz="1200" dirty="0"/>
          </a:p>
          <a:p>
            <a:pPr algn="just"/>
            <a:r>
              <a:rPr lang="es-MX" sz="1200" b="1" dirty="0"/>
              <a:t>HORARIO: </a:t>
            </a:r>
            <a:r>
              <a:rPr lang="es-MX" sz="1200" dirty="0"/>
              <a:t>El asesor debe estar presente en pdv en los turnos compartidos por malla horaria. </a:t>
            </a:r>
          </a:p>
          <a:p>
            <a:pPr algn="just"/>
            <a:endParaRPr lang="es-MX" sz="12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sp>
        <p:nvSpPr>
          <p:cNvPr id="7" name="CuadroTexto 6">
            <a:extLst>
              <a:ext uri="{FF2B5EF4-FFF2-40B4-BE49-F238E27FC236}">
                <a16:creationId xmlns:a16="http://schemas.microsoft.com/office/drawing/2014/main" id="{0E41E785-529C-A43B-8A21-629A13A8B856}"/>
              </a:ext>
            </a:extLst>
          </p:cNvPr>
          <p:cNvSpPr txBox="1"/>
          <p:nvPr/>
        </p:nvSpPr>
        <p:spPr>
          <a:xfrm>
            <a:off x="884513" y="2860174"/>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49D9442A-C892-F626-09BD-F1584A659371}"/>
              </a:ext>
            </a:extLst>
          </p:cNvPr>
          <p:cNvPicPr>
            <a:picLocks noChangeAspect="1"/>
          </p:cNvPicPr>
          <p:nvPr/>
        </p:nvPicPr>
        <p:blipFill>
          <a:blip r:embed="rId2"/>
          <a:stretch>
            <a:fillRect/>
          </a:stretch>
        </p:blipFill>
        <p:spPr>
          <a:xfrm>
            <a:off x="5653920" y="1620770"/>
            <a:ext cx="3227614" cy="1239404"/>
          </a:xfrm>
          <a:prstGeom prst="rect">
            <a:avLst/>
          </a:prstGeom>
        </p:spPr>
      </p:pic>
      <p:sp>
        <p:nvSpPr>
          <p:cNvPr id="3" name="Rectángulo 2">
            <a:extLst>
              <a:ext uri="{FF2B5EF4-FFF2-40B4-BE49-F238E27FC236}">
                <a16:creationId xmlns:a16="http://schemas.microsoft.com/office/drawing/2014/main" id="{36FB5FE9-B5FF-430C-70DD-1A98F0726A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1C9301DA-7D65-61FA-00C5-DCF2DF3F7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pic>
        <p:nvPicPr>
          <p:cNvPr id="9" name="Imagen 8">
            <a:extLst>
              <a:ext uri="{FF2B5EF4-FFF2-40B4-BE49-F238E27FC236}">
                <a16:creationId xmlns:a16="http://schemas.microsoft.com/office/drawing/2014/main" id="{B0A9F72B-E537-E615-BDF3-E778A4C02645}"/>
              </a:ext>
            </a:extLst>
          </p:cNvPr>
          <p:cNvPicPr>
            <a:picLocks noChangeAspect="1"/>
          </p:cNvPicPr>
          <p:nvPr/>
        </p:nvPicPr>
        <p:blipFill>
          <a:blip r:embed="rId4">
            <a:biLevel thresh="75000"/>
          </a:blip>
          <a:stretch>
            <a:fillRect/>
          </a:stretch>
        </p:blipFill>
        <p:spPr>
          <a:xfrm>
            <a:off x="271807" y="2628025"/>
            <a:ext cx="463336" cy="463336"/>
          </a:xfrm>
          <a:prstGeom prst="rect">
            <a:avLst/>
          </a:prstGeom>
        </p:spPr>
      </p:pic>
      <p:sp>
        <p:nvSpPr>
          <p:cNvPr id="10" name="CuadroTexto 9">
            <a:extLst>
              <a:ext uri="{FF2B5EF4-FFF2-40B4-BE49-F238E27FC236}">
                <a16:creationId xmlns:a16="http://schemas.microsoft.com/office/drawing/2014/main" id="{EAD073F4-A477-AEE0-77F8-5D2AC485F9CF}"/>
              </a:ext>
            </a:extLst>
          </p:cNvPr>
          <p:cNvSpPr txBox="1"/>
          <p:nvPr/>
        </p:nvSpPr>
        <p:spPr>
          <a:xfrm>
            <a:off x="759960" y="2608897"/>
            <a:ext cx="1613504" cy="584775"/>
          </a:xfrm>
          <a:prstGeom prst="rect">
            <a:avLst/>
          </a:prstGeom>
          <a:noFill/>
        </p:spPr>
        <p:txBody>
          <a:bodyPr wrap="square" rtlCol="0">
            <a:spAutoFit/>
          </a:bodyPr>
          <a:lstStyle/>
          <a:p>
            <a:r>
              <a:rPr lang="es-MX" sz="1600" dirty="0">
                <a:solidFill>
                  <a:schemeClr val="bg1"/>
                </a:solidFill>
              </a:rPr>
              <a:t>6 pdv evaluado</a:t>
            </a:r>
          </a:p>
          <a:p>
            <a:r>
              <a:rPr lang="es-MX" sz="1600" b="1" dirty="0">
                <a:solidFill>
                  <a:schemeClr val="bg1"/>
                </a:solidFill>
              </a:rPr>
              <a:t>Cali</a:t>
            </a:r>
            <a:endParaRPr lang="es-CO" sz="1600" b="1" dirty="0">
              <a:solidFill>
                <a:schemeClr val="bg1"/>
              </a:solidFill>
            </a:endParaRPr>
          </a:p>
        </p:txBody>
      </p:sp>
      <p:pic>
        <p:nvPicPr>
          <p:cNvPr id="11" name="Imagen 10">
            <a:extLst>
              <a:ext uri="{FF2B5EF4-FFF2-40B4-BE49-F238E27FC236}">
                <a16:creationId xmlns:a16="http://schemas.microsoft.com/office/drawing/2014/main" id="{E20A277C-F2F0-93DA-EA64-922FBA47CD4A}"/>
              </a:ext>
            </a:extLst>
          </p:cNvPr>
          <p:cNvPicPr>
            <a:picLocks noChangeAspect="1"/>
          </p:cNvPicPr>
          <p:nvPr/>
        </p:nvPicPr>
        <p:blipFill>
          <a:blip r:embed="rId4">
            <a:biLevel thresh="75000"/>
          </a:blip>
          <a:stretch>
            <a:fillRect/>
          </a:stretch>
        </p:blipFill>
        <p:spPr>
          <a:xfrm>
            <a:off x="271807" y="3493380"/>
            <a:ext cx="463336" cy="463336"/>
          </a:xfrm>
          <a:prstGeom prst="rect">
            <a:avLst/>
          </a:prstGeom>
        </p:spPr>
      </p:pic>
      <p:sp>
        <p:nvSpPr>
          <p:cNvPr id="12" name="CuadroTexto 11">
            <a:extLst>
              <a:ext uri="{FF2B5EF4-FFF2-40B4-BE49-F238E27FC236}">
                <a16:creationId xmlns:a16="http://schemas.microsoft.com/office/drawing/2014/main" id="{1A100F43-6350-86BC-BFE8-EB7D82D0A2CF}"/>
              </a:ext>
            </a:extLst>
          </p:cNvPr>
          <p:cNvSpPr txBox="1"/>
          <p:nvPr/>
        </p:nvSpPr>
        <p:spPr>
          <a:xfrm>
            <a:off x="759960" y="3474252"/>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Barranquilla</a:t>
            </a:r>
            <a:endParaRPr lang="es-CO" sz="1600" b="1" dirty="0">
              <a:solidFill>
                <a:schemeClr val="bg1"/>
              </a:solidFill>
            </a:endParaRPr>
          </a:p>
        </p:txBody>
      </p:sp>
      <p:sp>
        <p:nvSpPr>
          <p:cNvPr id="2" name="CuadroTexto 1">
            <a:extLst>
              <a:ext uri="{FF2B5EF4-FFF2-40B4-BE49-F238E27FC236}">
                <a16:creationId xmlns:a16="http://schemas.microsoft.com/office/drawing/2014/main" id="{781E295D-2C0A-4EEA-216F-1F51D01B00DD}"/>
              </a:ext>
            </a:extLst>
          </p:cNvPr>
          <p:cNvSpPr txBox="1"/>
          <p:nvPr/>
        </p:nvSpPr>
        <p:spPr>
          <a:xfrm>
            <a:off x="759960" y="1691201"/>
            <a:ext cx="1613504" cy="584775"/>
          </a:xfrm>
          <a:prstGeom prst="rect">
            <a:avLst/>
          </a:prstGeom>
          <a:noFill/>
        </p:spPr>
        <p:txBody>
          <a:bodyPr wrap="square" rtlCol="0">
            <a:spAutoFit/>
          </a:bodyPr>
          <a:lstStyle/>
          <a:p>
            <a:r>
              <a:rPr lang="es-MX" sz="1600" dirty="0">
                <a:solidFill>
                  <a:schemeClr val="bg1"/>
                </a:solidFill>
              </a:rPr>
              <a:t>6 pdv evaluado</a:t>
            </a:r>
          </a:p>
          <a:p>
            <a:r>
              <a:rPr lang="es-MX" sz="1600" b="1" dirty="0">
                <a:solidFill>
                  <a:schemeClr val="bg1"/>
                </a:solidFill>
              </a:rPr>
              <a:t>Bogotá</a:t>
            </a:r>
            <a:endParaRPr lang="es-CO" sz="1600" b="1" dirty="0">
              <a:solidFill>
                <a:schemeClr val="bg1"/>
              </a:solidFill>
            </a:endParaRPr>
          </a:p>
        </p:txBody>
      </p:sp>
      <p:pic>
        <p:nvPicPr>
          <p:cNvPr id="4" name="Imagen 3">
            <a:extLst>
              <a:ext uri="{FF2B5EF4-FFF2-40B4-BE49-F238E27FC236}">
                <a16:creationId xmlns:a16="http://schemas.microsoft.com/office/drawing/2014/main" id="{BC58F7CD-DD33-B009-7CE4-45D7A9516366}"/>
              </a:ext>
            </a:extLst>
          </p:cNvPr>
          <p:cNvPicPr>
            <a:picLocks noChangeAspect="1"/>
          </p:cNvPicPr>
          <p:nvPr/>
        </p:nvPicPr>
        <p:blipFill>
          <a:blip r:embed="rId4">
            <a:biLevel thresh="75000"/>
          </a:blip>
          <a:stretch>
            <a:fillRect/>
          </a:stretch>
        </p:blipFill>
        <p:spPr>
          <a:xfrm>
            <a:off x="296624" y="1743542"/>
            <a:ext cx="463336" cy="463336"/>
          </a:xfrm>
          <a:prstGeom prst="rect">
            <a:avLst/>
          </a:prstGeom>
        </p:spPr>
      </p:pic>
    </p:spTree>
    <p:extLst>
      <p:ext uri="{BB962C8B-B14F-4D97-AF65-F5344CB8AC3E}">
        <p14:creationId xmlns:p14="http://schemas.microsoft.com/office/powerpoint/2010/main" val="108101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328821"/>
            <a:ext cx="8652072" cy="49244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300" dirty="0"/>
              <a:t>Del panel propuesto de 15 PDV, se logran visitar 15 pdv con 11 auditorias efectivas.  </a:t>
            </a:r>
          </a:p>
          <a:p>
            <a:pPr marL="285750" indent="-285750">
              <a:buFont typeface="Arial" panose="020B0604020202020204" pitchFamily="34" charset="0"/>
              <a:buChar char="•"/>
            </a:pPr>
            <a:r>
              <a:rPr lang="es-MX" sz="1300" dirty="0"/>
              <a:t>Detalle de la ejecucion por ciudad de acuerdo con los objetivos propuestos:</a:t>
            </a:r>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1107996"/>
          </a:xfrm>
          <a:prstGeom prst="rect">
            <a:avLst/>
          </a:prstGeom>
          <a:noFill/>
        </p:spPr>
        <p:txBody>
          <a:bodyPr wrap="square" lIns="91440" tIns="45720" rIns="91440" bIns="45720" rtlCol="0" anchor="t">
            <a:spAutoFit/>
          </a:bodyPr>
          <a:lstStyle/>
          <a:p>
            <a:r>
              <a:rPr lang="es-MX" b="1" dirty="0"/>
              <a:t>AUDITORIA - PURINA</a:t>
            </a:r>
          </a:p>
          <a:p>
            <a:r>
              <a:rPr lang="es-MX" sz="1600" dirty="0"/>
              <a:t>Agosto</a:t>
            </a:r>
          </a:p>
          <a:p>
            <a:endParaRPr lang="es-MX" sz="1600" dirty="0"/>
          </a:p>
          <a:p>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57088" y="3619541"/>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AUDITORIA EFECTIVA</a:t>
            </a:r>
            <a:r>
              <a:rPr lang="es-MX" sz="1400" dirty="0"/>
              <a:t>: </a:t>
            </a:r>
          </a:p>
        </p:txBody>
      </p:sp>
      <p:pic>
        <p:nvPicPr>
          <p:cNvPr id="13" name="Imagen 12">
            <a:extLst>
              <a:ext uri="{FF2B5EF4-FFF2-40B4-BE49-F238E27FC236}">
                <a16:creationId xmlns:a16="http://schemas.microsoft.com/office/drawing/2014/main" id="{E27C1E56-21E1-0BB0-BC5B-8D2061349E24}"/>
              </a:ext>
            </a:extLst>
          </p:cNvPr>
          <p:cNvPicPr>
            <a:picLocks noChangeAspect="1"/>
          </p:cNvPicPr>
          <p:nvPr/>
        </p:nvPicPr>
        <p:blipFill>
          <a:blip r:embed="rId3">
            <a:biLevel thresh="75000"/>
          </a:blip>
          <a:stretch>
            <a:fillRect/>
          </a:stretch>
        </p:blipFill>
        <p:spPr>
          <a:xfrm>
            <a:off x="271807" y="2628025"/>
            <a:ext cx="463336" cy="463336"/>
          </a:xfrm>
          <a:prstGeom prst="rect">
            <a:avLst/>
          </a:prstGeom>
        </p:spPr>
      </p:pic>
      <p:sp>
        <p:nvSpPr>
          <p:cNvPr id="15" name="CuadroTexto 14">
            <a:extLst>
              <a:ext uri="{FF2B5EF4-FFF2-40B4-BE49-F238E27FC236}">
                <a16:creationId xmlns:a16="http://schemas.microsoft.com/office/drawing/2014/main" id="{7CD93BE8-6BDE-7E93-BC6E-2512101AF54D}"/>
              </a:ext>
            </a:extLst>
          </p:cNvPr>
          <p:cNvSpPr txBox="1"/>
          <p:nvPr/>
        </p:nvSpPr>
        <p:spPr>
          <a:xfrm>
            <a:off x="759960" y="2608897"/>
            <a:ext cx="1613504" cy="584775"/>
          </a:xfrm>
          <a:prstGeom prst="rect">
            <a:avLst/>
          </a:prstGeom>
          <a:noFill/>
        </p:spPr>
        <p:txBody>
          <a:bodyPr wrap="square" rtlCol="0">
            <a:spAutoFit/>
          </a:bodyPr>
          <a:lstStyle/>
          <a:p>
            <a:r>
              <a:rPr lang="es-MX" sz="1600" dirty="0">
                <a:solidFill>
                  <a:schemeClr val="bg1"/>
                </a:solidFill>
              </a:rPr>
              <a:t>5 pdv evaluado</a:t>
            </a:r>
          </a:p>
          <a:p>
            <a:r>
              <a:rPr lang="es-MX" sz="1600" b="1" dirty="0">
                <a:solidFill>
                  <a:schemeClr val="bg1"/>
                </a:solidFill>
              </a:rPr>
              <a:t>Cali</a:t>
            </a:r>
            <a:endParaRPr lang="es-CO" sz="1600" b="1" dirty="0">
              <a:solidFill>
                <a:schemeClr val="bg1"/>
              </a:solidFill>
            </a:endParaRPr>
          </a:p>
        </p:txBody>
      </p:sp>
      <p:pic>
        <p:nvPicPr>
          <p:cNvPr id="16" name="Imagen 15">
            <a:extLst>
              <a:ext uri="{FF2B5EF4-FFF2-40B4-BE49-F238E27FC236}">
                <a16:creationId xmlns:a16="http://schemas.microsoft.com/office/drawing/2014/main" id="{E8533C18-6E2D-E568-ED7A-5A7A69D530DA}"/>
              </a:ext>
            </a:extLst>
          </p:cNvPr>
          <p:cNvPicPr>
            <a:picLocks noChangeAspect="1"/>
          </p:cNvPicPr>
          <p:nvPr/>
        </p:nvPicPr>
        <p:blipFill>
          <a:blip r:embed="rId3">
            <a:biLevel thresh="75000"/>
          </a:blip>
          <a:stretch>
            <a:fillRect/>
          </a:stretch>
        </p:blipFill>
        <p:spPr>
          <a:xfrm>
            <a:off x="271807" y="3493380"/>
            <a:ext cx="463336" cy="463336"/>
          </a:xfrm>
          <a:prstGeom prst="rect">
            <a:avLst/>
          </a:prstGeom>
        </p:spPr>
      </p:pic>
      <p:sp>
        <p:nvSpPr>
          <p:cNvPr id="17" name="CuadroTexto 16">
            <a:extLst>
              <a:ext uri="{FF2B5EF4-FFF2-40B4-BE49-F238E27FC236}">
                <a16:creationId xmlns:a16="http://schemas.microsoft.com/office/drawing/2014/main" id="{7966B387-CF78-468A-C72A-A2EA9C25D403}"/>
              </a:ext>
            </a:extLst>
          </p:cNvPr>
          <p:cNvSpPr txBox="1"/>
          <p:nvPr/>
        </p:nvSpPr>
        <p:spPr>
          <a:xfrm>
            <a:off x="759960" y="3474252"/>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Barranquilla</a:t>
            </a:r>
            <a:endParaRPr lang="es-CO" sz="1600" b="1" dirty="0">
              <a:solidFill>
                <a:schemeClr val="bg1"/>
              </a:solidFill>
            </a:endParaRPr>
          </a:p>
        </p:txBody>
      </p:sp>
      <p:sp>
        <p:nvSpPr>
          <p:cNvPr id="23" name="CuadroTexto 22">
            <a:extLst>
              <a:ext uri="{FF2B5EF4-FFF2-40B4-BE49-F238E27FC236}">
                <a16:creationId xmlns:a16="http://schemas.microsoft.com/office/drawing/2014/main" id="{663FA1E0-15E2-7076-43A6-55F2EAA7ADB7}"/>
              </a:ext>
            </a:extLst>
          </p:cNvPr>
          <p:cNvSpPr txBox="1"/>
          <p:nvPr/>
        </p:nvSpPr>
        <p:spPr>
          <a:xfrm>
            <a:off x="759960" y="1691201"/>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24" name="Imagen 23">
            <a:extLst>
              <a:ext uri="{FF2B5EF4-FFF2-40B4-BE49-F238E27FC236}">
                <a16:creationId xmlns:a16="http://schemas.microsoft.com/office/drawing/2014/main" id="{20668043-CA19-2522-4305-0B1ABD43647B}"/>
              </a:ext>
            </a:extLst>
          </p:cNvPr>
          <p:cNvPicPr>
            <a:picLocks noChangeAspect="1"/>
          </p:cNvPicPr>
          <p:nvPr/>
        </p:nvPicPr>
        <p:blipFill>
          <a:blip r:embed="rId3">
            <a:biLevel thresh="75000"/>
          </a:blip>
          <a:stretch>
            <a:fillRect/>
          </a:stretch>
        </p:blipFill>
        <p:spPr>
          <a:xfrm>
            <a:off x="296624" y="1743542"/>
            <a:ext cx="463336" cy="463336"/>
          </a:xfrm>
          <a:prstGeom prst="rect">
            <a:avLst/>
          </a:prstGeom>
        </p:spPr>
      </p:pic>
      <p:pic>
        <p:nvPicPr>
          <p:cNvPr id="7" name="Imagen 6">
            <a:extLst>
              <a:ext uri="{FF2B5EF4-FFF2-40B4-BE49-F238E27FC236}">
                <a16:creationId xmlns:a16="http://schemas.microsoft.com/office/drawing/2014/main" id="{C075D712-4C8F-EDE2-8E85-475C5AD13E25}"/>
              </a:ext>
            </a:extLst>
          </p:cNvPr>
          <p:cNvPicPr>
            <a:picLocks noChangeAspect="1"/>
          </p:cNvPicPr>
          <p:nvPr/>
        </p:nvPicPr>
        <p:blipFill>
          <a:blip r:embed="rId4"/>
          <a:stretch>
            <a:fillRect/>
          </a:stretch>
        </p:blipFill>
        <p:spPr>
          <a:xfrm>
            <a:off x="2990333" y="1998540"/>
            <a:ext cx="8847171" cy="1475712"/>
          </a:xfrm>
          <a:prstGeom prst="rect">
            <a:avLst/>
          </a:prstGeom>
        </p:spPr>
      </p:pic>
      <p:pic>
        <p:nvPicPr>
          <p:cNvPr id="14" name="Imagen 13">
            <a:extLst>
              <a:ext uri="{FF2B5EF4-FFF2-40B4-BE49-F238E27FC236}">
                <a16:creationId xmlns:a16="http://schemas.microsoft.com/office/drawing/2014/main" id="{F08B461F-4281-7679-894F-761CC4F66552}"/>
              </a:ext>
            </a:extLst>
          </p:cNvPr>
          <p:cNvPicPr>
            <a:picLocks noChangeAspect="1"/>
          </p:cNvPicPr>
          <p:nvPr/>
        </p:nvPicPr>
        <p:blipFill>
          <a:blip r:embed="rId5"/>
          <a:stretch>
            <a:fillRect/>
          </a:stretch>
        </p:blipFill>
        <p:spPr>
          <a:xfrm>
            <a:off x="2990333" y="4202699"/>
            <a:ext cx="8860490" cy="2086371"/>
          </a:xfrm>
          <a:prstGeom prst="rect">
            <a:avLst/>
          </a:prstGeom>
        </p:spPr>
      </p:pic>
    </p:spTree>
    <p:extLst>
      <p:ext uri="{BB962C8B-B14F-4D97-AF65-F5344CB8AC3E}">
        <p14:creationId xmlns:p14="http://schemas.microsoft.com/office/powerpoint/2010/main" val="387978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374E-B733-B0F9-1088-1EB4EA9223A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BDE0322-30DB-9007-ED46-C39CBD8D1A5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F8664AF-1E86-C238-78AC-FD7CDD600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DC45A2B3-CBE7-6AF2-715B-B91866D1BE66}"/>
              </a:ext>
            </a:extLst>
          </p:cNvPr>
          <p:cNvSpPr txBox="1"/>
          <p:nvPr/>
        </p:nvSpPr>
        <p:spPr>
          <a:xfrm>
            <a:off x="2902157" y="843199"/>
            <a:ext cx="8572533" cy="523220"/>
          </a:xfrm>
          <a:prstGeom prst="rect">
            <a:avLst/>
          </a:prstGeom>
          <a:noFill/>
        </p:spPr>
        <p:txBody>
          <a:bodyPr wrap="square" lIns="91440" tIns="45720" rIns="91440" bIns="45720" rtlCol="0" anchor="t">
            <a:spAutoFit/>
          </a:bodyPr>
          <a:lstStyle/>
          <a:p>
            <a:r>
              <a:rPr lang="es-MX" sz="1400" dirty="0"/>
              <a:t>Evaluando los pdv se obtiene un resultado del Mystery de un 70% frente a los KPIS propuestos de gestión. </a:t>
            </a:r>
          </a:p>
          <a:p>
            <a:r>
              <a:rPr lang="es-MX" sz="1400" dirty="0"/>
              <a:t>Se evidencia oportunidad en todos los clústeres evaluados en cada uno de los canales. </a:t>
            </a:r>
            <a:endParaRPr lang="es-CO" sz="1400" dirty="0"/>
          </a:p>
        </p:txBody>
      </p:sp>
      <p:cxnSp>
        <p:nvCxnSpPr>
          <p:cNvPr id="9" name="Conector recto 8">
            <a:extLst>
              <a:ext uri="{FF2B5EF4-FFF2-40B4-BE49-F238E27FC236}">
                <a16:creationId xmlns:a16="http://schemas.microsoft.com/office/drawing/2014/main" id="{889F43F9-A8D1-2800-F11E-55D722EFFAFC}"/>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FC92EF89-8EA7-2F37-9EBE-23952BEC36F9}"/>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A9D9D877-17BF-C4B1-DBE2-2D740DCE891B}"/>
              </a:ext>
            </a:extLst>
          </p:cNvPr>
          <p:cNvSpPr txBox="1"/>
          <p:nvPr/>
        </p:nvSpPr>
        <p:spPr>
          <a:xfrm>
            <a:off x="1052116" y="5466585"/>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75%</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F7E81395-129E-34AB-56A2-C2BF691746BB}"/>
              </a:ext>
            </a:extLst>
          </p:cNvPr>
          <p:cNvSpPr txBox="1"/>
          <p:nvPr/>
        </p:nvSpPr>
        <p:spPr>
          <a:xfrm>
            <a:off x="148165" y="4457507"/>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1F40C022-EC24-AD62-45FD-C18825EFF0C9}"/>
              </a:ext>
            </a:extLst>
          </p:cNvPr>
          <p:cNvPicPr>
            <a:picLocks noChangeAspect="1"/>
          </p:cNvPicPr>
          <p:nvPr/>
        </p:nvPicPr>
        <p:blipFill>
          <a:blip r:embed="rId4">
            <a:biLevel thresh="75000"/>
          </a:blip>
          <a:stretch>
            <a:fillRect/>
          </a:stretch>
        </p:blipFill>
        <p:spPr>
          <a:xfrm>
            <a:off x="300172" y="2325204"/>
            <a:ext cx="463336" cy="463336"/>
          </a:xfrm>
          <a:prstGeom prst="rect">
            <a:avLst/>
          </a:prstGeom>
        </p:spPr>
      </p:pic>
      <p:sp>
        <p:nvSpPr>
          <p:cNvPr id="3" name="CuadroTexto 2">
            <a:extLst>
              <a:ext uri="{FF2B5EF4-FFF2-40B4-BE49-F238E27FC236}">
                <a16:creationId xmlns:a16="http://schemas.microsoft.com/office/drawing/2014/main" id="{822204D8-A801-5484-A730-68B575CD7204}"/>
              </a:ext>
            </a:extLst>
          </p:cNvPr>
          <p:cNvSpPr txBox="1"/>
          <p:nvPr/>
        </p:nvSpPr>
        <p:spPr>
          <a:xfrm>
            <a:off x="788325" y="2306076"/>
            <a:ext cx="1613504" cy="584775"/>
          </a:xfrm>
          <a:prstGeom prst="rect">
            <a:avLst/>
          </a:prstGeom>
          <a:noFill/>
        </p:spPr>
        <p:txBody>
          <a:bodyPr wrap="square" rtlCol="0">
            <a:spAutoFit/>
          </a:bodyPr>
          <a:lstStyle/>
          <a:p>
            <a:r>
              <a:rPr lang="es-MX" sz="1600" dirty="0">
                <a:solidFill>
                  <a:schemeClr val="bg1"/>
                </a:solidFill>
              </a:rPr>
              <a:t>5 pdv evaluado</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083BFBD1-B8C8-AD84-F992-BC2995A91E6F}"/>
              </a:ext>
            </a:extLst>
          </p:cNvPr>
          <p:cNvPicPr>
            <a:picLocks noChangeAspect="1"/>
          </p:cNvPicPr>
          <p:nvPr/>
        </p:nvPicPr>
        <p:blipFill>
          <a:blip r:embed="rId4">
            <a:biLevel thresh="75000"/>
          </a:blip>
          <a:stretch>
            <a:fillRect/>
          </a:stretch>
        </p:blipFill>
        <p:spPr>
          <a:xfrm>
            <a:off x="300172" y="3190559"/>
            <a:ext cx="463336" cy="463336"/>
          </a:xfrm>
          <a:prstGeom prst="rect">
            <a:avLst/>
          </a:prstGeom>
        </p:spPr>
      </p:pic>
      <p:sp>
        <p:nvSpPr>
          <p:cNvPr id="6" name="CuadroTexto 5">
            <a:extLst>
              <a:ext uri="{FF2B5EF4-FFF2-40B4-BE49-F238E27FC236}">
                <a16:creationId xmlns:a16="http://schemas.microsoft.com/office/drawing/2014/main" id="{82359F3C-64F6-1870-6367-025E002D76DB}"/>
              </a:ext>
            </a:extLst>
          </p:cNvPr>
          <p:cNvSpPr txBox="1"/>
          <p:nvPr/>
        </p:nvSpPr>
        <p:spPr>
          <a:xfrm>
            <a:off x="788325" y="3171431"/>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Barranquilla</a:t>
            </a:r>
            <a:endParaRPr lang="es-CO" sz="1600" b="1" dirty="0">
              <a:solidFill>
                <a:schemeClr val="bg1"/>
              </a:solidFill>
            </a:endParaRPr>
          </a:p>
        </p:txBody>
      </p:sp>
      <p:sp>
        <p:nvSpPr>
          <p:cNvPr id="12" name="CuadroTexto 11">
            <a:extLst>
              <a:ext uri="{FF2B5EF4-FFF2-40B4-BE49-F238E27FC236}">
                <a16:creationId xmlns:a16="http://schemas.microsoft.com/office/drawing/2014/main" id="{A56C0D7C-16C6-2D3B-B087-A36CC226F911}"/>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Agosto</a:t>
            </a:r>
            <a:endParaRPr lang="es-CO" sz="1600" dirty="0"/>
          </a:p>
        </p:txBody>
      </p:sp>
      <p:sp>
        <p:nvSpPr>
          <p:cNvPr id="29" name="CuadroTexto 28">
            <a:extLst>
              <a:ext uri="{FF2B5EF4-FFF2-40B4-BE49-F238E27FC236}">
                <a16:creationId xmlns:a16="http://schemas.microsoft.com/office/drawing/2014/main" id="{7CF8D2E1-1556-C801-9A4E-C3B7E8B3951B}"/>
              </a:ext>
            </a:extLst>
          </p:cNvPr>
          <p:cNvSpPr txBox="1"/>
          <p:nvPr/>
        </p:nvSpPr>
        <p:spPr>
          <a:xfrm>
            <a:off x="2902157" y="5276141"/>
            <a:ext cx="8094284" cy="1169551"/>
          </a:xfrm>
          <a:prstGeom prst="rect">
            <a:avLst/>
          </a:prstGeom>
          <a:noFill/>
          <a:ln w="3175">
            <a:solidFill>
              <a:schemeClr val="tx1"/>
            </a:solidFill>
          </a:ln>
        </p:spPr>
        <p:txBody>
          <a:bodyPr wrap="square" lIns="91440" tIns="45720" rIns="91440" bIns="45720" rtlCol="0" anchor="t">
            <a:spAutoFit/>
          </a:bodyPr>
          <a:lstStyle/>
          <a:p>
            <a:pPr algn="just"/>
            <a:r>
              <a:rPr lang="es-MX" sz="1400" dirty="0"/>
              <a:t>Las novedades identificadas se presentan sobre todo en los PDV del canal moderno, y se relacionan con la falta de comunicación de las actividades del mes y con el cumplimiento del horario. </a:t>
            </a:r>
          </a:p>
          <a:p>
            <a:pPr algn="just"/>
            <a:r>
              <a:rPr lang="es-MX" sz="1400" dirty="0"/>
              <a:t>En general, se debe ahondar en habilidades comerciales, en manejar perfectamente el portafolio y dar a conocer al shopper las promociones y actividades vigentes durante el mes, así como también, se deben reforzar los temas de ejecución del PDV.</a:t>
            </a:r>
            <a:endParaRPr lang="es-MX" sz="1400" dirty="0">
              <a:highlight>
                <a:srgbClr val="FFFF00"/>
              </a:highlight>
              <a:latin typeface="+mj-lt"/>
            </a:endParaRPr>
          </a:p>
        </p:txBody>
      </p:sp>
      <p:graphicFrame>
        <p:nvGraphicFramePr>
          <p:cNvPr id="21" name="Gráfico 20">
            <a:extLst>
              <a:ext uri="{FF2B5EF4-FFF2-40B4-BE49-F238E27FC236}">
                <a16:creationId xmlns:a16="http://schemas.microsoft.com/office/drawing/2014/main" id="{D999FE1A-6116-4188-4598-09A426373573}"/>
              </a:ext>
            </a:extLst>
          </p:cNvPr>
          <p:cNvGraphicFramePr/>
          <p:nvPr>
            <p:extLst>
              <p:ext uri="{D42A27DB-BD31-4B8C-83A1-F6EECF244321}">
                <p14:modId xmlns:p14="http://schemas.microsoft.com/office/powerpoint/2010/main" val="4233826222"/>
              </p:ext>
            </p:extLst>
          </p:nvPr>
        </p:nvGraphicFramePr>
        <p:xfrm>
          <a:off x="440403" y="4953896"/>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4" name="CuadroTexto 13">
            <a:extLst>
              <a:ext uri="{FF2B5EF4-FFF2-40B4-BE49-F238E27FC236}">
                <a16:creationId xmlns:a16="http://schemas.microsoft.com/office/drawing/2014/main" id="{A3312F2B-AFC2-5EE2-6DC3-535BF7A6A8E4}"/>
              </a:ext>
            </a:extLst>
          </p:cNvPr>
          <p:cNvSpPr txBox="1"/>
          <p:nvPr/>
        </p:nvSpPr>
        <p:spPr>
          <a:xfrm>
            <a:off x="788325" y="1484201"/>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15" name="Imagen 14">
            <a:extLst>
              <a:ext uri="{FF2B5EF4-FFF2-40B4-BE49-F238E27FC236}">
                <a16:creationId xmlns:a16="http://schemas.microsoft.com/office/drawing/2014/main" id="{BD77644B-5F27-08FF-CB13-FC041A08084A}"/>
              </a:ext>
            </a:extLst>
          </p:cNvPr>
          <p:cNvPicPr>
            <a:picLocks noChangeAspect="1"/>
          </p:cNvPicPr>
          <p:nvPr/>
        </p:nvPicPr>
        <p:blipFill>
          <a:blip r:embed="rId4">
            <a:biLevel thresh="75000"/>
          </a:blip>
          <a:stretch>
            <a:fillRect/>
          </a:stretch>
        </p:blipFill>
        <p:spPr>
          <a:xfrm>
            <a:off x="324989" y="1536542"/>
            <a:ext cx="463336" cy="463336"/>
          </a:xfrm>
          <a:prstGeom prst="rect">
            <a:avLst/>
          </a:prstGeom>
        </p:spPr>
      </p:pic>
      <p:pic>
        <p:nvPicPr>
          <p:cNvPr id="23" name="Imagen 22">
            <a:extLst>
              <a:ext uri="{FF2B5EF4-FFF2-40B4-BE49-F238E27FC236}">
                <a16:creationId xmlns:a16="http://schemas.microsoft.com/office/drawing/2014/main" id="{1F52F899-D45B-4A23-EFF7-CC41834F7AF0}"/>
              </a:ext>
            </a:extLst>
          </p:cNvPr>
          <p:cNvPicPr>
            <a:picLocks noChangeAspect="1"/>
          </p:cNvPicPr>
          <p:nvPr/>
        </p:nvPicPr>
        <p:blipFill>
          <a:blip r:embed="rId6"/>
          <a:stretch>
            <a:fillRect/>
          </a:stretch>
        </p:blipFill>
        <p:spPr>
          <a:xfrm>
            <a:off x="2902157" y="1444541"/>
            <a:ext cx="8094284" cy="1726890"/>
          </a:xfrm>
          <a:prstGeom prst="rect">
            <a:avLst/>
          </a:prstGeom>
        </p:spPr>
      </p:pic>
      <p:pic>
        <p:nvPicPr>
          <p:cNvPr id="24" name="Imagen 23">
            <a:extLst>
              <a:ext uri="{FF2B5EF4-FFF2-40B4-BE49-F238E27FC236}">
                <a16:creationId xmlns:a16="http://schemas.microsoft.com/office/drawing/2014/main" id="{CD35B77E-44CE-DA29-16A5-9577B51E913B}"/>
              </a:ext>
            </a:extLst>
          </p:cNvPr>
          <p:cNvPicPr>
            <a:picLocks noChangeAspect="1"/>
          </p:cNvPicPr>
          <p:nvPr/>
        </p:nvPicPr>
        <p:blipFill>
          <a:blip r:embed="rId7"/>
          <a:stretch>
            <a:fillRect/>
          </a:stretch>
        </p:blipFill>
        <p:spPr>
          <a:xfrm>
            <a:off x="2902157" y="3360341"/>
            <a:ext cx="8094284" cy="1726890"/>
          </a:xfrm>
          <a:prstGeom prst="rect">
            <a:avLst/>
          </a:prstGeom>
        </p:spPr>
      </p:pic>
    </p:spTree>
    <p:extLst>
      <p:ext uri="{BB962C8B-B14F-4D97-AF65-F5344CB8AC3E}">
        <p14:creationId xmlns:p14="http://schemas.microsoft.com/office/powerpoint/2010/main" val="324461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C513-FD20-5AE7-5E18-842B9C3D630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5270F98-7841-EF25-3F17-83E370D9CD4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882EA71-6F65-7D41-B8F4-D4C4A6EAB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EA5748A5-1668-EB73-F07A-26108C3FA53A}"/>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E8423806-412A-088B-9430-AF48DB430174}"/>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92%</a:t>
            </a:r>
            <a:endParaRPr lang="es-CO" sz="2000" b="1"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225F0A62-0CCB-9768-C8CA-89B98E278468}"/>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7FD78266-31C7-16A6-FC76-E1FFAA3F9CE9}"/>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538D001C-83C6-38F6-498C-4915B35E5398}"/>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30" name="CuadroTexto 29">
            <a:extLst>
              <a:ext uri="{FF2B5EF4-FFF2-40B4-BE49-F238E27FC236}">
                <a16:creationId xmlns:a16="http://schemas.microsoft.com/office/drawing/2014/main" id="{34C5FF2A-B91C-186B-3D4B-C76ECB4B9870}"/>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PUPPIS VIVA BARRANQUILLA</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654B255-D269-ACBD-3343-65EFECE575E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1BBFA755-0142-7649-A29A-918855F23B9F}"/>
              </a:ext>
            </a:extLst>
          </p:cNvPr>
          <p:cNvSpPr txBox="1"/>
          <p:nvPr/>
        </p:nvSpPr>
        <p:spPr>
          <a:xfrm>
            <a:off x="4122295" y="3006512"/>
            <a:ext cx="5696262" cy="1815882"/>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Actividades del mes: </a:t>
            </a:r>
            <a:r>
              <a:rPr lang="es-MX" sz="1600" dirty="0"/>
              <a:t>De acuerdo con lo que se observa en el material de video, comunica que la dinámica del mes del gato ya llegó a la ciudad, sin embargo la fecha no concuerda con el inicio de dicha actividad, además no se evidencia que haya material de la misma</a:t>
            </a:r>
            <a:endParaRPr lang="es-MX" sz="1600" b="1" dirty="0"/>
          </a:p>
        </p:txBody>
      </p:sp>
      <p:graphicFrame>
        <p:nvGraphicFramePr>
          <p:cNvPr id="14" name="Gráfico 13">
            <a:extLst>
              <a:ext uri="{FF2B5EF4-FFF2-40B4-BE49-F238E27FC236}">
                <a16:creationId xmlns:a16="http://schemas.microsoft.com/office/drawing/2014/main" id="{093B6135-8E86-8EE0-DA04-61FE105BFEFA}"/>
              </a:ext>
            </a:extLst>
          </p:cNvPr>
          <p:cNvGraphicFramePr/>
          <p:nvPr>
            <p:extLst>
              <p:ext uri="{D42A27DB-BD31-4B8C-83A1-F6EECF244321}">
                <p14:modId xmlns:p14="http://schemas.microsoft.com/office/powerpoint/2010/main" val="956413173"/>
              </p:ext>
            </p:extLst>
          </p:nvPr>
        </p:nvGraphicFramePr>
        <p:xfrm>
          <a:off x="376201" y="4640586"/>
          <a:ext cx="1847779" cy="1403409"/>
        </p:xfrm>
        <a:graphic>
          <a:graphicData uri="http://schemas.openxmlformats.org/drawingml/2006/chart">
            <c:chart xmlns:c="http://schemas.openxmlformats.org/drawingml/2006/chart" xmlns:r="http://schemas.openxmlformats.org/officeDocument/2006/relationships" r:id="rId4"/>
          </a:graphicData>
        </a:graphic>
      </p:graphicFrame>
      <p:sp>
        <p:nvSpPr>
          <p:cNvPr id="12" name="CuadroTexto 11">
            <a:extLst>
              <a:ext uri="{FF2B5EF4-FFF2-40B4-BE49-F238E27FC236}">
                <a16:creationId xmlns:a16="http://schemas.microsoft.com/office/drawing/2014/main" id="{6888C449-0716-96AD-3B34-F79A73842454}"/>
              </a:ext>
            </a:extLst>
          </p:cNvPr>
          <p:cNvSpPr txBox="1"/>
          <p:nvPr/>
        </p:nvSpPr>
        <p:spPr>
          <a:xfrm>
            <a:off x="4122295" y="5159562"/>
            <a:ext cx="5696262" cy="923330"/>
          </a:xfrm>
          <a:prstGeom prst="rect">
            <a:avLst/>
          </a:prstGeom>
          <a:noFill/>
        </p:spPr>
        <p:txBody>
          <a:bodyPr wrap="square">
            <a:spAutoFit/>
          </a:bodyPr>
          <a:lstStyle/>
          <a:p>
            <a:r>
              <a:rPr lang="es-CO" u="sng" dirty="0">
                <a:hlinkClick r:id="rId5"/>
              </a:rPr>
              <a:t>https://drive.google.com/file/d/1fayNoRa6Uc9F1znaO1TJcIt2amndMo0G/view</a:t>
            </a:r>
            <a:endParaRPr lang="es-CO" u="sng" dirty="0"/>
          </a:p>
          <a:p>
            <a:endParaRPr lang="es-CO" dirty="0"/>
          </a:p>
        </p:txBody>
      </p:sp>
      <p:pic>
        <p:nvPicPr>
          <p:cNvPr id="10" name="Imagen 9">
            <a:extLst>
              <a:ext uri="{FF2B5EF4-FFF2-40B4-BE49-F238E27FC236}">
                <a16:creationId xmlns:a16="http://schemas.microsoft.com/office/drawing/2014/main" id="{61B8E9E6-38D7-9B42-0C48-6953458BE75C}"/>
              </a:ext>
            </a:extLst>
          </p:cNvPr>
          <p:cNvPicPr>
            <a:picLocks noChangeAspect="1"/>
          </p:cNvPicPr>
          <p:nvPr/>
        </p:nvPicPr>
        <p:blipFill>
          <a:blip r:embed="rId6"/>
          <a:stretch>
            <a:fillRect/>
          </a:stretch>
        </p:blipFill>
        <p:spPr>
          <a:xfrm>
            <a:off x="4122295" y="1101582"/>
            <a:ext cx="5696262" cy="1712303"/>
          </a:xfrm>
          <a:prstGeom prst="rect">
            <a:avLst/>
          </a:prstGeom>
        </p:spPr>
      </p:pic>
      <p:sp>
        <p:nvSpPr>
          <p:cNvPr id="5" name="CuadroTexto 4">
            <a:extLst>
              <a:ext uri="{FF2B5EF4-FFF2-40B4-BE49-F238E27FC236}">
                <a16:creationId xmlns:a16="http://schemas.microsoft.com/office/drawing/2014/main" id="{20B7017B-B193-B613-C87A-E39DE05659D6}"/>
              </a:ext>
            </a:extLst>
          </p:cNvPr>
          <p:cNvSpPr txBox="1"/>
          <p:nvPr/>
        </p:nvSpPr>
        <p:spPr>
          <a:xfrm>
            <a:off x="4196375" y="6043995"/>
            <a:ext cx="5696262" cy="584775"/>
          </a:xfrm>
          <a:prstGeom prst="rect">
            <a:avLst/>
          </a:prstGeom>
          <a:noFill/>
          <a:ln>
            <a:solidFill>
              <a:schemeClr val="tx1"/>
            </a:solidFill>
          </a:ln>
        </p:spPr>
        <p:txBody>
          <a:bodyPr wrap="square" rtlCol="0">
            <a:spAutoFit/>
          </a:bodyPr>
          <a:lstStyle/>
          <a:p>
            <a:pPr algn="just"/>
            <a:r>
              <a:rPr lang="es-MX" sz="1600" b="1" dirty="0"/>
              <a:t>MAL EJECUTADO EN CAMPO, LLEGA A LEER LA ENCUESTA Y EL VIDEO NO SE VE DE BUENA CALIDAD</a:t>
            </a:r>
          </a:p>
        </p:txBody>
      </p:sp>
    </p:spTree>
    <p:extLst>
      <p:ext uri="{BB962C8B-B14F-4D97-AF65-F5344CB8AC3E}">
        <p14:creationId xmlns:p14="http://schemas.microsoft.com/office/powerpoint/2010/main" val="927672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CA72-C7DC-7745-1CC6-BDBCF856249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EE8686E-B91A-9E6B-62A7-CD883591BEB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25997A0A-64EC-2C6D-0BAF-049280E08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70A9143-A4D1-C278-F938-ABF6B4364DBE}"/>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24E6B1F2-035F-8A1B-473D-4A237A8A77B4}"/>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100%</a:t>
            </a:r>
            <a:endParaRPr lang="es-CO" sz="2000" b="1"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CB434975-95CF-8F76-72C2-7C227DE12971}"/>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5EC67205-5F6A-AF85-41E1-AB2365D554D7}"/>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8AB4EF49-FC26-31E5-0DB0-642C0E63E555}"/>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30" name="CuadroTexto 29">
            <a:extLst>
              <a:ext uri="{FF2B5EF4-FFF2-40B4-BE49-F238E27FC236}">
                <a16:creationId xmlns:a16="http://schemas.microsoft.com/office/drawing/2014/main" id="{66A5E136-7154-3260-1737-F7AE658A220B}"/>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EASY ALTOS DEL PRADO - BARRANQUILLA</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44A7B6B1-B361-B3A7-C3F5-E70E2BA9AF3E}"/>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E0FCE5AB-D692-81AC-213F-4335A4187239}"/>
              </a:ext>
            </a:extLst>
          </p:cNvPr>
          <p:cNvSpPr txBox="1"/>
          <p:nvPr/>
        </p:nvSpPr>
        <p:spPr>
          <a:xfrm>
            <a:off x="4122295" y="3006512"/>
            <a:ext cx="5696262" cy="1815882"/>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a:p>
            <a:pPr marL="285750" indent="-285750" algn="just">
              <a:buFont typeface="Arial" panose="020B0604020202020204" pitchFamily="34" charset="0"/>
              <a:buChar char="•"/>
            </a:pPr>
            <a:endParaRPr lang="es-MX" sz="1600" b="1" dirty="0"/>
          </a:p>
        </p:txBody>
      </p:sp>
      <p:graphicFrame>
        <p:nvGraphicFramePr>
          <p:cNvPr id="14" name="Gráfico 13">
            <a:extLst>
              <a:ext uri="{FF2B5EF4-FFF2-40B4-BE49-F238E27FC236}">
                <a16:creationId xmlns:a16="http://schemas.microsoft.com/office/drawing/2014/main" id="{D3D8135A-A85D-02F4-9978-7BFA9DBB7E0F}"/>
              </a:ext>
            </a:extLst>
          </p:cNvPr>
          <p:cNvGraphicFramePr/>
          <p:nvPr>
            <p:extLst>
              <p:ext uri="{D42A27DB-BD31-4B8C-83A1-F6EECF244321}">
                <p14:modId xmlns:p14="http://schemas.microsoft.com/office/powerpoint/2010/main" val="2591802704"/>
              </p:ext>
            </p:extLst>
          </p:nvPr>
        </p:nvGraphicFramePr>
        <p:xfrm>
          <a:off x="414374" y="4605883"/>
          <a:ext cx="1847779" cy="1403409"/>
        </p:xfrm>
        <a:graphic>
          <a:graphicData uri="http://schemas.openxmlformats.org/drawingml/2006/chart">
            <c:chart xmlns:c="http://schemas.openxmlformats.org/drawingml/2006/chart" xmlns:r="http://schemas.openxmlformats.org/officeDocument/2006/relationships" r:id="rId4"/>
          </a:graphicData>
        </a:graphic>
      </p:graphicFrame>
      <p:sp>
        <p:nvSpPr>
          <p:cNvPr id="12" name="CuadroTexto 11">
            <a:extLst>
              <a:ext uri="{FF2B5EF4-FFF2-40B4-BE49-F238E27FC236}">
                <a16:creationId xmlns:a16="http://schemas.microsoft.com/office/drawing/2014/main" id="{5A5C9E8A-C0EE-2F2C-0D42-1CAE4B0B1FBB}"/>
              </a:ext>
            </a:extLst>
          </p:cNvPr>
          <p:cNvSpPr txBox="1"/>
          <p:nvPr/>
        </p:nvSpPr>
        <p:spPr>
          <a:xfrm>
            <a:off x="4122295" y="5159562"/>
            <a:ext cx="5696262" cy="923330"/>
          </a:xfrm>
          <a:prstGeom prst="rect">
            <a:avLst/>
          </a:prstGeom>
          <a:noFill/>
        </p:spPr>
        <p:txBody>
          <a:bodyPr wrap="square">
            <a:spAutoFit/>
          </a:bodyPr>
          <a:lstStyle/>
          <a:p>
            <a:r>
              <a:rPr lang="es-CO" u="sng" dirty="0">
                <a:hlinkClick r:id="rId5"/>
              </a:rPr>
              <a:t>https://drive.google.com/file/d/1xHZnVoHUbfB9sJ29x9O1VpEeNdKaZ2p_/view?usp=drive_link</a:t>
            </a:r>
            <a:endParaRPr lang="es-CO" u="sng" dirty="0"/>
          </a:p>
          <a:p>
            <a:endParaRPr lang="es-CO" dirty="0"/>
          </a:p>
        </p:txBody>
      </p:sp>
      <p:pic>
        <p:nvPicPr>
          <p:cNvPr id="11" name="Imagen 10">
            <a:extLst>
              <a:ext uri="{FF2B5EF4-FFF2-40B4-BE49-F238E27FC236}">
                <a16:creationId xmlns:a16="http://schemas.microsoft.com/office/drawing/2014/main" id="{E18F59C3-A673-634F-A97B-CE4B3086451E}"/>
              </a:ext>
            </a:extLst>
          </p:cNvPr>
          <p:cNvPicPr>
            <a:picLocks noChangeAspect="1"/>
          </p:cNvPicPr>
          <p:nvPr/>
        </p:nvPicPr>
        <p:blipFill>
          <a:blip r:embed="rId6"/>
          <a:stretch>
            <a:fillRect/>
          </a:stretch>
        </p:blipFill>
        <p:spPr>
          <a:xfrm>
            <a:off x="4122295" y="1026727"/>
            <a:ext cx="5696262" cy="1712303"/>
          </a:xfrm>
          <a:prstGeom prst="rect">
            <a:avLst/>
          </a:prstGeom>
        </p:spPr>
      </p:pic>
      <p:sp>
        <p:nvSpPr>
          <p:cNvPr id="10" name="CuadroTexto 9">
            <a:extLst>
              <a:ext uri="{FF2B5EF4-FFF2-40B4-BE49-F238E27FC236}">
                <a16:creationId xmlns:a16="http://schemas.microsoft.com/office/drawing/2014/main" id="{5837EDD5-7B01-8C21-B14A-BDC8E5701D7D}"/>
              </a:ext>
            </a:extLst>
          </p:cNvPr>
          <p:cNvSpPr txBox="1"/>
          <p:nvPr/>
        </p:nvSpPr>
        <p:spPr>
          <a:xfrm>
            <a:off x="4196375" y="6043995"/>
            <a:ext cx="5696262" cy="584775"/>
          </a:xfrm>
          <a:prstGeom prst="rect">
            <a:avLst/>
          </a:prstGeom>
          <a:noFill/>
          <a:ln>
            <a:solidFill>
              <a:schemeClr val="tx1"/>
            </a:solidFill>
          </a:ln>
        </p:spPr>
        <p:txBody>
          <a:bodyPr wrap="square" rtlCol="0">
            <a:spAutoFit/>
          </a:bodyPr>
          <a:lstStyle/>
          <a:p>
            <a:pPr algn="just"/>
            <a:r>
              <a:rPr lang="es-MX" sz="1600" b="1" dirty="0"/>
              <a:t>MAL EJECUTADO EN CAMPO, LLEGA A LEER LA ENCUESTA Y EL VIDEO NO SE VE DE BUENA CALIDAD</a:t>
            </a:r>
          </a:p>
        </p:txBody>
      </p:sp>
    </p:spTree>
    <p:extLst>
      <p:ext uri="{BB962C8B-B14F-4D97-AF65-F5344CB8AC3E}">
        <p14:creationId xmlns:p14="http://schemas.microsoft.com/office/powerpoint/2010/main" val="323162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D46F-742D-9672-1B84-2723B1EA2A01}"/>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B702016F-2CC7-C1DE-82EE-0FC5BFF61C31}"/>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44A0B17-8B0F-A588-CA3B-CB8699EF7A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079AB038-F73B-A83A-E972-4AB53C712C28}"/>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AE3CD5FA-450D-02AF-1CA6-DD5142449960}"/>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DE469C17-5D6E-5F0F-2931-36C6CC004A2D}"/>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90779AFC-B13C-7ACA-39A7-CD94F9D35B1C}"/>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30" name="CuadroTexto 29">
            <a:extLst>
              <a:ext uri="{FF2B5EF4-FFF2-40B4-BE49-F238E27FC236}">
                <a16:creationId xmlns:a16="http://schemas.microsoft.com/office/drawing/2014/main" id="{1C154EFE-D1F2-80DB-6528-7177F586310F}"/>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OLIMPICA STO 047 MACARENA - BARRANQUILLA</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4CD398D-C517-5EB7-1216-B0AFCA30D91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3815590C-192C-C4E2-3E8C-5A1D0BE826E1}"/>
              </a:ext>
            </a:extLst>
          </p:cNvPr>
          <p:cNvSpPr txBox="1"/>
          <p:nvPr/>
        </p:nvSpPr>
        <p:spPr>
          <a:xfrm>
            <a:off x="4122295" y="5159562"/>
            <a:ext cx="5696262" cy="923330"/>
          </a:xfrm>
          <a:prstGeom prst="rect">
            <a:avLst/>
          </a:prstGeom>
          <a:noFill/>
        </p:spPr>
        <p:txBody>
          <a:bodyPr wrap="square">
            <a:spAutoFit/>
          </a:bodyPr>
          <a:lstStyle/>
          <a:p>
            <a:r>
              <a:rPr lang="es-CO" u="sng" dirty="0">
                <a:hlinkClick r:id="rId4"/>
              </a:rPr>
              <a:t>https://drive.google.com/file/d/1KJ1prM_fJHQ0EMH5Djj4u2lcWSZNZrl8/view?usp=drive_link</a:t>
            </a:r>
            <a:endParaRPr lang="es-CO" u="sng" dirty="0"/>
          </a:p>
          <a:p>
            <a:endParaRPr lang="es-CO" dirty="0"/>
          </a:p>
        </p:txBody>
      </p:sp>
      <p:sp>
        <p:nvSpPr>
          <p:cNvPr id="10" name="CuadroTexto 9">
            <a:extLst>
              <a:ext uri="{FF2B5EF4-FFF2-40B4-BE49-F238E27FC236}">
                <a16:creationId xmlns:a16="http://schemas.microsoft.com/office/drawing/2014/main" id="{48B058B0-E69F-6AA1-86EF-B9D043A1BA45}"/>
              </a:ext>
            </a:extLst>
          </p:cNvPr>
          <p:cNvSpPr txBox="1"/>
          <p:nvPr/>
        </p:nvSpPr>
        <p:spPr>
          <a:xfrm>
            <a:off x="4122295" y="3006512"/>
            <a:ext cx="5696262" cy="1815882"/>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a:p>
            <a:pPr marL="285750" indent="-285750" algn="just">
              <a:buFont typeface="Arial" panose="020B0604020202020204" pitchFamily="34" charset="0"/>
              <a:buChar char="•"/>
            </a:pPr>
            <a:endParaRPr lang="es-MX" sz="1600" b="1" dirty="0"/>
          </a:p>
        </p:txBody>
      </p:sp>
      <p:pic>
        <p:nvPicPr>
          <p:cNvPr id="11" name="Imagen 10">
            <a:extLst>
              <a:ext uri="{FF2B5EF4-FFF2-40B4-BE49-F238E27FC236}">
                <a16:creationId xmlns:a16="http://schemas.microsoft.com/office/drawing/2014/main" id="{D3051AE0-7757-EAF7-5826-05EA2A712253}"/>
              </a:ext>
            </a:extLst>
          </p:cNvPr>
          <p:cNvPicPr>
            <a:picLocks noChangeAspect="1"/>
          </p:cNvPicPr>
          <p:nvPr/>
        </p:nvPicPr>
        <p:blipFill>
          <a:blip r:embed="rId5"/>
          <a:stretch>
            <a:fillRect/>
          </a:stretch>
        </p:blipFill>
        <p:spPr>
          <a:xfrm>
            <a:off x="4122295" y="1026727"/>
            <a:ext cx="5696262" cy="1712303"/>
          </a:xfrm>
          <a:prstGeom prst="rect">
            <a:avLst/>
          </a:prstGeom>
        </p:spPr>
      </p:pic>
      <p:graphicFrame>
        <p:nvGraphicFramePr>
          <p:cNvPr id="13" name="Gráfico 12">
            <a:extLst>
              <a:ext uri="{FF2B5EF4-FFF2-40B4-BE49-F238E27FC236}">
                <a16:creationId xmlns:a16="http://schemas.microsoft.com/office/drawing/2014/main" id="{D84D1ED8-6DA6-DE86-F27F-2DA302314185}"/>
              </a:ext>
            </a:extLst>
          </p:cNvPr>
          <p:cNvGraphicFramePr/>
          <p:nvPr>
            <p:extLst>
              <p:ext uri="{D42A27DB-BD31-4B8C-83A1-F6EECF244321}">
                <p14:modId xmlns:p14="http://schemas.microsoft.com/office/powerpoint/2010/main" val="3972224211"/>
              </p:ext>
            </p:extLst>
          </p:nvPr>
        </p:nvGraphicFramePr>
        <p:xfrm>
          <a:off x="414374" y="4605883"/>
          <a:ext cx="1847779" cy="1403409"/>
        </p:xfrm>
        <a:graphic>
          <a:graphicData uri="http://schemas.openxmlformats.org/drawingml/2006/chart">
            <c:chart xmlns:c="http://schemas.openxmlformats.org/drawingml/2006/chart" xmlns:r="http://schemas.openxmlformats.org/officeDocument/2006/relationships" r:id="rId6"/>
          </a:graphicData>
        </a:graphic>
      </p:graphicFrame>
      <p:sp>
        <p:nvSpPr>
          <p:cNvPr id="15" name="CuadroTexto 14">
            <a:extLst>
              <a:ext uri="{FF2B5EF4-FFF2-40B4-BE49-F238E27FC236}">
                <a16:creationId xmlns:a16="http://schemas.microsoft.com/office/drawing/2014/main" id="{C31C3BF1-7018-D775-F87C-73C3C7D35BAB}"/>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100%</a:t>
            </a:r>
            <a:endParaRPr lang="es-CO" sz="2000" b="1" dirty="0">
              <a:solidFill>
                <a:schemeClr val="bg1"/>
              </a:solidFill>
              <a:latin typeface="Franklin Gothic Demi" panose="020B0703020102020204" pitchFamily="34" charset="0"/>
            </a:endParaRPr>
          </a:p>
        </p:txBody>
      </p:sp>
      <p:sp>
        <p:nvSpPr>
          <p:cNvPr id="6" name="CuadroTexto 5">
            <a:extLst>
              <a:ext uri="{FF2B5EF4-FFF2-40B4-BE49-F238E27FC236}">
                <a16:creationId xmlns:a16="http://schemas.microsoft.com/office/drawing/2014/main" id="{71244254-8AB9-4CA0-06DD-C1931F3447E6}"/>
              </a:ext>
            </a:extLst>
          </p:cNvPr>
          <p:cNvSpPr txBox="1"/>
          <p:nvPr/>
        </p:nvSpPr>
        <p:spPr>
          <a:xfrm>
            <a:off x="4196375" y="6043995"/>
            <a:ext cx="5696262" cy="584775"/>
          </a:xfrm>
          <a:prstGeom prst="rect">
            <a:avLst/>
          </a:prstGeom>
          <a:noFill/>
          <a:ln>
            <a:solidFill>
              <a:schemeClr val="tx1"/>
            </a:solidFill>
          </a:ln>
        </p:spPr>
        <p:txBody>
          <a:bodyPr wrap="square" rtlCol="0">
            <a:spAutoFit/>
          </a:bodyPr>
          <a:lstStyle/>
          <a:p>
            <a:pPr algn="just"/>
            <a:r>
              <a:rPr lang="es-MX" sz="1600" b="1" dirty="0"/>
              <a:t>MAL EJECUTADO EN CAMPO, LLEGA A LEER LA ENCUESTA Y EL VIDEO NO SE VE DE BUENA CALIDAD</a:t>
            </a:r>
          </a:p>
        </p:txBody>
      </p:sp>
    </p:spTree>
    <p:extLst>
      <p:ext uri="{BB962C8B-B14F-4D97-AF65-F5344CB8AC3E}">
        <p14:creationId xmlns:p14="http://schemas.microsoft.com/office/powerpoint/2010/main" val="1326243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F4D57-CC49-0EB8-9905-DD4BD2CA6AB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4E0B39A-7CB5-E141-917F-935A438BBED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DFE3F7AB-598B-9BCA-0148-CB2B500BB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AB0B800D-9CC2-9564-C8B0-A24F162CF1CE}"/>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085BF0F8-EAC5-8087-56E6-2E0E19147B57}"/>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EB99174B-32E5-518F-6666-C56D0C221950}"/>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8573D603-0373-3509-2304-20BA727DCD38}"/>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30" name="CuadroTexto 29">
            <a:extLst>
              <a:ext uri="{FF2B5EF4-FFF2-40B4-BE49-F238E27FC236}">
                <a16:creationId xmlns:a16="http://schemas.microsoft.com/office/drawing/2014/main" id="{3CB13E00-173D-BE6A-701D-161A1EF2A3C2}"/>
              </a:ext>
            </a:extLst>
          </p:cNvPr>
          <p:cNvSpPr txBox="1"/>
          <p:nvPr/>
        </p:nvSpPr>
        <p:spPr>
          <a:xfrm>
            <a:off x="3024188" y="110786"/>
            <a:ext cx="7707980"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CONCENTRADOS EL RANCHO LTDA DROGUERIA VETERINARIA </a:t>
            </a:r>
            <a:r>
              <a:rPr lang="es-MX" b="1" dirty="0">
                <a:solidFill>
                  <a:srgbClr val="000000"/>
                </a:solidFill>
                <a:latin typeface="Aptos Narrow" panose="020B0004020202020204" pitchFamily="34" charset="0"/>
              </a:rPr>
              <a:t>- BOGOTÁ</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A0FDD1A7-A95D-AA83-4A89-1F4F8C07353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8F7CA34A-7896-D032-CDFD-AAC4CAFB7505}"/>
              </a:ext>
            </a:extLst>
          </p:cNvPr>
          <p:cNvSpPr txBox="1"/>
          <p:nvPr/>
        </p:nvSpPr>
        <p:spPr>
          <a:xfrm>
            <a:off x="4122295" y="5542765"/>
            <a:ext cx="5696262" cy="923330"/>
          </a:xfrm>
          <a:prstGeom prst="rect">
            <a:avLst/>
          </a:prstGeom>
          <a:noFill/>
        </p:spPr>
        <p:txBody>
          <a:bodyPr wrap="square">
            <a:spAutoFit/>
          </a:bodyPr>
          <a:lstStyle/>
          <a:p>
            <a:r>
              <a:rPr lang="es-CO" u="sng" dirty="0">
                <a:hlinkClick r:id="rId4"/>
              </a:rPr>
              <a:t>https://drive.google.com/file/d/1MKa3UOJDvclGl_z5dPE3la1Rc9FaiMU2/view?usp=drive_link</a:t>
            </a:r>
            <a:endParaRPr lang="es-CO" u="sng" dirty="0"/>
          </a:p>
          <a:p>
            <a:endParaRPr lang="es-CO" dirty="0"/>
          </a:p>
        </p:txBody>
      </p:sp>
      <p:sp>
        <p:nvSpPr>
          <p:cNvPr id="10" name="CuadroTexto 9">
            <a:extLst>
              <a:ext uri="{FF2B5EF4-FFF2-40B4-BE49-F238E27FC236}">
                <a16:creationId xmlns:a16="http://schemas.microsoft.com/office/drawing/2014/main" id="{F6F7F51B-419A-7699-6424-E775AD8A9B8D}"/>
              </a:ext>
            </a:extLst>
          </p:cNvPr>
          <p:cNvSpPr txBox="1"/>
          <p:nvPr/>
        </p:nvSpPr>
        <p:spPr>
          <a:xfrm>
            <a:off x="4122295" y="3006512"/>
            <a:ext cx="5696262" cy="2308324"/>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Ejecución del PDV: </a:t>
            </a:r>
            <a:r>
              <a:rPr lang="es-MX" sz="1600" dirty="0"/>
              <a:t>No c</a:t>
            </a:r>
            <a:r>
              <a:rPr lang="es-CO" sz="1600" dirty="0"/>
              <a:t>onoce el % de participación que tienen las marcas de purina dentro del universo.</a:t>
            </a:r>
            <a:endParaRPr lang="es-MX" sz="1600" dirty="0"/>
          </a:p>
          <a:p>
            <a:pPr marL="285750" indent="-285750" algn="just">
              <a:buFont typeface="Arial" panose="020B0604020202020204" pitchFamily="34" charset="0"/>
              <a:buChar char="•"/>
            </a:pPr>
            <a:r>
              <a:rPr lang="es-MX" sz="1600" b="1" dirty="0"/>
              <a:t>Actividades del mes: </a:t>
            </a:r>
            <a:r>
              <a:rPr lang="es-MX" sz="1600" dirty="0"/>
              <a:t>No </a:t>
            </a:r>
            <a:r>
              <a:rPr lang="es-CO" sz="1600" dirty="0"/>
              <a:t>se encuentra la nueva referencia de excellent esterilizado de 1k, en el lineal no están las referencias 1,5 en pu y adu de la marca excellent y dado que se visita el 16 de Agosto, no se encuentra el material pop con la dinámica del mes del gato.</a:t>
            </a:r>
            <a:endParaRPr lang="es-MX" sz="1600" dirty="0"/>
          </a:p>
        </p:txBody>
      </p:sp>
      <p:graphicFrame>
        <p:nvGraphicFramePr>
          <p:cNvPr id="13" name="Gráfico 12">
            <a:extLst>
              <a:ext uri="{FF2B5EF4-FFF2-40B4-BE49-F238E27FC236}">
                <a16:creationId xmlns:a16="http://schemas.microsoft.com/office/drawing/2014/main" id="{776602C1-5385-68F7-C54A-541A90F4CE1D}"/>
              </a:ext>
            </a:extLst>
          </p:cNvPr>
          <p:cNvGraphicFramePr/>
          <p:nvPr>
            <p:extLst>
              <p:ext uri="{D42A27DB-BD31-4B8C-83A1-F6EECF244321}">
                <p14:modId xmlns:p14="http://schemas.microsoft.com/office/powerpoint/2010/main" val="2021174059"/>
              </p:ext>
            </p:extLst>
          </p:nvPr>
        </p:nvGraphicFramePr>
        <p:xfrm>
          <a:off x="376199" y="4665959"/>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C0588BF1-832E-73C4-B5A5-F100F9BC00E6}"/>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53%</a:t>
            </a:r>
            <a:endParaRPr lang="es-CO" sz="2000" b="1" dirty="0">
              <a:solidFill>
                <a:schemeClr val="bg1"/>
              </a:solidFill>
              <a:latin typeface="Franklin Gothic Demi" panose="020B0703020102020204" pitchFamily="34" charset="0"/>
            </a:endParaRPr>
          </a:p>
        </p:txBody>
      </p:sp>
      <p:pic>
        <p:nvPicPr>
          <p:cNvPr id="5" name="Imagen 4">
            <a:extLst>
              <a:ext uri="{FF2B5EF4-FFF2-40B4-BE49-F238E27FC236}">
                <a16:creationId xmlns:a16="http://schemas.microsoft.com/office/drawing/2014/main" id="{AF1D4599-B2FC-BBBA-4654-257A0B738F7F}"/>
              </a:ext>
            </a:extLst>
          </p:cNvPr>
          <p:cNvPicPr>
            <a:picLocks noChangeAspect="1"/>
          </p:cNvPicPr>
          <p:nvPr/>
        </p:nvPicPr>
        <p:blipFill>
          <a:blip r:embed="rId6"/>
          <a:stretch>
            <a:fillRect/>
          </a:stretch>
        </p:blipFill>
        <p:spPr>
          <a:xfrm>
            <a:off x="4122295" y="1031754"/>
            <a:ext cx="5696262" cy="1810217"/>
          </a:xfrm>
          <a:prstGeom prst="rect">
            <a:avLst/>
          </a:prstGeom>
        </p:spPr>
      </p:pic>
      <p:sp>
        <p:nvSpPr>
          <p:cNvPr id="6" name="CuadroTexto 5">
            <a:extLst>
              <a:ext uri="{FF2B5EF4-FFF2-40B4-BE49-F238E27FC236}">
                <a16:creationId xmlns:a16="http://schemas.microsoft.com/office/drawing/2014/main" id="{29302A43-7515-3CC0-F765-72C9EAC2DAE3}"/>
              </a:ext>
            </a:extLst>
          </p:cNvPr>
          <p:cNvSpPr txBox="1"/>
          <p:nvPr/>
        </p:nvSpPr>
        <p:spPr>
          <a:xfrm>
            <a:off x="4122295" y="6127680"/>
            <a:ext cx="5696262" cy="584775"/>
          </a:xfrm>
          <a:prstGeom prst="rect">
            <a:avLst/>
          </a:prstGeom>
          <a:noFill/>
          <a:ln>
            <a:solidFill>
              <a:schemeClr val="tx1"/>
            </a:solidFill>
          </a:ln>
        </p:spPr>
        <p:txBody>
          <a:bodyPr wrap="square" rtlCol="0">
            <a:spAutoFit/>
          </a:bodyPr>
          <a:lstStyle/>
          <a:p>
            <a:pPr algn="just"/>
            <a:r>
              <a:rPr lang="es-MX" sz="1600" b="1" dirty="0"/>
              <a:t>MAL EJECUTADO EN CAMPO, LLEGA A LEER LA ENCUESTA Y EL VIDEO NO SE VE DE BUENA CALIDAD</a:t>
            </a:r>
          </a:p>
        </p:txBody>
      </p:sp>
    </p:spTree>
    <p:extLst>
      <p:ext uri="{BB962C8B-B14F-4D97-AF65-F5344CB8AC3E}">
        <p14:creationId xmlns:p14="http://schemas.microsoft.com/office/powerpoint/2010/main" val="163126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306E0-4160-C8F4-176E-8F7E7A411F8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DF4FD4A-D205-5687-3762-02B42EC75577}"/>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654F2CA-39F9-9997-5D5C-DB19D88E2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862A0615-B51B-5ADC-6754-6BB1DE2C27F1}"/>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EF127201-F41B-38E9-F3F4-186AB3B171EC}"/>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EF060816-743F-B0EE-67B8-408B8DBF4A4C}"/>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696EBFC8-BEE2-28C7-6D98-4EFA29F67E05}"/>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30" name="CuadroTexto 29">
            <a:extLst>
              <a:ext uri="{FF2B5EF4-FFF2-40B4-BE49-F238E27FC236}">
                <a16:creationId xmlns:a16="http://schemas.microsoft.com/office/drawing/2014/main" id="{4643328E-A949-274B-16DB-4C40EE50CCA3}"/>
              </a:ext>
            </a:extLst>
          </p:cNvPr>
          <p:cNvSpPr txBox="1"/>
          <p:nvPr/>
        </p:nvSpPr>
        <p:spPr>
          <a:xfrm>
            <a:off x="3024188" y="110786"/>
            <a:ext cx="7707980"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VIVE SUPER </a:t>
            </a:r>
            <a:r>
              <a:rPr lang="es-MX" b="1" dirty="0">
                <a:solidFill>
                  <a:srgbClr val="000000"/>
                </a:solidFill>
                <a:latin typeface="Aptos Narrow" panose="020B0004020202020204" pitchFamily="34" charset="0"/>
              </a:rPr>
              <a:t>- BOGOTÁ</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D900D0E1-DD9D-33F1-245E-E7908E2795A7}"/>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F3458F06-3E46-2FAA-491B-3522E8ACF551}"/>
              </a:ext>
            </a:extLst>
          </p:cNvPr>
          <p:cNvSpPr txBox="1"/>
          <p:nvPr/>
        </p:nvSpPr>
        <p:spPr>
          <a:xfrm>
            <a:off x="4122295" y="4740712"/>
            <a:ext cx="5696262" cy="923330"/>
          </a:xfrm>
          <a:prstGeom prst="rect">
            <a:avLst/>
          </a:prstGeom>
          <a:noFill/>
        </p:spPr>
        <p:txBody>
          <a:bodyPr wrap="square">
            <a:spAutoFit/>
          </a:bodyPr>
          <a:lstStyle/>
          <a:p>
            <a:r>
              <a:rPr lang="es-CO" u="sng" dirty="0">
                <a:hlinkClick r:id="rId4"/>
              </a:rPr>
              <a:t>https://drive.google.com/file/d/1FLsfqj9OIM7S_LROx9NOkoSfpukrmZbB/view?usp=drive_link</a:t>
            </a:r>
            <a:endParaRPr lang="es-CO" u="sng" dirty="0"/>
          </a:p>
          <a:p>
            <a:endParaRPr lang="es-CO" dirty="0"/>
          </a:p>
        </p:txBody>
      </p:sp>
      <p:sp>
        <p:nvSpPr>
          <p:cNvPr id="10" name="CuadroTexto 9">
            <a:extLst>
              <a:ext uri="{FF2B5EF4-FFF2-40B4-BE49-F238E27FC236}">
                <a16:creationId xmlns:a16="http://schemas.microsoft.com/office/drawing/2014/main" id="{BE267363-D6F1-B6CA-3B15-FD39C9321033}"/>
              </a:ext>
            </a:extLst>
          </p:cNvPr>
          <p:cNvSpPr txBox="1"/>
          <p:nvPr/>
        </p:nvSpPr>
        <p:spPr>
          <a:xfrm>
            <a:off x="4122295" y="3006512"/>
            <a:ext cx="5696262"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Ejecución del PDV: </a:t>
            </a:r>
            <a:r>
              <a:rPr lang="es-MX" sz="1600" dirty="0"/>
              <a:t>No </a:t>
            </a:r>
            <a:r>
              <a:rPr lang="es-CO" sz="1600" dirty="0"/>
              <a:t>conoce el % de participación que tiene en el punto de venta ni informa cual es ese %, ni tampoco </a:t>
            </a:r>
            <a:r>
              <a:rPr lang="es-MX" sz="1600" dirty="0"/>
              <a:t>c</a:t>
            </a:r>
            <a:r>
              <a:rPr lang="es-CO" sz="1600" dirty="0"/>
              <a:t>onoce el % de participación que tienen las marcas de purina dentro del universo.</a:t>
            </a:r>
            <a:endParaRPr lang="es-MX" sz="1600" dirty="0"/>
          </a:p>
        </p:txBody>
      </p:sp>
      <p:graphicFrame>
        <p:nvGraphicFramePr>
          <p:cNvPr id="13" name="Gráfico 12">
            <a:extLst>
              <a:ext uri="{FF2B5EF4-FFF2-40B4-BE49-F238E27FC236}">
                <a16:creationId xmlns:a16="http://schemas.microsoft.com/office/drawing/2014/main" id="{364FAF3B-DF15-CB69-1615-B6C7DC1D5FBC}"/>
              </a:ext>
            </a:extLst>
          </p:cNvPr>
          <p:cNvGraphicFramePr/>
          <p:nvPr>
            <p:extLst>
              <p:ext uri="{D42A27DB-BD31-4B8C-83A1-F6EECF244321}">
                <p14:modId xmlns:p14="http://schemas.microsoft.com/office/powerpoint/2010/main" val="2975278369"/>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2BF59408-5E75-7BDC-31F2-2442F00E7171}"/>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96%</a:t>
            </a:r>
            <a:endParaRPr lang="es-CO" sz="2000" b="1" dirty="0">
              <a:solidFill>
                <a:schemeClr val="bg1"/>
              </a:solidFill>
              <a:latin typeface="Franklin Gothic Demi" panose="020B0703020102020204" pitchFamily="34" charset="0"/>
            </a:endParaRPr>
          </a:p>
        </p:txBody>
      </p:sp>
      <p:pic>
        <p:nvPicPr>
          <p:cNvPr id="6" name="Imagen 5">
            <a:extLst>
              <a:ext uri="{FF2B5EF4-FFF2-40B4-BE49-F238E27FC236}">
                <a16:creationId xmlns:a16="http://schemas.microsoft.com/office/drawing/2014/main" id="{540E77F3-402F-FAFC-091A-FAE28F99483F}"/>
              </a:ext>
            </a:extLst>
          </p:cNvPr>
          <p:cNvPicPr>
            <a:picLocks noChangeAspect="1"/>
          </p:cNvPicPr>
          <p:nvPr/>
        </p:nvPicPr>
        <p:blipFill>
          <a:blip r:embed="rId6"/>
          <a:stretch>
            <a:fillRect/>
          </a:stretch>
        </p:blipFill>
        <p:spPr>
          <a:xfrm>
            <a:off x="4122295" y="939648"/>
            <a:ext cx="5696262" cy="1902324"/>
          </a:xfrm>
          <a:prstGeom prst="rect">
            <a:avLst/>
          </a:prstGeom>
        </p:spPr>
      </p:pic>
      <p:sp>
        <p:nvSpPr>
          <p:cNvPr id="5" name="CuadroTexto 4">
            <a:extLst>
              <a:ext uri="{FF2B5EF4-FFF2-40B4-BE49-F238E27FC236}">
                <a16:creationId xmlns:a16="http://schemas.microsoft.com/office/drawing/2014/main" id="{58B46C6A-5EDF-E897-2CD8-3FEBC7FC0685}"/>
              </a:ext>
            </a:extLst>
          </p:cNvPr>
          <p:cNvSpPr txBox="1"/>
          <p:nvPr/>
        </p:nvSpPr>
        <p:spPr>
          <a:xfrm>
            <a:off x="4196375" y="6043995"/>
            <a:ext cx="5696262" cy="584775"/>
          </a:xfrm>
          <a:prstGeom prst="rect">
            <a:avLst/>
          </a:prstGeom>
          <a:noFill/>
          <a:ln>
            <a:solidFill>
              <a:schemeClr val="tx1"/>
            </a:solidFill>
          </a:ln>
        </p:spPr>
        <p:txBody>
          <a:bodyPr wrap="square" rtlCol="0">
            <a:spAutoFit/>
          </a:bodyPr>
          <a:lstStyle/>
          <a:p>
            <a:pPr algn="just"/>
            <a:r>
              <a:rPr lang="es-MX" sz="1600" b="1" dirty="0"/>
              <a:t>MAL EJECUTADO EN CAMPO, LLEGA A LEER LA ENCUESTA Y EL VIDEO NO SE VE DE BUENA CALIDAD</a:t>
            </a:r>
          </a:p>
        </p:txBody>
      </p:sp>
    </p:spTree>
    <p:extLst>
      <p:ext uri="{BB962C8B-B14F-4D97-AF65-F5344CB8AC3E}">
        <p14:creationId xmlns:p14="http://schemas.microsoft.com/office/powerpoint/2010/main" val="1403532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34A8A-DA78-DC64-0452-37ABAD267EC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6039127-4FBE-4E60-AE4E-5F0980E192EA}"/>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A92030F-DB28-CFCA-8B8E-9F48A2BAF5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416876AD-699E-EDB5-4A25-CF1FD8D924A5}"/>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EC4E5B5A-EC1D-C195-E51E-D2CED1FE24C3}"/>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394FAA40-3F1C-B249-65EF-331F5DF183C3}"/>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EF0BBE90-1EF7-5FEE-68CB-6BBC7DE992AA}"/>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30" name="CuadroTexto 29">
            <a:extLst>
              <a:ext uri="{FF2B5EF4-FFF2-40B4-BE49-F238E27FC236}">
                <a16:creationId xmlns:a16="http://schemas.microsoft.com/office/drawing/2014/main" id="{0A081E7A-E788-6E60-D272-9F3AD1920389}"/>
              </a:ext>
            </a:extLst>
          </p:cNvPr>
          <p:cNvSpPr txBox="1"/>
          <p:nvPr/>
        </p:nvSpPr>
        <p:spPr>
          <a:xfrm>
            <a:off x="3024188" y="110786"/>
            <a:ext cx="7707980"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DIVERPOOL LA ESMERALDA </a:t>
            </a:r>
            <a:r>
              <a:rPr lang="es-MX" b="1" dirty="0">
                <a:solidFill>
                  <a:srgbClr val="000000"/>
                </a:solidFill>
                <a:latin typeface="Aptos Narrow" panose="020B0004020202020204" pitchFamily="34" charset="0"/>
              </a:rPr>
              <a:t>- BOGOTÁ</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A78CB797-37B0-6C04-B2F1-8C17C0AA58C0}"/>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E2A86DC8-6A2D-D4D0-D229-BC03B506BB6C}"/>
              </a:ext>
            </a:extLst>
          </p:cNvPr>
          <p:cNvSpPr txBox="1"/>
          <p:nvPr/>
        </p:nvSpPr>
        <p:spPr>
          <a:xfrm>
            <a:off x="4122295" y="5159562"/>
            <a:ext cx="5696262" cy="923330"/>
          </a:xfrm>
          <a:prstGeom prst="rect">
            <a:avLst/>
          </a:prstGeom>
          <a:noFill/>
        </p:spPr>
        <p:txBody>
          <a:bodyPr wrap="square">
            <a:spAutoFit/>
          </a:bodyPr>
          <a:lstStyle/>
          <a:p>
            <a:r>
              <a:rPr lang="es-CO" u="sng" dirty="0">
                <a:hlinkClick r:id="rId4"/>
              </a:rPr>
              <a:t>https://drive.google.com/file/d/1iqaRcok56623fDg-1r0iJbQVgEoiFgG5/view?usp=drive_link</a:t>
            </a:r>
            <a:endParaRPr lang="es-CO" u="sng" dirty="0"/>
          </a:p>
          <a:p>
            <a:endParaRPr lang="es-CO" dirty="0"/>
          </a:p>
        </p:txBody>
      </p:sp>
      <p:sp>
        <p:nvSpPr>
          <p:cNvPr id="10" name="CuadroTexto 9">
            <a:extLst>
              <a:ext uri="{FF2B5EF4-FFF2-40B4-BE49-F238E27FC236}">
                <a16:creationId xmlns:a16="http://schemas.microsoft.com/office/drawing/2014/main" id="{57AE061D-EA49-3C9B-0021-00673C913CD8}"/>
              </a:ext>
            </a:extLst>
          </p:cNvPr>
          <p:cNvSpPr txBox="1"/>
          <p:nvPr/>
        </p:nvSpPr>
        <p:spPr>
          <a:xfrm>
            <a:off x="4122295" y="3006512"/>
            <a:ext cx="5696262" cy="2062103"/>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Ejecución del PDV: </a:t>
            </a:r>
            <a:r>
              <a:rPr lang="es-MX" sz="1600" dirty="0"/>
              <a:t>No </a:t>
            </a:r>
            <a:r>
              <a:rPr lang="es-CO" sz="1600" dirty="0"/>
              <a:t>conoce el % de participación que tiene en el punto de venta ni informa cual es ese %.</a:t>
            </a:r>
            <a:endParaRPr lang="es-MX" sz="1600" b="1" dirty="0"/>
          </a:p>
          <a:p>
            <a:pPr marL="285750" indent="-285750" algn="just">
              <a:buFont typeface="Arial" panose="020B0604020202020204" pitchFamily="34" charset="0"/>
              <a:buChar char="•"/>
            </a:pPr>
            <a:r>
              <a:rPr lang="es-MX" sz="1600" b="1" dirty="0"/>
              <a:t>Actividades del mes: </a:t>
            </a:r>
            <a:r>
              <a:rPr lang="es-MX" sz="1600" dirty="0"/>
              <a:t>No </a:t>
            </a:r>
            <a:r>
              <a:rPr lang="es-CO" sz="1600" dirty="0"/>
              <a:t>se encuentra la nueva referencia de excellent esterilizado de 1k, y dado que se visita el 15 de Agosto, no se encuentra el material pop con la dinámica del mes del gato.</a:t>
            </a:r>
            <a:endParaRPr lang="es-MX" sz="1600" b="1" dirty="0"/>
          </a:p>
        </p:txBody>
      </p:sp>
      <p:graphicFrame>
        <p:nvGraphicFramePr>
          <p:cNvPr id="13" name="Gráfico 12">
            <a:extLst>
              <a:ext uri="{FF2B5EF4-FFF2-40B4-BE49-F238E27FC236}">
                <a16:creationId xmlns:a16="http://schemas.microsoft.com/office/drawing/2014/main" id="{39CC153E-A82C-CFBA-5A0F-12F1A6F327E4}"/>
              </a:ext>
            </a:extLst>
          </p:cNvPr>
          <p:cNvGraphicFramePr/>
          <p:nvPr>
            <p:extLst>
              <p:ext uri="{D42A27DB-BD31-4B8C-83A1-F6EECF244321}">
                <p14:modId xmlns:p14="http://schemas.microsoft.com/office/powerpoint/2010/main" val="1311122767"/>
              </p:ext>
            </p:extLst>
          </p:nvPr>
        </p:nvGraphicFramePr>
        <p:xfrm>
          <a:off x="373401"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CB266BA9-6055-333C-00BB-A80BB87B50AB}"/>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66%</a:t>
            </a:r>
            <a:endParaRPr lang="es-CO" sz="2000" b="1" dirty="0">
              <a:solidFill>
                <a:schemeClr val="bg1"/>
              </a:solidFill>
              <a:latin typeface="Franklin Gothic Demi" panose="020B0703020102020204" pitchFamily="34" charset="0"/>
            </a:endParaRPr>
          </a:p>
        </p:txBody>
      </p:sp>
      <p:pic>
        <p:nvPicPr>
          <p:cNvPr id="5" name="Imagen 4">
            <a:extLst>
              <a:ext uri="{FF2B5EF4-FFF2-40B4-BE49-F238E27FC236}">
                <a16:creationId xmlns:a16="http://schemas.microsoft.com/office/drawing/2014/main" id="{E6A95000-9FBF-AE6E-1B55-64B3A2950DDC}"/>
              </a:ext>
            </a:extLst>
          </p:cNvPr>
          <p:cNvPicPr>
            <a:picLocks noChangeAspect="1"/>
          </p:cNvPicPr>
          <p:nvPr/>
        </p:nvPicPr>
        <p:blipFill>
          <a:blip r:embed="rId6"/>
          <a:stretch>
            <a:fillRect/>
          </a:stretch>
        </p:blipFill>
        <p:spPr>
          <a:xfrm>
            <a:off x="4122295" y="995289"/>
            <a:ext cx="5696262" cy="1743741"/>
          </a:xfrm>
          <a:prstGeom prst="rect">
            <a:avLst/>
          </a:prstGeom>
        </p:spPr>
      </p:pic>
      <p:sp>
        <p:nvSpPr>
          <p:cNvPr id="6" name="CuadroTexto 5">
            <a:extLst>
              <a:ext uri="{FF2B5EF4-FFF2-40B4-BE49-F238E27FC236}">
                <a16:creationId xmlns:a16="http://schemas.microsoft.com/office/drawing/2014/main" id="{D8821D5B-C881-82C5-C31D-98135DA1FBC9}"/>
              </a:ext>
            </a:extLst>
          </p:cNvPr>
          <p:cNvSpPr txBox="1"/>
          <p:nvPr/>
        </p:nvSpPr>
        <p:spPr>
          <a:xfrm>
            <a:off x="4196375" y="6043995"/>
            <a:ext cx="5696262" cy="584775"/>
          </a:xfrm>
          <a:prstGeom prst="rect">
            <a:avLst/>
          </a:prstGeom>
          <a:noFill/>
          <a:ln>
            <a:solidFill>
              <a:schemeClr val="tx1"/>
            </a:solidFill>
          </a:ln>
        </p:spPr>
        <p:txBody>
          <a:bodyPr wrap="square" rtlCol="0">
            <a:spAutoFit/>
          </a:bodyPr>
          <a:lstStyle/>
          <a:p>
            <a:pPr algn="just"/>
            <a:r>
              <a:rPr lang="es-MX" sz="1600" b="1" dirty="0"/>
              <a:t>MAL EJECUTADO EN CAMPO, LLEGA A LEER LA ENCUESTA Y EL VIDEO NO SE VE DE BUENA CALIDAD</a:t>
            </a:r>
          </a:p>
        </p:txBody>
      </p:sp>
    </p:spTree>
    <p:extLst>
      <p:ext uri="{BB962C8B-B14F-4D97-AF65-F5344CB8AC3E}">
        <p14:creationId xmlns:p14="http://schemas.microsoft.com/office/powerpoint/2010/main" val="3792315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A6BA3-C3B8-81A8-9D16-23648C29A84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DEF08F-332C-F1AA-0439-2C23709D929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9283872-BB01-6114-B87F-BB02FCAD35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0B7B8805-7EB3-840B-6F92-685EA842DE02}"/>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3495A02E-3F9C-0E6A-F9C7-C1765A5161EB}"/>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338A25FB-EEAA-89D2-08AC-7499D95CFBC7}"/>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12D49C2B-A875-DBFD-8E98-D07A401E2273}"/>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0" name="CuadroTexto 29">
            <a:extLst>
              <a:ext uri="{FF2B5EF4-FFF2-40B4-BE49-F238E27FC236}">
                <a16:creationId xmlns:a16="http://schemas.microsoft.com/office/drawing/2014/main" id="{9EF2BB15-B9B4-7F7E-8391-3946F54911FE}"/>
              </a:ext>
            </a:extLst>
          </p:cNvPr>
          <p:cNvSpPr txBox="1"/>
          <p:nvPr/>
        </p:nvSpPr>
        <p:spPr>
          <a:xfrm>
            <a:off x="3024188" y="110786"/>
            <a:ext cx="7707980"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AGRO LA HACIENDA SAS NORTE  </a:t>
            </a:r>
            <a:r>
              <a:rPr lang="es-MX" b="1" dirty="0">
                <a:solidFill>
                  <a:srgbClr val="000000"/>
                </a:solidFill>
                <a:latin typeface="Aptos Narrow" panose="020B0004020202020204" pitchFamily="34" charset="0"/>
              </a:rPr>
              <a:t>- CALI</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18A65D66-874F-574E-FE06-5EC0884CA06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7AAEF628-DDFC-8ECD-3C3B-B916E1CF5309}"/>
              </a:ext>
            </a:extLst>
          </p:cNvPr>
          <p:cNvSpPr txBox="1"/>
          <p:nvPr/>
        </p:nvSpPr>
        <p:spPr>
          <a:xfrm>
            <a:off x="4122295" y="5934670"/>
            <a:ext cx="5696262" cy="923330"/>
          </a:xfrm>
          <a:prstGeom prst="rect">
            <a:avLst/>
          </a:prstGeom>
          <a:noFill/>
        </p:spPr>
        <p:txBody>
          <a:bodyPr wrap="square">
            <a:spAutoFit/>
          </a:bodyPr>
          <a:lstStyle/>
          <a:p>
            <a:r>
              <a:rPr lang="es-CO" u="sng" dirty="0">
                <a:hlinkClick r:id="rId4"/>
              </a:rPr>
              <a:t>https://drive.google.com/file/d/1z78sw4_UXVl9bGmGDz-c-OZZdJ_Zps4h/view?usp=drive_link</a:t>
            </a:r>
            <a:endParaRPr lang="es-CO" u="sng" dirty="0"/>
          </a:p>
          <a:p>
            <a:endParaRPr lang="es-CO" dirty="0"/>
          </a:p>
        </p:txBody>
      </p:sp>
      <p:sp>
        <p:nvSpPr>
          <p:cNvPr id="10" name="CuadroTexto 9">
            <a:extLst>
              <a:ext uri="{FF2B5EF4-FFF2-40B4-BE49-F238E27FC236}">
                <a16:creationId xmlns:a16="http://schemas.microsoft.com/office/drawing/2014/main" id="{8D2FE9B7-B02A-619D-9E91-1472170A0532}"/>
              </a:ext>
            </a:extLst>
          </p:cNvPr>
          <p:cNvSpPr txBox="1"/>
          <p:nvPr/>
        </p:nvSpPr>
        <p:spPr>
          <a:xfrm>
            <a:off x="4122295" y="3006512"/>
            <a:ext cx="5696262" cy="2800767"/>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Presentación personal: </a:t>
            </a:r>
            <a:r>
              <a:rPr lang="es-MX" sz="1600" dirty="0"/>
              <a:t>Se evidencia que el uniforme se encuentra desalineado.</a:t>
            </a:r>
          </a:p>
          <a:p>
            <a:pPr marL="285750" indent="-285750" algn="just">
              <a:buFont typeface="Arial" panose="020B0604020202020204" pitchFamily="34" charset="0"/>
              <a:buChar char="•"/>
            </a:pPr>
            <a:r>
              <a:rPr lang="es-MX" sz="1600" b="1" dirty="0"/>
              <a:t>Ejecución del PDV: </a:t>
            </a:r>
            <a:r>
              <a:rPr lang="es-MX" sz="1600" dirty="0"/>
              <a:t>No todos los productos están con su respectivo precio, no </a:t>
            </a:r>
            <a:r>
              <a:rPr lang="es-CO" sz="1600" dirty="0"/>
              <a:t>conoce el % de participación que tiene en el punto de venta ni informa cual es ese % y no tiene clara cual es la estrategia de exhibición para las marcas mainstrain (alpo y gatsy).</a:t>
            </a:r>
            <a:endParaRPr lang="es-MX" sz="1600" b="1" dirty="0"/>
          </a:p>
          <a:p>
            <a:pPr marL="285750" indent="-285750" algn="just">
              <a:buFont typeface="Arial" panose="020B0604020202020204" pitchFamily="34" charset="0"/>
              <a:buChar char="•"/>
            </a:pPr>
            <a:r>
              <a:rPr lang="es-MX" sz="1600" b="1" dirty="0"/>
              <a:t>Actividades del mes: </a:t>
            </a:r>
            <a:r>
              <a:rPr lang="es-MX" sz="1600" dirty="0"/>
              <a:t>No </a:t>
            </a:r>
            <a:r>
              <a:rPr lang="es-CO" sz="1600" dirty="0"/>
              <a:t>se encuentra la nueva referencia de excellent esterilizado de 1k.</a:t>
            </a:r>
            <a:endParaRPr lang="es-MX" sz="1600" b="1" dirty="0"/>
          </a:p>
        </p:txBody>
      </p:sp>
      <p:graphicFrame>
        <p:nvGraphicFramePr>
          <p:cNvPr id="13" name="Gráfico 12">
            <a:extLst>
              <a:ext uri="{FF2B5EF4-FFF2-40B4-BE49-F238E27FC236}">
                <a16:creationId xmlns:a16="http://schemas.microsoft.com/office/drawing/2014/main" id="{63BA11A7-0FEC-E5D7-9ABA-6C5A4A052AFE}"/>
              </a:ext>
            </a:extLst>
          </p:cNvPr>
          <p:cNvGraphicFramePr/>
          <p:nvPr>
            <p:extLst>
              <p:ext uri="{D42A27DB-BD31-4B8C-83A1-F6EECF244321}">
                <p14:modId xmlns:p14="http://schemas.microsoft.com/office/powerpoint/2010/main" val="926567917"/>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2896C8E3-0FF2-AC2C-4738-76C0B30BAE20}"/>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44%</a:t>
            </a:r>
            <a:endParaRPr lang="es-CO" sz="2000" b="1" dirty="0">
              <a:solidFill>
                <a:schemeClr val="bg1"/>
              </a:solidFill>
              <a:latin typeface="Franklin Gothic Demi" panose="020B0703020102020204" pitchFamily="34" charset="0"/>
            </a:endParaRPr>
          </a:p>
        </p:txBody>
      </p:sp>
      <p:pic>
        <p:nvPicPr>
          <p:cNvPr id="6" name="Imagen 5">
            <a:extLst>
              <a:ext uri="{FF2B5EF4-FFF2-40B4-BE49-F238E27FC236}">
                <a16:creationId xmlns:a16="http://schemas.microsoft.com/office/drawing/2014/main" id="{7CF16BF3-E612-07CF-2135-769F6462A360}"/>
              </a:ext>
            </a:extLst>
          </p:cNvPr>
          <p:cNvPicPr>
            <a:picLocks noChangeAspect="1"/>
          </p:cNvPicPr>
          <p:nvPr/>
        </p:nvPicPr>
        <p:blipFill>
          <a:blip r:embed="rId6"/>
          <a:stretch>
            <a:fillRect/>
          </a:stretch>
        </p:blipFill>
        <p:spPr>
          <a:xfrm>
            <a:off x="4122295" y="1053125"/>
            <a:ext cx="5696262" cy="1675371"/>
          </a:xfrm>
          <a:prstGeom prst="rect">
            <a:avLst/>
          </a:prstGeom>
        </p:spPr>
      </p:pic>
      <p:sp>
        <p:nvSpPr>
          <p:cNvPr id="5" name="CuadroTexto 4">
            <a:extLst>
              <a:ext uri="{FF2B5EF4-FFF2-40B4-BE49-F238E27FC236}">
                <a16:creationId xmlns:a16="http://schemas.microsoft.com/office/drawing/2014/main" id="{3192565E-785D-071E-9F6B-B4E88176646B}"/>
              </a:ext>
            </a:extLst>
          </p:cNvPr>
          <p:cNvSpPr txBox="1"/>
          <p:nvPr/>
        </p:nvSpPr>
        <p:spPr>
          <a:xfrm>
            <a:off x="9650384" y="5980836"/>
            <a:ext cx="2676526" cy="830997"/>
          </a:xfrm>
          <a:prstGeom prst="rect">
            <a:avLst/>
          </a:prstGeom>
          <a:noFill/>
          <a:ln>
            <a:solidFill>
              <a:schemeClr val="tx1"/>
            </a:solidFill>
          </a:ln>
        </p:spPr>
        <p:txBody>
          <a:bodyPr wrap="square" rtlCol="0">
            <a:spAutoFit/>
          </a:bodyPr>
          <a:lstStyle/>
          <a:p>
            <a:pPr algn="just"/>
            <a:r>
              <a:rPr lang="es-MX" sz="1600" b="1" dirty="0"/>
              <a:t>MAL EJECUTADO EN CAMPO, EL VIDEO NO ESTÁ EN EL DRIVE</a:t>
            </a:r>
          </a:p>
        </p:txBody>
      </p:sp>
    </p:spTree>
    <p:extLst>
      <p:ext uri="{BB962C8B-B14F-4D97-AF65-F5344CB8AC3E}">
        <p14:creationId xmlns:p14="http://schemas.microsoft.com/office/powerpoint/2010/main" val="1357842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E350D-3A4B-CA1B-2EAF-5012CE66AB2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84B948C-4544-3561-DD74-472D58DB267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C5720FB-F577-03AE-10B2-D54A14BFB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183E3377-3F03-79BC-5BCA-07CA80247C34}"/>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88F89C34-6B1D-5DD8-234A-385A0DCA9780}"/>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15123997-C414-2FDF-44E7-36C110ED90B8}"/>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7DE6320B-721E-1DC1-6F99-254520FFEB83}"/>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0" name="CuadroTexto 29">
            <a:extLst>
              <a:ext uri="{FF2B5EF4-FFF2-40B4-BE49-F238E27FC236}">
                <a16:creationId xmlns:a16="http://schemas.microsoft.com/office/drawing/2014/main" id="{EF2B26B9-15E0-4E28-BD31-EE7154A71A87}"/>
              </a:ext>
            </a:extLst>
          </p:cNvPr>
          <p:cNvSpPr txBox="1"/>
          <p:nvPr/>
        </p:nvSpPr>
        <p:spPr>
          <a:xfrm>
            <a:off x="3024188" y="110786"/>
            <a:ext cx="7707980"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CARULLA PANCE </a:t>
            </a:r>
            <a:r>
              <a:rPr lang="es-MX" b="1" dirty="0">
                <a:solidFill>
                  <a:srgbClr val="000000"/>
                </a:solidFill>
                <a:latin typeface="Aptos Narrow" panose="020B0004020202020204" pitchFamily="34" charset="0"/>
              </a:rPr>
              <a:t>- CALI</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CB196A2-2EB9-AFEC-F7D6-B8E1F9C0F4E0}"/>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EC581D15-3BF6-45C6-CB81-836F8E07D81D}"/>
              </a:ext>
            </a:extLst>
          </p:cNvPr>
          <p:cNvSpPr txBox="1"/>
          <p:nvPr/>
        </p:nvSpPr>
        <p:spPr>
          <a:xfrm>
            <a:off x="4122295" y="5159562"/>
            <a:ext cx="5696262" cy="923330"/>
          </a:xfrm>
          <a:prstGeom prst="rect">
            <a:avLst/>
          </a:prstGeom>
          <a:noFill/>
        </p:spPr>
        <p:txBody>
          <a:bodyPr wrap="square">
            <a:spAutoFit/>
          </a:bodyPr>
          <a:lstStyle/>
          <a:p>
            <a:r>
              <a:rPr lang="es-CO" u="sng" dirty="0">
                <a:hlinkClick r:id="rId4"/>
              </a:rPr>
              <a:t>https://drive.google.com/file/d/1BzmtXxam8ganXqwOfc4Mz94rNpHglb7x/view?usp=drive_link</a:t>
            </a:r>
            <a:endParaRPr lang="es-CO" u="sng" dirty="0"/>
          </a:p>
          <a:p>
            <a:endParaRPr lang="es-CO" dirty="0"/>
          </a:p>
        </p:txBody>
      </p:sp>
      <p:sp>
        <p:nvSpPr>
          <p:cNvPr id="10" name="CuadroTexto 9">
            <a:extLst>
              <a:ext uri="{FF2B5EF4-FFF2-40B4-BE49-F238E27FC236}">
                <a16:creationId xmlns:a16="http://schemas.microsoft.com/office/drawing/2014/main" id="{276A1202-6F11-23BE-3D77-6FBE52E3263E}"/>
              </a:ext>
            </a:extLst>
          </p:cNvPr>
          <p:cNvSpPr txBox="1"/>
          <p:nvPr/>
        </p:nvSpPr>
        <p:spPr>
          <a:xfrm>
            <a:off x="4122295" y="3006512"/>
            <a:ext cx="5696262"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Horario: </a:t>
            </a:r>
            <a:r>
              <a:rPr lang="es-MX" sz="1600" dirty="0"/>
              <a:t>El día en que se realiza la auditoria, la mercaderista llegó tarde al PDV y lo confirma en el video.</a:t>
            </a:r>
          </a:p>
          <a:p>
            <a:pPr marL="285750" indent="-285750" algn="just">
              <a:buFont typeface="Arial" panose="020B0604020202020204" pitchFamily="34" charset="0"/>
              <a:buChar char="•"/>
            </a:pPr>
            <a:r>
              <a:rPr lang="es-MX" sz="1600" b="1" dirty="0"/>
              <a:t>Actividades del mes: </a:t>
            </a:r>
            <a:r>
              <a:rPr lang="es-MX" sz="1600" dirty="0"/>
              <a:t>No tiene implementadas las exhibiciones negociadas en el PDV.</a:t>
            </a:r>
          </a:p>
        </p:txBody>
      </p:sp>
      <p:graphicFrame>
        <p:nvGraphicFramePr>
          <p:cNvPr id="13" name="Gráfico 12">
            <a:extLst>
              <a:ext uri="{FF2B5EF4-FFF2-40B4-BE49-F238E27FC236}">
                <a16:creationId xmlns:a16="http://schemas.microsoft.com/office/drawing/2014/main" id="{EA2BC732-94A7-4555-DA48-119FCBEE8784}"/>
              </a:ext>
            </a:extLst>
          </p:cNvPr>
          <p:cNvGraphicFramePr/>
          <p:nvPr>
            <p:extLst>
              <p:ext uri="{D42A27DB-BD31-4B8C-83A1-F6EECF244321}">
                <p14:modId xmlns:p14="http://schemas.microsoft.com/office/powerpoint/2010/main" val="2988820164"/>
              </p:ext>
            </p:extLst>
          </p:nvPr>
        </p:nvGraphicFramePr>
        <p:xfrm>
          <a:off x="376199" y="4641988"/>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C0787C18-A092-D969-93C0-1AD83DB88C21}"/>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59%</a:t>
            </a:r>
            <a:endParaRPr lang="es-CO" sz="2000" b="1" dirty="0">
              <a:solidFill>
                <a:schemeClr val="bg1"/>
              </a:solidFill>
              <a:latin typeface="Franklin Gothic Demi" panose="020B0703020102020204" pitchFamily="34" charset="0"/>
            </a:endParaRPr>
          </a:p>
        </p:txBody>
      </p:sp>
      <p:pic>
        <p:nvPicPr>
          <p:cNvPr id="5" name="Imagen 4">
            <a:extLst>
              <a:ext uri="{FF2B5EF4-FFF2-40B4-BE49-F238E27FC236}">
                <a16:creationId xmlns:a16="http://schemas.microsoft.com/office/drawing/2014/main" id="{D784F989-CE21-9669-CC82-2DECAE5CC8D5}"/>
              </a:ext>
            </a:extLst>
          </p:cNvPr>
          <p:cNvPicPr>
            <a:picLocks noChangeAspect="1"/>
          </p:cNvPicPr>
          <p:nvPr/>
        </p:nvPicPr>
        <p:blipFill>
          <a:blip r:embed="rId6"/>
          <a:stretch>
            <a:fillRect/>
          </a:stretch>
        </p:blipFill>
        <p:spPr>
          <a:xfrm>
            <a:off x="4122299" y="1068205"/>
            <a:ext cx="5696258" cy="1733564"/>
          </a:xfrm>
          <a:prstGeom prst="rect">
            <a:avLst/>
          </a:prstGeom>
        </p:spPr>
      </p:pic>
      <p:sp>
        <p:nvSpPr>
          <p:cNvPr id="6" name="CuadroTexto 5">
            <a:extLst>
              <a:ext uri="{FF2B5EF4-FFF2-40B4-BE49-F238E27FC236}">
                <a16:creationId xmlns:a16="http://schemas.microsoft.com/office/drawing/2014/main" id="{BDA82B4F-1D2B-AD77-3180-C8F8EBEDF7F2}"/>
              </a:ext>
            </a:extLst>
          </p:cNvPr>
          <p:cNvSpPr txBox="1"/>
          <p:nvPr/>
        </p:nvSpPr>
        <p:spPr>
          <a:xfrm>
            <a:off x="9393905" y="5976578"/>
            <a:ext cx="2676526" cy="830997"/>
          </a:xfrm>
          <a:prstGeom prst="rect">
            <a:avLst/>
          </a:prstGeom>
          <a:noFill/>
          <a:ln>
            <a:solidFill>
              <a:schemeClr val="tx1"/>
            </a:solidFill>
          </a:ln>
        </p:spPr>
        <p:txBody>
          <a:bodyPr wrap="square" rtlCol="0">
            <a:spAutoFit/>
          </a:bodyPr>
          <a:lstStyle/>
          <a:p>
            <a:pPr algn="just"/>
            <a:r>
              <a:rPr lang="es-MX" sz="1600" b="1" dirty="0"/>
              <a:t>MAL EJECUTADO EN CAMPO, EL VIDEO NO ESTÁ EN EL DRIVE</a:t>
            </a:r>
          </a:p>
        </p:txBody>
      </p:sp>
    </p:spTree>
    <p:extLst>
      <p:ext uri="{BB962C8B-B14F-4D97-AF65-F5344CB8AC3E}">
        <p14:creationId xmlns:p14="http://schemas.microsoft.com/office/powerpoint/2010/main" val="1202563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8E7D5-6CD8-CF90-D240-E76005A9A23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C43DEC-0E3F-032D-85C2-4E56A0C7B86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6281EE0-7108-C0E4-A47F-B93E4157B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5F2194AA-D21B-17F4-7D33-4487821557B7}"/>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F064FDA6-D7CA-837B-5DF8-40D588D4887B}"/>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EDB9710C-59F4-2668-1CDC-0E6416CA7980}"/>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44A5F674-2610-C9F5-ABB4-BE659AAC787D}"/>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0" name="CuadroTexto 29">
            <a:extLst>
              <a:ext uri="{FF2B5EF4-FFF2-40B4-BE49-F238E27FC236}">
                <a16:creationId xmlns:a16="http://schemas.microsoft.com/office/drawing/2014/main" id="{5285EE54-B1BE-762A-3CAA-C82C3E1D9C01}"/>
              </a:ext>
            </a:extLst>
          </p:cNvPr>
          <p:cNvSpPr txBox="1"/>
          <p:nvPr/>
        </p:nvSpPr>
        <p:spPr>
          <a:xfrm>
            <a:off x="3024188" y="110786"/>
            <a:ext cx="7707980"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DEGANADO ALAMEDA </a:t>
            </a:r>
            <a:r>
              <a:rPr lang="es-MX" b="1" dirty="0">
                <a:solidFill>
                  <a:srgbClr val="000000"/>
                </a:solidFill>
                <a:latin typeface="Aptos Narrow" panose="020B0004020202020204" pitchFamily="34" charset="0"/>
              </a:rPr>
              <a:t>- CALI</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AA53D761-3EAA-88C5-C504-EF2E5021413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31A519B6-34F8-0B7D-26E5-D802F08C3627}"/>
              </a:ext>
            </a:extLst>
          </p:cNvPr>
          <p:cNvSpPr txBox="1"/>
          <p:nvPr/>
        </p:nvSpPr>
        <p:spPr>
          <a:xfrm>
            <a:off x="4122295" y="5159562"/>
            <a:ext cx="5696262" cy="1200329"/>
          </a:xfrm>
          <a:prstGeom prst="rect">
            <a:avLst/>
          </a:prstGeom>
          <a:noFill/>
        </p:spPr>
        <p:txBody>
          <a:bodyPr wrap="square">
            <a:spAutoFit/>
          </a:bodyPr>
          <a:lstStyle/>
          <a:p>
            <a:r>
              <a:rPr lang="es-CO" u="sng" dirty="0">
                <a:hlinkClick r:id="rId4"/>
              </a:rPr>
              <a:t>https://drive.google.com/file/d/1j-LusgF2bUbBLQI5D3MSstSKcizSF2bd/view?usp=drive_link</a:t>
            </a:r>
            <a:endParaRPr lang="es-CO" u="sng" dirty="0"/>
          </a:p>
          <a:p>
            <a:endParaRPr lang="es-CO" dirty="0"/>
          </a:p>
        </p:txBody>
      </p:sp>
      <p:sp>
        <p:nvSpPr>
          <p:cNvPr id="10" name="CuadroTexto 9">
            <a:extLst>
              <a:ext uri="{FF2B5EF4-FFF2-40B4-BE49-F238E27FC236}">
                <a16:creationId xmlns:a16="http://schemas.microsoft.com/office/drawing/2014/main" id="{8A83EF00-BEFE-8144-9890-EFF085181FB2}"/>
              </a:ext>
            </a:extLst>
          </p:cNvPr>
          <p:cNvSpPr txBox="1"/>
          <p:nvPr/>
        </p:nvSpPr>
        <p:spPr>
          <a:xfrm>
            <a:off x="4122295" y="3006512"/>
            <a:ext cx="5696262" cy="2062103"/>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Ejecución del PDV: </a:t>
            </a:r>
            <a:r>
              <a:rPr lang="es-CO" sz="1600" dirty="0"/>
              <a:t>No conoce el % de participación que tiene en el punto de venta ni informa cual es ese %, no conoce los infaltables del punto de venta, no realiza el surtido de manera adecuada o de acuerdo a </a:t>
            </a:r>
            <a:r>
              <a:rPr lang="es-CO" sz="1600" dirty="0" err="1"/>
              <a:t>peps</a:t>
            </a:r>
            <a:r>
              <a:rPr lang="es-CO" sz="1600" dirty="0"/>
              <a:t> o fifo </a:t>
            </a:r>
            <a:endParaRPr lang="es-MX" sz="1600" b="1" dirty="0"/>
          </a:p>
          <a:p>
            <a:pPr marL="285750" indent="-285750" algn="just">
              <a:buFont typeface="Arial" panose="020B0604020202020204" pitchFamily="34" charset="0"/>
              <a:buChar char="•"/>
            </a:pPr>
            <a:r>
              <a:rPr lang="es-MX" sz="1600" b="1" dirty="0"/>
              <a:t>Actividades del mes: </a:t>
            </a:r>
            <a:r>
              <a:rPr lang="es-MX" sz="1600" dirty="0"/>
              <a:t>No </a:t>
            </a:r>
            <a:r>
              <a:rPr lang="es-CO" sz="1600" dirty="0"/>
              <a:t>se encuentra la nueva referencia de excellent esterilizado de 1k.</a:t>
            </a:r>
            <a:endParaRPr lang="es-MX" sz="1600" b="1" dirty="0"/>
          </a:p>
        </p:txBody>
      </p:sp>
      <p:graphicFrame>
        <p:nvGraphicFramePr>
          <p:cNvPr id="13" name="Gráfico 12">
            <a:extLst>
              <a:ext uri="{FF2B5EF4-FFF2-40B4-BE49-F238E27FC236}">
                <a16:creationId xmlns:a16="http://schemas.microsoft.com/office/drawing/2014/main" id="{CC903303-3A04-419C-9EC5-7A6CA7AB83C7}"/>
              </a:ext>
            </a:extLst>
          </p:cNvPr>
          <p:cNvGraphicFramePr/>
          <p:nvPr>
            <p:extLst>
              <p:ext uri="{D42A27DB-BD31-4B8C-83A1-F6EECF244321}">
                <p14:modId xmlns:p14="http://schemas.microsoft.com/office/powerpoint/2010/main" val="4223057386"/>
              </p:ext>
            </p:extLst>
          </p:nvPr>
        </p:nvGraphicFramePr>
        <p:xfrm>
          <a:off x="414374"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A1BBA633-7AB5-48FD-E838-BE72BEA6BC28}"/>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57%</a:t>
            </a:r>
            <a:endParaRPr lang="es-CO" sz="2000" b="1" dirty="0">
              <a:solidFill>
                <a:schemeClr val="bg1"/>
              </a:solidFill>
              <a:latin typeface="Franklin Gothic Demi" panose="020B0703020102020204" pitchFamily="34" charset="0"/>
            </a:endParaRPr>
          </a:p>
        </p:txBody>
      </p:sp>
      <p:pic>
        <p:nvPicPr>
          <p:cNvPr id="11" name="Imagen 10">
            <a:extLst>
              <a:ext uri="{FF2B5EF4-FFF2-40B4-BE49-F238E27FC236}">
                <a16:creationId xmlns:a16="http://schemas.microsoft.com/office/drawing/2014/main" id="{36CC4B1F-0B4F-93A0-351E-2F33B0C64474}"/>
              </a:ext>
            </a:extLst>
          </p:cNvPr>
          <p:cNvPicPr>
            <a:picLocks noChangeAspect="1"/>
          </p:cNvPicPr>
          <p:nvPr/>
        </p:nvPicPr>
        <p:blipFill>
          <a:blip r:embed="rId6"/>
          <a:stretch>
            <a:fillRect/>
          </a:stretch>
        </p:blipFill>
        <p:spPr>
          <a:xfrm>
            <a:off x="4122294" y="1018696"/>
            <a:ext cx="5696261" cy="1675371"/>
          </a:xfrm>
          <a:prstGeom prst="rect">
            <a:avLst/>
          </a:prstGeom>
        </p:spPr>
      </p:pic>
      <p:sp>
        <p:nvSpPr>
          <p:cNvPr id="5" name="CuadroTexto 4">
            <a:extLst>
              <a:ext uri="{FF2B5EF4-FFF2-40B4-BE49-F238E27FC236}">
                <a16:creationId xmlns:a16="http://schemas.microsoft.com/office/drawing/2014/main" id="{74F1FA56-A7A1-A5D3-D68F-3DA73167A2BA}"/>
              </a:ext>
            </a:extLst>
          </p:cNvPr>
          <p:cNvSpPr txBox="1"/>
          <p:nvPr/>
        </p:nvSpPr>
        <p:spPr>
          <a:xfrm>
            <a:off x="4196375" y="6043995"/>
            <a:ext cx="5696262" cy="584775"/>
          </a:xfrm>
          <a:prstGeom prst="rect">
            <a:avLst/>
          </a:prstGeom>
          <a:noFill/>
          <a:ln>
            <a:solidFill>
              <a:schemeClr val="tx1"/>
            </a:solidFill>
          </a:ln>
        </p:spPr>
        <p:txBody>
          <a:bodyPr wrap="square" rtlCol="0">
            <a:spAutoFit/>
          </a:bodyPr>
          <a:lstStyle/>
          <a:p>
            <a:pPr algn="just"/>
            <a:r>
              <a:rPr lang="es-MX" sz="1600" b="1" dirty="0"/>
              <a:t>MAL EJECUTADO EN CAMPO, NO VALIDA LOS PRECIOS NI LAS FECHAS DE VENCIMIENTO</a:t>
            </a:r>
          </a:p>
        </p:txBody>
      </p:sp>
    </p:spTree>
    <p:extLst>
      <p:ext uri="{BB962C8B-B14F-4D97-AF65-F5344CB8AC3E}">
        <p14:creationId xmlns:p14="http://schemas.microsoft.com/office/powerpoint/2010/main" val="1430763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E0FDE-E359-C0EF-2F7D-5B3AD956A49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E2A281B-9045-FBC0-6EF2-47850081B10E}"/>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5FE388C-D4FB-B4F8-10F8-E32E88F2BB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759810EF-F450-108A-D13D-223F12421531}"/>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38DD2A4D-82CE-DB42-DA8D-E9EDD865D56C}"/>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E3A68506-DAC6-73EE-7180-3D3E6DA4849D}"/>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E9C4805C-C282-0337-4D9B-C01F63C11160}"/>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0" name="CuadroTexto 29">
            <a:extLst>
              <a:ext uri="{FF2B5EF4-FFF2-40B4-BE49-F238E27FC236}">
                <a16:creationId xmlns:a16="http://schemas.microsoft.com/office/drawing/2014/main" id="{A0F8F825-734B-5F83-379A-33E563C11440}"/>
              </a:ext>
            </a:extLst>
          </p:cNvPr>
          <p:cNvSpPr txBox="1"/>
          <p:nvPr/>
        </p:nvSpPr>
        <p:spPr>
          <a:xfrm>
            <a:off x="3024188" y="110786"/>
            <a:ext cx="7707980"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SURTIFAMILIAR CACHIPAY </a:t>
            </a:r>
            <a:r>
              <a:rPr lang="es-MX" b="1" dirty="0">
                <a:solidFill>
                  <a:srgbClr val="000000"/>
                </a:solidFill>
                <a:latin typeface="Aptos Narrow" panose="020B0004020202020204" pitchFamily="34" charset="0"/>
              </a:rPr>
              <a:t>- CALI</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640BB9B-E8A7-4104-03AB-B6226E7A4DA0}"/>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B29E6FC9-EB93-A4D0-6987-D8B19DB8D70F}"/>
              </a:ext>
            </a:extLst>
          </p:cNvPr>
          <p:cNvSpPr txBox="1"/>
          <p:nvPr/>
        </p:nvSpPr>
        <p:spPr>
          <a:xfrm>
            <a:off x="4122295" y="5767775"/>
            <a:ext cx="5696262" cy="923330"/>
          </a:xfrm>
          <a:prstGeom prst="rect">
            <a:avLst/>
          </a:prstGeom>
          <a:noFill/>
        </p:spPr>
        <p:txBody>
          <a:bodyPr wrap="square">
            <a:spAutoFit/>
          </a:bodyPr>
          <a:lstStyle/>
          <a:p>
            <a:r>
              <a:rPr lang="es-CO" u="sng" dirty="0">
                <a:hlinkClick r:id="rId4"/>
              </a:rPr>
              <a:t>https://drive.google.com/file/d/18cwjiZeziVHoeHjZSv4vB1b72fA7eFZX/view?usp=drive_link</a:t>
            </a:r>
            <a:endParaRPr lang="es-CO" u="sng" dirty="0"/>
          </a:p>
          <a:p>
            <a:endParaRPr lang="es-CO" dirty="0"/>
          </a:p>
        </p:txBody>
      </p:sp>
      <p:sp>
        <p:nvSpPr>
          <p:cNvPr id="10" name="CuadroTexto 9">
            <a:extLst>
              <a:ext uri="{FF2B5EF4-FFF2-40B4-BE49-F238E27FC236}">
                <a16:creationId xmlns:a16="http://schemas.microsoft.com/office/drawing/2014/main" id="{9D0AEEE5-BD20-57C8-3C54-9859FB99914C}"/>
              </a:ext>
            </a:extLst>
          </p:cNvPr>
          <p:cNvSpPr txBox="1"/>
          <p:nvPr/>
        </p:nvSpPr>
        <p:spPr>
          <a:xfrm>
            <a:off x="4122295" y="3006512"/>
            <a:ext cx="5696262" cy="2800767"/>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Ejecución del PDV: </a:t>
            </a:r>
            <a:r>
              <a:rPr lang="es-CO" sz="1600" dirty="0"/>
              <a:t>No tiene clara cual es la estrategia de exhibición para las marcas mainstrain (alpo y gatsy), no conoce los infaltables del punto de venta, </a:t>
            </a:r>
            <a:r>
              <a:rPr lang="es-MX" sz="1600" dirty="0"/>
              <a:t>y no c</a:t>
            </a:r>
            <a:r>
              <a:rPr lang="es-CO" sz="1600" dirty="0"/>
              <a:t>onoce el % de participación que tienen las marcas de purina dentro del universo del PDV.</a:t>
            </a:r>
            <a:endParaRPr lang="es-MX" sz="1600" b="1" dirty="0"/>
          </a:p>
          <a:p>
            <a:pPr marL="285750" indent="-285750" algn="just">
              <a:buFont typeface="Arial" panose="020B0604020202020204" pitchFamily="34" charset="0"/>
              <a:buChar char="•"/>
            </a:pPr>
            <a:r>
              <a:rPr lang="es-MX" sz="1600" b="1" dirty="0"/>
              <a:t>Actividades del mes: </a:t>
            </a:r>
            <a:r>
              <a:rPr lang="es-MX" sz="1600" dirty="0"/>
              <a:t>No tiene implementadas las exhibiciones negociadas en el PDV, ni tampoco </a:t>
            </a:r>
            <a:r>
              <a:rPr lang="es-CO" sz="1600" dirty="0"/>
              <a:t>tiene implementado el material pop correspondiente a las promociones que aplican.</a:t>
            </a:r>
            <a:endParaRPr lang="es-MX" sz="1600" b="1" dirty="0"/>
          </a:p>
        </p:txBody>
      </p:sp>
      <p:graphicFrame>
        <p:nvGraphicFramePr>
          <p:cNvPr id="13" name="Gráfico 12">
            <a:extLst>
              <a:ext uri="{FF2B5EF4-FFF2-40B4-BE49-F238E27FC236}">
                <a16:creationId xmlns:a16="http://schemas.microsoft.com/office/drawing/2014/main" id="{28594737-41BF-ECF5-BDFF-D9995FADCEEE}"/>
              </a:ext>
            </a:extLst>
          </p:cNvPr>
          <p:cNvGraphicFramePr/>
          <p:nvPr>
            <p:extLst>
              <p:ext uri="{D42A27DB-BD31-4B8C-83A1-F6EECF244321}">
                <p14:modId xmlns:p14="http://schemas.microsoft.com/office/powerpoint/2010/main" val="1033112619"/>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A23F7710-E322-6805-FE6E-A87C2A670033}"/>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49%</a:t>
            </a:r>
            <a:endParaRPr lang="es-CO" sz="2000" b="1" dirty="0">
              <a:solidFill>
                <a:schemeClr val="bg1"/>
              </a:solidFill>
              <a:latin typeface="Franklin Gothic Demi" panose="020B0703020102020204" pitchFamily="34" charset="0"/>
            </a:endParaRPr>
          </a:p>
        </p:txBody>
      </p:sp>
      <p:pic>
        <p:nvPicPr>
          <p:cNvPr id="5" name="Imagen 4">
            <a:extLst>
              <a:ext uri="{FF2B5EF4-FFF2-40B4-BE49-F238E27FC236}">
                <a16:creationId xmlns:a16="http://schemas.microsoft.com/office/drawing/2014/main" id="{DA9F39F9-D478-6D5C-C965-A9BFFA0665A4}"/>
              </a:ext>
            </a:extLst>
          </p:cNvPr>
          <p:cNvPicPr>
            <a:picLocks noChangeAspect="1"/>
          </p:cNvPicPr>
          <p:nvPr/>
        </p:nvPicPr>
        <p:blipFill>
          <a:blip r:embed="rId6"/>
          <a:stretch>
            <a:fillRect/>
          </a:stretch>
        </p:blipFill>
        <p:spPr>
          <a:xfrm>
            <a:off x="4122296" y="1022732"/>
            <a:ext cx="5696261" cy="1751554"/>
          </a:xfrm>
          <a:prstGeom prst="rect">
            <a:avLst/>
          </a:prstGeom>
        </p:spPr>
      </p:pic>
      <p:sp>
        <p:nvSpPr>
          <p:cNvPr id="6" name="CuadroTexto 5">
            <a:extLst>
              <a:ext uri="{FF2B5EF4-FFF2-40B4-BE49-F238E27FC236}">
                <a16:creationId xmlns:a16="http://schemas.microsoft.com/office/drawing/2014/main" id="{8A7D9A7A-1823-2894-452D-FA252F9B2BC1}"/>
              </a:ext>
            </a:extLst>
          </p:cNvPr>
          <p:cNvSpPr txBox="1"/>
          <p:nvPr/>
        </p:nvSpPr>
        <p:spPr>
          <a:xfrm>
            <a:off x="9393905" y="5976578"/>
            <a:ext cx="2676526" cy="830997"/>
          </a:xfrm>
          <a:prstGeom prst="rect">
            <a:avLst/>
          </a:prstGeom>
          <a:noFill/>
          <a:ln>
            <a:solidFill>
              <a:schemeClr val="tx1"/>
            </a:solidFill>
          </a:ln>
        </p:spPr>
        <p:txBody>
          <a:bodyPr wrap="square" rtlCol="0">
            <a:spAutoFit/>
          </a:bodyPr>
          <a:lstStyle/>
          <a:p>
            <a:pPr algn="just"/>
            <a:r>
              <a:rPr lang="es-MX" sz="1600" b="1" dirty="0"/>
              <a:t>MAL EJECUTADO EN CAMPO, EL VIDEO NO ESTÁ EN EL DRIVE</a:t>
            </a:r>
          </a:p>
        </p:txBody>
      </p:sp>
    </p:spTree>
    <p:extLst>
      <p:ext uri="{BB962C8B-B14F-4D97-AF65-F5344CB8AC3E}">
        <p14:creationId xmlns:p14="http://schemas.microsoft.com/office/powerpoint/2010/main" val="3609324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62766-B15D-B6E1-120D-0452AEC69F9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9557F2D-CE3A-4270-4C6D-B668A3AF6B7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B12D467-00D7-E460-344B-B82A4FD04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7FADD1A-5793-AF19-BA5C-28C65946EA29}"/>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8D536E0E-D612-A1D0-7E0F-F9FFE12A0331}"/>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654AB3AC-F508-E509-64D8-562F8E783D5F}"/>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C9975C50-71B0-AB15-15C4-1483653297A9}"/>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0" name="CuadroTexto 29">
            <a:extLst>
              <a:ext uri="{FF2B5EF4-FFF2-40B4-BE49-F238E27FC236}">
                <a16:creationId xmlns:a16="http://schemas.microsoft.com/office/drawing/2014/main" id="{9025D4E0-B490-022B-9881-5E66664C4C59}"/>
              </a:ext>
            </a:extLst>
          </p:cNvPr>
          <p:cNvSpPr txBox="1"/>
          <p:nvPr/>
        </p:nvSpPr>
        <p:spPr>
          <a:xfrm>
            <a:off x="3024188" y="110786"/>
            <a:ext cx="7707980"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LA CASA DE LOS TENDEROS </a:t>
            </a:r>
            <a:r>
              <a:rPr lang="es-MX" b="1" dirty="0">
                <a:solidFill>
                  <a:srgbClr val="000000"/>
                </a:solidFill>
                <a:latin typeface="Aptos Narrow" panose="020B0004020202020204" pitchFamily="34" charset="0"/>
              </a:rPr>
              <a:t>- CALI</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87548C26-8BD5-C044-94A1-1369E2D9EED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2" name="CuadroTexto 11">
            <a:extLst>
              <a:ext uri="{FF2B5EF4-FFF2-40B4-BE49-F238E27FC236}">
                <a16:creationId xmlns:a16="http://schemas.microsoft.com/office/drawing/2014/main" id="{D5B820E0-D14D-D059-04EF-F61CCFFA3E5A}"/>
              </a:ext>
            </a:extLst>
          </p:cNvPr>
          <p:cNvSpPr txBox="1"/>
          <p:nvPr/>
        </p:nvSpPr>
        <p:spPr>
          <a:xfrm>
            <a:off x="4122295" y="4576077"/>
            <a:ext cx="5696262" cy="923330"/>
          </a:xfrm>
          <a:prstGeom prst="rect">
            <a:avLst/>
          </a:prstGeom>
          <a:noFill/>
        </p:spPr>
        <p:txBody>
          <a:bodyPr wrap="square">
            <a:spAutoFit/>
          </a:bodyPr>
          <a:lstStyle/>
          <a:p>
            <a:r>
              <a:rPr lang="es-CO" dirty="0">
                <a:hlinkClick r:id="rId4"/>
              </a:rPr>
              <a:t>https://drive.google.com/file/d/1JCqVlPu9ch1y6FvdXftfB2kO8DJ9nkKt/view?usp=drive_link</a:t>
            </a:r>
            <a:endParaRPr lang="es-CO" dirty="0"/>
          </a:p>
          <a:p>
            <a:endParaRPr lang="es-CO" dirty="0"/>
          </a:p>
        </p:txBody>
      </p:sp>
      <p:sp>
        <p:nvSpPr>
          <p:cNvPr id="10" name="CuadroTexto 9">
            <a:extLst>
              <a:ext uri="{FF2B5EF4-FFF2-40B4-BE49-F238E27FC236}">
                <a16:creationId xmlns:a16="http://schemas.microsoft.com/office/drawing/2014/main" id="{3747C134-D4BE-B296-F2B0-F98A21871FA8}"/>
              </a:ext>
            </a:extLst>
          </p:cNvPr>
          <p:cNvSpPr txBox="1"/>
          <p:nvPr/>
        </p:nvSpPr>
        <p:spPr>
          <a:xfrm>
            <a:off x="4122295" y="3006512"/>
            <a:ext cx="5696262"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Ejecución del PDV: </a:t>
            </a:r>
            <a:r>
              <a:rPr lang="es-MX" sz="1600" dirty="0"/>
              <a:t>No c</a:t>
            </a:r>
            <a:r>
              <a:rPr lang="es-CO" sz="1600" dirty="0"/>
              <a:t>onoce el % de participación que tienen las marcas de purina dentro del universo del PDV.</a:t>
            </a:r>
            <a:endParaRPr lang="es-MX" sz="1600" b="1" dirty="0"/>
          </a:p>
          <a:p>
            <a:pPr marL="285750" indent="-285750" algn="just">
              <a:buFont typeface="Arial" panose="020B0604020202020204" pitchFamily="34" charset="0"/>
              <a:buChar char="•"/>
            </a:pPr>
            <a:endParaRPr lang="es-MX" sz="1600" b="1" dirty="0"/>
          </a:p>
        </p:txBody>
      </p:sp>
      <p:pic>
        <p:nvPicPr>
          <p:cNvPr id="6" name="Imagen 5">
            <a:extLst>
              <a:ext uri="{FF2B5EF4-FFF2-40B4-BE49-F238E27FC236}">
                <a16:creationId xmlns:a16="http://schemas.microsoft.com/office/drawing/2014/main" id="{0C12F342-4CCA-6C6F-DE98-0EB5A4A1854B}"/>
              </a:ext>
            </a:extLst>
          </p:cNvPr>
          <p:cNvPicPr>
            <a:picLocks noChangeAspect="1"/>
          </p:cNvPicPr>
          <p:nvPr/>
        </p:nvPicPr>
        <p:blipFill>
          <a:blip r:embed="rId5"/>
          <a:stretch>
            <a:fillRect/>
          </a:stretch>
        </p:blipFill>
        <p:spPr>
          <a:xfrm>
            <a:off x="4122295" y="1021234"/>
            <a:ext cx="5696262" cy="1739152"/>
          </a:xfrm>
          <a:prstGeom prst="rect">
            <a:avLst/>
          </a:prstGeom>
        </p:spPr>
      </p:pic>
      <p:graphicFrame>
        <p:nvGraphicFramePr>
          <p:cNvPr id="11" name="Gráfico 10">
            <a:extLst>
              <a:ext uri="{FF2B5EF4-FFF2-40B4-BE49-F238E27FC236}">
                <a16:creationId xmlns:a16="http://schemas.microsoft.com/office/drawing/2014/main" id="{49DD5D07-B5BD-CA30-D301-511ACBB133CC}"/>
              </a:ext>
            </a:extLst>
          </p:cNvPr>
          <p:cNvGraphicFramePr/>
          <p:nvPr>
            <p:extLst>
              <p:ext uri="{D42A27DB-BD31-4B8C-83A1-F6EECF244321}">
                <p14:modId xmlns:p14="http://schemas.microsoft.com/office/powerpoint/2010/main" val="1141651879"/>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6"/>
          </a:graphicData>
        </a:graphic>
      </p:graphicFrame>
      <p:sp>
        <p:nvSpPr>
          <p:cNvPr id="14" name="CuadroTexto 13">
            <a:extLst>
              <a:ext uri="{FF2B5EF4-FFF2-40B4-BE49-F238E27FC236}">
                <a16:creationId xmlns:a16="http://schemas.microsoft.com/office/drawing/2014/main" id="{431C04E3-5844-F9D3-7EEA-A6FCAAABB6BE}"/>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96%</a:t>
            </a:r>
            <a:endParaRPr lang="es-CO" sz="2000" b="1" dirty="0">
              <a:solidFill>
                <a:schemeClr val="bg1"/>
              </a:solidFill>
              <a:latin typeface="Franklin Gothic Demi" panose="020B0703020102020204" pitchFamily="34" charset="0"/>
            </a:endParaRPr>
          </a:p>
        </p:txBody>
      </p:sp>
      <p:sp>
        <p:nvSpPr>
          <p:cNvPr id="5" name="CuadroTexto 4">
            <a:extLst>
              <a:ext uri="{FF2B5EF4-FFF2-40B4-BE49-F238E27FC236}">
                <a16:creationId xmlns:a16="http://schemas.microsoft.com/office/drawing/2014/main" id="{3C7FDC9A-5E12-E245-DC16-8101F39FF3FD}"/>
              </a:ext>
            </a:extLst>
          </p:cNvPr>
          <p:cNvSpPr txBox="1"/>
          <p:nvPr/>
        </p:nvSpPr>
        <p:spPr>
          <a:xfrm>
            <a:off x="4196375" y="6043995"/>
            <a:ext cx="5696262" cy="584775"/>
          </a:xfrm>
          <a:prstGeom prst="rect">
            <a:avLst/>
          </a:prstGeom>
          <a:noFill/>
          <a:ln>
            <a:solidFill>
              <a:schemeClr val="tx1"/>
            </a:solidFill>
          </a:ln>
        </p:spPr>
        <p:txBody>
          <a:bodyPr wrap="square" rtlCol="0">
            <a:spAutoFit/>
          </a:bodyPr>
          <a:lstStyle/>
          <a:p>
            <a:pPr algn="just"/>
            <a:r>
              <a:rPr lang="es-MX" sz="1600" b="1" dirty="0"/>
              <a:t>FUNCIONA, AUNQUE NO VALIDA LAS FECHAS DE VENCIMIENTO</a:t>
            </a:r>
          </a:p>
        </p:txBody>
      </p:sp>
    </p:spTree>
    <p:extLst>
      <p:ext uri="{BB962C8B-B14F-4D97-AF65-F5344CB8AC3E}">
        <p14:creationId xmlns:p14="http://schemas.microsoft.com/office/powerpoint/2010/main" val="113030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BDA81-7E67-20D2-07F1-F66B7E65CBF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35E8222-C1C6-18CA-C525-73654A76D1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CC7C56A-C891-0C17-233D-F47C4AE837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BE435962-EC1D-78A9-248D-800CD3E528F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0CC7BA8-462E-3CE8-E3A4-EA533E1CD942}"/>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LA CANASTA CAMPESINA </a:t>
            </a:r>
            <a:r>
              <a:rPr lang="es-MX" sz="1800" b="1" i="0" u="none" strike="noStrike" dirty="0">
                <a:solidFill>
                  <a:srgbClr val="000000"/>
                </a:solidFill>
                <a:effectLst/>
                <a:latin typeface="Aptos Narrow" panose="020B0004020202020204" pitchFamily="34" charset="0"/>
              </a:rPr>
              <a:t>- BOGOTA</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CBF0B0BC-435B-DBB6-2746-CC63F3DEAFD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918D1376-9561-828A-CF36-824547D07522}"/>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7C36C4AD-C372-41E2-ECDF-7124B0517EF8}"/>
              </a:ext>
            </a:extLst>
          </p:cNvPr>
          <p:cNvSpPr txBox="1"/>
          <p:nvPr/>
        </p:nvSpPr>
        <p:spPr>
          <a:xfrm>
            <a:off x="4098495" y="3128985"/>
            <a:ext cx="6120325" cy="923330"/>
          </a:xfrm>
          <a:prstGeom prst="rect">
            <a:avLst/>
          </a:prstGeom>
          <a:noFill/>
        </p:spPr>
        <p:txBody>
          <a:bodyPr wrap="square">
            <a:spAutoFit/>
          </a:bodyPr>
          <a:lstStyle/>
          <a:p>
            <a:r>
              <a:rPr lang="es-CO" u="sng" dirty="0">
                <a:hlinkClick r:id="rId3"/>
              </a:rPr>
              <a:t>https://drive.google.com/file/d/1tezHWbnTJioLgpIHsQQjZSew5IvDkutq/view?usp=drive_link</a:t>
            </a:r>
            <a:endParaRPr lang="es-CO" u="sng" dirty="0"/>
          </a:p>
          <a:p>
            <a:endParaRPr lang="es-CO" dirty="0"/>
          </a:p>
        </p:txBody>
      </p:sp>
      <p:sp>
        <p:nvSpPr>
          <p:cNvPr id="5" name="CuadroTexto 4">
            <a:extLst>
              <a:ext uri="{FF2B5EF4-FFF2-40B4-BE49-F238E27FC236}">
                <a16:creationId xmlns:a16="http://schemas.microsoft.com/office/drawing/2014/main" id="{F222933C-BA12-E063-5BCF-E0BE2956583D}"/>
              </a:ext>
            </a:extLst>
          </p:cNvPr>
          <p:cNvSpPr txBox="1"/>
          <p:nvPr/>
        </p:nvSpPr>
        <p:spPr>
          <a:xfrm>
            <a:off x="4098494" y="1783610"/>
            <a:ext cx="6120325" cy="830997"/>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EL ADMINISTRADOR INDICA QUE NADIE SE ACERCA AL PUNTO DE MERCADEO PURINA </a:t>
            </a:r>
            <a:endParaRPr lang="es-MX" sz="1600" dirty="0">
              <a:highlight>
                <a:srgbClr val="C0C0C0"/>
              </a:highlight>
            </a:endParaRPr>
          </a:p>
        </p:txBody>
      </p:sp>
    </p:spTree>
    <p:extLst>
      <p:ext uri="{BB962C8B-B14F-4D97-AF65-F5344CB8AC3E}">
        <p14:creationId xmlns:p14="http://schemas.microsoft.com/office/powerpoint/2010/main" val="4030159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365D-CE0B-D7DF-B555-2CFA2DBDA0C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601A737B-03B2-CE89-2EE0-12725CA68BF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B8612E2E-48C7-82A3-506C-87940F4C8A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9EF230B1-6B84-382E-7622-C9FFCC4C35C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57D05FD-9316-F285-DAC8-25D77B8F531B}"/>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AUTOSERVICIO EL RODEO DT - </a:t>
            </a:r>
            <a:r>
              <a:rPr lang="es-MX" sz="1800" b="1" i="0" u="none" strike="noStrike" dirty="0">
                <a:solidFill>
                  <a:srgbClr val="000000"/>
                </a:solidFill>
                <a:effectLst/>
                <a:latin typeface="Aptos Narrow" panose="020B0004020202020204" pitchFamily="34" charset="0"/>
              </a:rPr>
              <a:t>BOGOTA</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AF3960C8-7556-27D9-7E79-579D2E31B06E}"/>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A5C6F918-6929-E3C9-0F61-1A26430A89E9}"/>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FD7B1E48-8CA7-995C-77D5-1E2DF94D96BA}"/>
              </a:ext>
            </a:extLst>
          </p:cNvPr>
          <p:cNvSpPr txBox="1"/>
          <p:nvPr/>
        </p:nvSpPr>
        <p:spPr>
          <a:xfrm>
            <a:off x="4098494" y="3298680"/>
            <a:ext cx="6120325" cy="923330"/>
          </a:xfrm>
          <a:prstGeom prst="rect">
            <a:avLst/>
          </a:prstGeom>
          <a:noFill/>
        </p:spPr>
        <p:txBody>
          <a:bodyPr wrap="square">
            <a:spAutoFit/>
          </a:bodyPr>
          <a:lstStyle/>
          <a:p>
            <a:r>
              <a:rPr lang="es-CO" u="sng" dirty="0">
                <a:hlinkClick r:id="rId3"/>
              </a:rPr>
              <a:t>https://drive.google.com/file/d/1gwaoh3cjBXQOoiYBtKLEmSeNbnbJOvTK/view?usp=drive_link</a:t>
            </a:r>
            <a:endParaRPr lang="es-CO" u="sng" dirty="0"/>
          </a:p>
          <a:p>
            <a:endParaRPr lang="es-CO" dirty="0"/>
          </a:p>
        </p:txBody>
      </p:sp>
      <p:sp>
        <p:nvSpPr>
          <p:cNvPr id="5" name="CuadroTexto 4">
            <a:extLst>
              <a:ext uri="{FF2B5EF4-FFF2-40B4-BE49-F238E27FC236}">
                <a16:creationId xmlns:a16="http://schemas.microsoft.com/office/drawing/2014/main" id="{F9B403D3-A6C9-94E1-90B4-78CDB195D484}"/>
              </a:ext>
            </a:extLst>
          </p:cNvPr>
          <p:cNvSpPr txBox="1"/>
          <p:nvPr/>
        </p:nvSpPr>
        <p:spPr>
          <a:xfrm>
            <a:off x="4098494" y="1783610"/>
            <a:ext cx="6120325" cy="1077218"/>
          </a:xfrm>
          <a:prstGeom prst="rect">
            <a:avLst/>
          </a:prstGeom>
          <a:noFill/>
          <a:ln>
            <a:solidFill>
              <a:schemeClr val="tx1"/>
            </a:solidFill>
          </a:ln>
        </p:spPr>
        <p:txBody>
          <a:bodyPr wrap="square" rtlCol="0">
            <a:spAutoFit/>
          </a:bodyPr>
          <a:lstStyle/>
          <a:p>
            <a:r>
              <a:rPr lang="es-CO" sz="1600" dirty="0"/>
              <a:t>SE GRABA LA VISITA Y NO SE ENCUENTRA NINGÚN PROMOTOR DE PURINA DIRECTO, EL ADMINISTRADOR INFORMA QUE NUNCA EN EL PUNTO SE ACERCA ALGUIEN DE MERCADEO DIRECTAMENTE DE PURINA</a:t>
            </a:r>
            <a:endParaRPr lang="es-MX" sz="1600" dirty="0">
              <a:highlight>
                <a:srgbClr val="C0C0C0"/>
              </a:highlight>
            </a:endParaRPr>
          </a:p>
        </p:txBody>
      </p:sp>
    </p:spTree>
    <p:extLst>
      <p:ext uri="{BB962C8B-B14F-4D97-AF65-F5344CB8AC3E}">
        <p14:creationId xmlns:p14="http://schemas.microsoft.com/office/powerpoint/2010/main" val="880970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990C-5F5B-674D-E734-2D19DE5A451C}"/>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93856FB-3977-B393-ACB0-5EEC4702170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33DABDFA-A3EC-3F98-559E-227B29C2C5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0CF08A25-4EEF-A06F-8416-77F92F479AF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5E01CB2-7ED7-CEE3-6ED6-1BBA43CC1EF5}"/>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AUTOSERVICIO EL PEDREGAL MG SAS </a:t>
            </a:r>
            <a:r>
              <a:rPr lang="es-MX" b="1" dirty="0">
                <a:solidFill>
                  <a:srgbClr val="000000"/>
                </a:solidFill>
                <a:latin typeface="Aptos Narrow" panose="020B0004020202020204" pitchFamily="34" charset="0"/>
              </a:rPr>
              <a:t>- </a:t>
            </a:r>
            <a:r>
              <a:rPr lang="es-MX" sz="1800" b="1" i="0" u="none" strike="noStrike" dirty="0">
                <a:solidFill>
                  <a:srgbClr val="000000"/>
                </a:solidFill>
                <a:effectLst/>
                <a:latin typeface="Aptos Narrow" panose="020B0004020202020204" pitchFamily="34" charset="0"/>
              </a:rPr>
              <a:t>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E75D79B7-6A2F-2E56-0FFE-1C0A077F691C}"/>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0735A0A7-43FF-F5B9-7651-CF6FAA20E963}"/>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C732BE09-939E-348B-C199-CDDDF2A7ECCD}"/>
              </a:ext>
            </a:extLst>
          </p:cNvPr>
          <p:cNvSpPr txBox="1"/>
          <p:nvPr/>
        </p:nvSpPr>
        <p:spPr>
          <a:xfrm>
            <a:off x="4098494" y="3298680"/>
            <a:ext cx="6120325" cy="923330"/>
          </a:xfrm>
          <a:prstGeom prst="rect">
            <a:avLst/>
          </a:prstGeom>
          <a:noFill/>
        </p:spPr>
        <p:txBody>
          <a:bodyPr wrap="square">
            <a:spAutoFit/>
          </a:bodyPr>
          <a:lstStyle/>
          <a:p>
            <a:r>
              <a:rPr lang="es-CO" u="sng" dirty="0">
                <a:hlinkClick r:id="rId3"/>
              </a:rPr>
              <a:t>https://drive.google.com/file/d/149XR9Y4u3acNNZsX3M2HUDDcSmWx71Ut/view?usp=drive_link</a:t>
            </a:r>
            <a:endParaRPr lang="es-CO" u="sng" dirty="0"/>
          </a:p>
          <a:p>
            <a:endParaRPr lang="es-CO" dirty="0"/>
          </a:p>
        </p:txBody>
      </p:sp>
      <p:sp>
        <p:nvSpPr>
          <p:cNvPr id="5" name="CuadroTexto 4">
            <a:extLst>
              <a:ext uri="{FF2B5EF4-FFF2-40B4-BE49-F238E27FC236}">
                <a16:creationId xmlns:a16="http://schemas.microsoft.com/office/drawing/2014/main" id="{6C756BDF-DDD0-F592-4C33-0FBF575819AB}"/>
              </a:ext>
            </a:extLst>
          </p:cNvPr>
          <p:cNvSpPr txBox="1"/>
          <p:nvPr/>
        </p:nvSpPr>
        <p:spPr>
          <a:xfrm>
            <a:off x="4098494" y="1783610"/>
            <a:ext cx="6120325" cy="1077218"/>
          </a:xfrm>
          <a:prstGeom prst="rect">
            <a:avLst/>
          </a:prstGeom>
          <a:noFill/>
          <a:ln>
            <a:solidFill>
              <a:schemeClr val="tx1"/>
            </a:solidFill>
          </a:ln>
        </p:spPr>
        <p:txBody>
          <a:bodyPr wrap="square" rtlCol="0">
            <a:spAutoFit/>
          </a:bodyPr>
          <a:lstStyle/>
          <a:p>
            <a:r>
              <a:rPr lang="es-CO" sz="1600" dirty="0"/>
              <a:t>SE GRABA LA VISITA Y SE NOTA QUE LA IMPULSADORA DE PURINA NO ESTÁ POR NINGUNA PARTE DEL LOCAL, INCLUSO SE LE PREGUNTA AL ADMINISTRADOR POR ELLA Y DICE QUE VINO SOLO MEDIO DÍA</a:t>
            </a:r>
            <a:endParaRPr lang="es-MX" sz="1600" dirty="0">
              <a:highlight>
                <a:srgbClr val="C0C0C0"/>
              </a:highlight>
            </a:endParaRPr>
          </a:p>
        </p:txBody>
      </p:sp>
    </p:spTree>
    <p:extLst>
      <p:ext uri="{BB962C8B-B14F-4D97-AF65-F5344CB8AC3E}">
        <p14:creationId xmlns:p14="http://schemas.microsoft.com/office/powerpoint/2010/main" val="1788796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38B4A-8DEE-B5D4-7098-318B1D3D621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55D7863-D9C3-CB8D-207E-946E704DAA3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8790F6-1A17-C22E-4A1D-89AE7FF767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8354931A-8778-4EFE-CCE1-C5A4B276B67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2422376A-4667-2011-5676-6154C46C9C18}"/>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CAÑAVERAL LIMONAR </a:t>
            </a:r>
            <a:r>
              <a:rPr lang="es-MX" b="1" dirty="0">
                <a:solidFill>
                  <a:srgbClr val="000000"/>
                </a:solidFill>
                <a:latin typeface="Aptos Narrow" panose="020B0004020202020204" pitchFamily="34" charset="0"/>
              </a:rPr>
              <a:t>- </a:t>
            </a:r>
            <a:r>
              <a:rPr lang="es-MX" sz="1800" b="1" i="0" u="none" strike="noStrike" dirty="0">
                <a:solidFill>
                  <a:srgbClr val="000000"/>
                </a:solidFill>
                <a:effectLst/>
                <a:latin typeface="Aptos Narrow" panose="020B0004020202020204" pitchFamily="34" charset="0"/>
              </a:rPr>
              <a:t>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D5449AB0-B51F-E870-4000-57F0A3C48D67}"/>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6457C568-14D6-AB46-9975-38FDE99D4B8B}"/>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828F7165-2EC1-019A-FE68-4A55CBB7ED2A}"/>
              </a:ext>
            </a:extLst>
          </p:cNvPr>
          <p:cNvSpPr txBox="1"/>
          <p:nvPr/>
        </p:nvSpPr>
        <p:spPr>
          <a:xfrm>
            <a:off x="4098494" y="3298680"/>
            <a:ext cx="6120325" cy="1754326"/>
          </a:xfrm>
          <a:prstGeom prst="rect">
            <a:avLst/>
          </a:prstGeom>
          <a:noFill/>
        </p:spPr>
        <p:txBody>
          <a:bodyPr wrap="square">
            <a:spAutoFit/>
          </a:bodyPr>
          <a:lstStyle/>
          <a:p>
            <a:r>
              <a:rPr lang="es-CO" u="sng" dirty="0">
                <a:hlinkClick r:id="rId3"/>
              </a:rPr>
              <a:t>https://drive.google.com/file/d/1QeoFLDN0BonVM0fRMD3vGA4MvNiOHiaW/view?usp=drive_link</a:t>
            </a:r>
            <a:endParaRPr lang="es-CO" u="sng" dirty="0"/>
          </a:p>
          <a:p>
            <a:endParaRPr lang="es-CO" u="sng" dirty="0"/>
          </a:p>
          <a:p>
            <a:r>
              <a:rPr lang="es-CO" u="sng" dirty="0">
                <a:hlinkClick r:id="rId4"/>
              </a:rPr>
              <a:t>https://drive.google.com/file/d/19TfteSIsgps_t04-w2qrTNMKsd0LoyWj/view?usp=drive_link</a:t>
            </a:r>
            <a:endParaRPr lang="es-CO" u="sng" dirty="0"/>
          </a:p>
          <a:p>
            <a:endParaRPr lang="es-CO" dirty="0"/>
          </a:p>
        </p:txBody>
      </p:sp>
      <p:sp>
        <p:nvSpPr>
          <p:cNvPr id="5" name="CuadroTexto 4">
            <a:extLst>
              <a:ext uri="{FF2B5EF4-FFF2-40B4-BE49-F238E27FC236}">
                <a16:creationId xmlns:a16="http://schemas.microsoft.com/office/drawing/2014/main" id="{7291AB99-3FCE-CD35-E6B4-49427A0B28AB}"/>
              </a:ext>
            </a:extLst>
          </p:cNvPr>
          <p:cNvSpPr txBox="1"/>
          <p:nvPr/>
        </p:nvSpPr>
        <p:spPr>
          <a:xfrm>
            <a:off x="4098494" y="1783610"/>
            <a:ext cx="6120325" cy="830997"/>
          </a:xfrm>
          <a:prstGeom prst="rect">
            <a:avLst/>
          </a:prstGeom>
          <a:noFill/>
          <a:ln>
            <a:solidFill>
              <a:schemeClr val="tx1"/>
            </a:solidFill>
          </a:ln>
        </p:spPr>
        <p:txBody>
          <a:bodyPr wrap="square" rtlCol="0">
            <a:spAutoFit/>
          </a:bodyPr>
          <a:lstStyle/>
          <a:p>
            <a:r>
              <a:rPr lang="es-CO" sz="1600" dirty="0"/>
              <a:t>LA MERCADERISTA NO SE ENCONTRABA EN EL PDV SE ESPERAN 45 MINUTOS PERO NO LLEGÓ, SE REPORTÓ EN EL GRUPO PERO NO SE JUSTIFICÓ LA AUSENCIA</a:t>
            </a:r>
            <a:endParaRPr lang="es-MX" sz="1600" dirty="0">
              <a:highlight>
                <a:srgbClr val="C0C0C0"/>
              </a:highlight>
            </a:endParaRPr>
          </a:p>
        </p:txBody>
      </p:sp>
    </p:spTree>
    <p:extLst>
      <p:ext uri="{BB962C8B-B14F-4D97-AF65-F5344CB8AC3E}">
        <p14:creationId xmlns:p14="http://schemas.microsoft.com/office/powerpoint/2010/main" val="196045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E534D02-B8C7-B74F-CB12-01F23F1DF649}"/>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5A0D168E-1DD6-DBBA-D591-BCE26B9FE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5A180245-F026-E164-C1D0-FEAD3A5BE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CAD1F5A1-A45B-7474-6EF8-7CEEC5771C78}"/>
              </a:ext>
            </a:extLst>
          </p:cNvPr>
          <p:cNvSpPr txBox="1"/>
          <p:nvPr/>
        </p:nvSpPr>
        <p:spPr>
          <a:xfrm>
            <a:off x="251668" y="2650588"/>
            <a:ext cx="2633087" cy="1569660"/>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MISTERY </a:t>
            </a:r>
          </a:p>
          <a:p>
            <a:pPr algn="ctr"/>
            <a:r>
              <a:rPr lang="es-MX" sz="2400" b="1" dirty="0">
                <a:solidFill>
                  <a:schemeClr val="bg1"/>
                </a:solidFill>
                <a:latin typeface="ui-sans-serif"/>
              </a:rPr>
              <a:t>- Agosto 2025 - </a:t>
            </a:r>
            <a:endParaRPr lang="es-CO" sz="2400" b="1" dirty="0">
              <a:solidFill>
                <a:schemeClr val="bg1"/>
              </a:solidFill>
            </a:endParaRPr>
          </a:p>
        </p:txBody>
      </p:sp>
    </p:spTree>
    <p:extLst>
      <p:ext uri="{BB962C8B-B14F-4D97-AF65-F5344CB8AC3E}">
        <p14:creationId xmlns:p14="http://schemas.microsoft.com/office/powerpoint/2010/main" val="1254772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55CB5D-BA0C-CAF7-2F0F-4394F9AD584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AF66B9E6-5CEA-0421-DFAD-B5F1900EB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El </a:t>
            </a:r>
            <a:r>
              <a:rPr lang="es-MX" sz="1300" dirty="0" err="1"/>
              <a:t>mystery</a:t>
            </a:r>
            <a:r>
              <a:rPr lang="es-MX" sz="1300" dirty="0"/>
              <a:t> shopper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Agosto</a:t>
            </a:r>
          </a:p>
        </p:txBody>
      </p:sp>
      <p:sp>
        <p:nvSpPr>
          <p:cNvPr id="15" name="CuadroTexto 14">
            <a:extLst>
              <a:ext uri="{FF2B5EF4-FFF2-40B4-BE49-F238E27FC236}">
                <a16:creationId xmlns:a16="http://schemas.microsoft.com/office/drawing/2014/main" id="{155A1899-F51E-9451-B8A7-0A68A2BA8466}"/>
              </a:ext>
            </a:extLst>
          </p:cNvPr>
          <p:cNvSpPr txBox="1"/>
          <p:nvPr/>
        </p:nvSpPr>
        <p:spPr>
          <a:xfrm>
            <a:off x="2787898" y="3318570"/>
            <a:ext cx="8284293" cy="3539430"/>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500" dirty="0">
              <a:solidFill>
                <a:srgbClr val="C00000"/>
              </a:solidFill>
            </a:endParaRPr>
          </a:p>
          <a:p>
            <a:pPr algn="just"/>
            <a:r>
              <a:rPr lang="es-MX" sz="1200" b="1" dirty="0"/>
              <a:t>PORTAFOLIO Y MANEJO DE OBJECIONES:</a:t>
            </a:r>
          </a:p>
          <a:p>
            <a:pPr marL="742950" lvl="1" indent="-285750" algn="just">
              <a:buFont typeface="Arial" panose="020B0604020202020204" pitchFamily="34" charset="0"/>
              <a:buChar char="•"/>
            </a:pPr>
            <a:r>
              <a:rPr lang="es-MX" sz="1200" dirty="0"/>
              <a:t>Se debe indagar sobre las necesidades del cliente con respecto a su consumo habitual, ya sean marcas propias o de la competencia.</a:t>
            </a:r>
          </a:p>
          <a:p>
            <a:pPr marL="742950" lvl="1" indent="-285750" algn="just">
              <a:buFont typeface="Arial" panose="020B0604020202020204" pitchFamily="34" charset="0"/>
              <a:buChar char="•"/>
            </a:pPr>
            <a:r>
              <a:rPr lang="es-MX" sz="1200" dirty="0"/>
              <a:t>Capacidad de atención a objeciones del mystery shopper ofreciendo los productos en orden de segmentación.</a:t>
            </a:r>
          </a:p>
          <a:p>
            <a:pPr marL="742950" lvl="1" indent="-285750" algn="just">
              <a:buFont typeface="Arial" panose="020B0604020202020204" pitchFamily="34" charset="0"/>
              <a:buChar char="•"/>
            </a:pPr>
            <a:r>
              <a:rPr lang="es-MX" sz="1200" u="sng" dirty="0"/>
              <a:t>Especializado:</a:t>
            </a:r>
            <a:r>
              <a:rPr lang="es-MX" sz="1200" dirty="0"/>
              <a:t> Comunica la actividad PRO PLAN y frente a objeción ofrecimiento de Marca Excellent.</a:t>
            </a:r>
          </a:p>
          <a:p>
            <a:pPr marL="742950" lvl="1" indent="-285750" algn="just">
              <a:buFont typeface="Arial" panose="020B0604020202020204" pitchFamily="34" charset="0"/>
              <a:buChar char="•"/>
            </a:pPr>
            <a:r>
              <a:rPr lang="es-MX" sz="1200" u="sng" dirty="0"/>
              <a:t>Moderno</a:t>
            </a:r>
            <a:r>
              <a:rPr lang="es-MX" sz="1200" dirty="0"/>
              <a:t>: Ofrecimiento de </a:t>
            </a:r>
            <a:r>
              <a:rPr lang="es-MX" sz="1200" dirty="0" err="1"/>
              <a:t>Dog</a:t>
            </a:r>
            <a:r>
              <a:rPr lang="es-MX" sz="1200" dirty="0"/>
              <a:t> </a:t>
            </a:r>
            <a:r>
              <a:rPr lang="es-MX" sz="1200" dirty="0" err="1"/>
              <a:t>Chow</a:t>
            </a:r>
            <a:r>
              <a:rPr lang="es-MX" sz="1200" dirty="0"/>
              <a:t> o Cat </a:t>
            </a:r>
            <a:r>
              <a:rPr lang="es-MX" sz="1200" dirty="0" err="1"/>
              <a:t>chow</a:t>
            </a:r>
            <a:r>
              <a:rPr lang="es-MX" sz="1200" dirty="0"/>
              <a:t> como primera opción, ofrecimiento de alimento húmedo de </a:t>
            </a:r>
            <a:r>
              <a:rPr lang="es-MX" sz="1200" dirty="0" err="1"/>
              <a:t>Dog</a:t>
            </a:r>
            <a:r>
              <a:rPr lang="es-MX" sz="1200" dirty="0"/>
              <a:t> </a:t>
            </a:r>
            <a:r>
              <a:rPr lang="es-MX" sz="1200" dirty="0" err="1"/>
              <a:t>Chow</a:t>
            </a:r>
            <a:r>
              <a:rPr lang="es-MX" sz="1200" dirty="0"/>
              <a:t> y </a:t>
            </a:r>
            <a:r>
              <a:rPr lang="es-MX" sz="1200" dirty="0" err="1"/>
              <a:t>Felix</a:t>
            </a:r>
            <a:r>
              <a:rPr lang="es-MX" sz="1200" dirty="0"/>
              <a:t>.</a:t>
            </a:r>
          </a:p>
          <a:p>
            <a:pPr algn="just"/>
            <a:endParaRPr lang="es-MX" sz="500" dirty="0"/>
          </a:p>
          <a:p>
            <a:pPr algn="just"/>
            <a:endParaRPr lang="es-MX" sz="1200" b="1" dirty="0"/>
          </a:p>
          <a:p>
            <a:pPr algn="just"/>
            <a:r>
              <a:rPr lang="es-MX" sz="1200" b="1" dirty="0"/>
              <a:t>ABORDAJE: </a:t>
            </a:r>
            <a:r>
              <a:rPr lang="es-MX" sz="1200" dirty="0"/>
              <a:t>Se debe realizar un abordaje proactivo en </a:t>
            </a:r>
            <a:r>
              <a:rPr lang="es-MX" sz="1200" dirty="0" err="1"/>
              <a:t>pdv</a:t>
            </a:r>
            <a:r>
              <a:rPr lang="es-MX" sz="1200" dirty="0"/>
              <a:t> (inferior a 1 min) </a:t>
            </a:r>
          </a:p>
          <a:p>
            <a:pPr algn="just"/>
            <a:endParaRPr lang="es-MX" sz="1200" b="1" dirty="0"/>
          </a:p>
          <a:p>
            <a:pPr algn="just"/>
            <a:r>
              <a:rPr lang="es-MX" sz="1200" b="1" dirty="0"/>
              <a:t>HORARIO: </a:t>
            </a:r>
            <a:r>
              <a:rPr lang="es-MX" sz="1200" dirty="0"/>
              <a:t>El asesor debe estar presente en pdv en los turnos compartidos por malla horaria. </a:t>
            </a:r>
          </a:p>
          <a:p>
            <a:pPr algn="just"/>
            <a:endParaRPr lang="es-MX" sz="500" dirty="0"/>
          </a:p>
          <a:p>
            <a:pPr algn="just"/>
            <a:r>
              <a:rPr lang="es-MX" sz="1200" b="1" dirty="0"/>
              <a:t>LABOR DE VENTA:</a:t>
            </a:r>
            <a:r>
              <a:rPr lang="es-MX" sz="1200" dirty="0"/>
              <a:t> El asesor debe realizar un </a:t>
            </a:r>
            <a:r>
              <a:rPr lang="es-MX" sz="1200" dirty="0" err="1"/>
              <a:t>speech</a:t>
            </a:r>
            <a:r>
              <a:rPr lang="es-MX" sz="1200" dirty="0"/>
              <a:t> que incentive la compra de producto al mystery shopper. </a:t>
            </a:r>
          </a:p>
          <a:p>
            <a:pPr algn="just"/>
            <a:endParaRPr lang="es-MX" sz="5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2" name="Imagen 1">
            <a:extLst>
              <a:ext uri="{FF2B5EF4-FFF2-40B4-BE49-F238E27FC236}">
                <a16:creationId xmlns:a16="http://schemas.microsoft.com/office/drawing/2014/main" id="{D8108212-338F-F130-5DF0-136E0231198D}"/>
              </a:ext>
            </a:extLst>
          </p:cNvPr>
          <p:cNvPicPr>
            <a:picLocks noChangeAspect="1"/>
          </p:cNvPicPr>
          <p:nvPr/>
        </p:nvPicPr>
        <p:blipFill>
          <a:blip r:embed="rId3">
            <a:biLevel thresh="75000"/>
          </a:blip>
          <a:stretch>
            <a:fillRect/>
          </a:stretch>
        </p:blipFill>
        <p:spPr>
          <a:xfrm>
            <a:off x="396360" y="2234428"/>
            <a:ext cx="463336" cy="463336"/>
          </a:xfrm>
          <a:prstGeom prst="rect">
            <a:avLst/>
          </a:prstGeom>
        </p:spPr>
      </p:pic>
      <p:sp>
        <p:nvSpPr>
          <p:cNvPr id="3" name="CuadroTexto 2">
            <a:extLst>
              <a:ext uri="{FF2B5EF4-FFF2-40B4-BE49-F238E27FC236}">
                <a16:creationId xmlns:a16="http://schemas.microsoft.com/office/drawing/2014/main" id="{1766130D-C1FE-B8C9-11B3-D53624FC41EB}"/>
              </a:ext>
            </a:extLst>
          </p:cNvPr>
          <p:cNvSpPr txBox="1"/>
          <p:nvPr/>
        </p:nvSpPr>
        <p:spPr>
          <a:xfrm>
            <a:off x="884513" y="2215300"/>
            <a:ext cx="1613504" cy="584775"/>
          </a:xfrm>
          <a:prstGeom prst="rect">
            <a:avLst/>
          </a:prstGeom>
          <a:noFill/>
        </p:spPr>
        <p:txBody>
          <a:bodyPr wrap="square" rtlCol="0">
            <a:spAutoFit/>
          </a:bodyPr>
          <a:lstStyle/>
          <a:p>
            <a:r>
              <a:rPr lang="es-MX" sz="1600" dirty="0">
                <a:solidFill>
                  <a:schemeClr val="bg1"/>
                </a:solidFill>
              </a:rPr>
              <a:t> 4 Mystery</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F9564634-75F9-4081-C030-4E3BC9DFE65C}"/>
              </a:ext>
            </a:extLst>
          </p:cNvPr>
          <p:cNvPicPr>
            <a:picLocks noChangeAspect="1"/>
          </p:cNvPicPr>
          <p:nvPr/>
        </p:nvPicPr>
        <p:blipFill>
          <a:blip r:embed="rId3">
            <a:biLevel thresh="75000"/>
          </a:blip>
          <a:stretch>
            <a:fillRect/>
          </a:stretch>
        </p:blipFill>
        <p:spPr>
          <a:xfrm>
            <a:off x="371543" y="3155740"/>
            <a:ext cx="463336" cy="463336"/>
          </a:xfrm>
          <a:prstGeom prst="rect">
            <a:avLst/>
          </a:prstGeom>
        </p:spPr>
      </p:pic>
      <p:sp>
        <p:nvSpPr>
          <p:cNvPr id="9" name="CuadroTexto 8">
            <a:extLst>
              <a:ext uri="{FF2B5EF4-FFF2-40B4-BE49-F238E27FC236}">
                <a16:creationId xmlns:a16="http://schemas.microsoft.com/office/drawing/2014/main" id="{93BF6B04-47FB-46D1-6390-2C9DA7827E82}"/>
              </a:ext>
            </a:extLst>
          </p:cNvPr>
          <p:cNvSpPr txBox="1"/>
          <p:nvPr/>
        </p:nvSpPr>
        <p:spPr>
          <a:xfrm>
            <a:off x="859696" y="3136612"/>
            <a:ext cx="1613504" cy="584775"/>
          </a:xfrm>
          <a:prstGeom prst="rect">
            <a:avLst/>
          </a:prstGeom>
          <a:noFill/>
        </p:spPr>
        <p:txBody>
          <a:bodyPr wrap="square" rtlCol="0">
            <a:spAutoFit/>
          </a:bodyPr>
          <a:lstStyle/>
          <a:p>
            <a:r>
              <a:rPr lang="es-MX" sz="1600" dirty="0">
                <a:solidFill>
                  <a:schemeClr val="bg1"/>
                </a:solidFill>
              </a:rPr>
              <a:t>5 Mystery</a:t>
            </a:r>
          </a:p>
          <a:p>
            <a:r>
              <a:rPr lang="es-MX" sz="1600" b="1" dirty="0">
                <a:solidFill>
                  <a:schemeClr val="bg1"/>
                </a:solidFill>
              </a:rPr>
              <a:t>Barranquilla</a:t>
            </a:r>
            <a:endParaRPr lang="es-CO" sz="1600" b="1" dirty="0">
              <a:solidFill>
                <a:schemeClr val="bg1"/>
              </a:solidFill>
            </a:endParaRPr>
          </a:p>
        </p:txBody>
      </p:sp>
      <p:pic>
        <p:nvPicPr>
          <p:cNvPr id="11" name="Imagen 10">
            <a:extLst>
              <a:ext uri="{FF2B5EF4-FFF2-40B4-BE49-F238E27FC236}">
                <a16:creationId xmlns:a16="http://schemas.microsoft.com/office/drawing/2014/main" id="{95F441DE-423B-A34D-F752-7A9FDA3E60CB}"/>
              </a:ext>
            </a:extLst>
          </p:cNvPr>
          <p:cNvPicPr>
            <a:picLocks noChangeAspect="1"/>
          </p:cNvPicPr>
          <p:nvPr/>
        </p:nvPicPr>
        <p:blipFill>
          <a:blip r:embed="rId3">
            <a:biLevel thresh="75000"/>
          </a:blip>
          <a:stretch>
            <a:fillRect/>
          </a:stretch>
        </p:blipFill>
        <p:spPr>
          <a:xfrm>
            <a:off x="346726" y="4198491"/>
            <a:ext cx="463336" cy="463336"/>
          </a:xfrm>
          <a:prstGeom prst="rect">
            <a:avLst/>
          </a:prstGeom>
        </p:spPr>
      </p:pic>
      <p:sp>
        <p:nvSpPr>
          <p:cNvPr id="12" name="CuadroTexto 11">
            <a:extLst>
              <a:ext uri="{FF2B5EF4-FFF2-40B4-BE49-F238E27FC236}">
                <a16:creationId xmlns:a16="http://schemas.microsoft.com/office/drawing/2014/main" id="{B212B304-DE28-710D-590C-0138E2CAD040}"/>
              </a:ext>
            </a:extLst>
          </p:cNvPr>
          <p:cNvSpPr txBox="1"/>
          <p:nvPr/>
        </p:nvSpPr>
        <p:spPr>
          <a:xfrm>
            <a:off x="834879" y="4179363"/>
            <a:ext cx="1613504" cy="584775"/>
          </a:xfrm>
          <a:prstGeom prst="rect">
            <a:avLst/>
          </a:prstGeom>
          <a:noFill/>
        </p:spPr>
        <p:txBody>
          <a:bodyPr wrap="square" rtlCol="0">
            <a:spAutoFit/>
          </a:bodyPr>
          <a:lstStyle/>
          <a:p>
            <a:r>
              <a:rPr lang="es-MX" sz="1600" dirty="0">
                <a:solidFill>
                  <a:schemeClr val="bg1"/>
                </a:solidFill>
              </a:rPr>
              <a:t>10 Mystery</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1CB4B897-BD9D-FD79-10CF-D6D3A0F7011C}"/>
              </a:ext>
            </a:extLst>
          </p:cNvPr>
          <p:cNvPicPr>
            <a:picLocks noChangeAspect="1"/>
          </p:cNvPicPr>
          <p:nvPr/>
        </p:nvPicPr>
        <p:blipFill>
          <a:blip r:embed="rId4"/>
          <a:stretch>
            <a:fillRect/>
          </a:stretch>
        </p:blipFill>
        <p:spPr>
          <a:xfrm>
            <a:off x="4991340" y="1665366"/>
            <a:ext cx="3794721" cy="1490374"/>
          </a:xfrm>
          <a:prstGeom prst="rect">
            <a:avLst/>
          </a:prstGeom>
        </p:spPr>
      </p:pic>
    </p:spTree>
    <p:extLst>
      <p:ext uri="{BB962C8B-B14F-4D97-AF65-F5344CB8AC3E}">
        <p14:creationId xmlns:p14="http://schemas.microsoft.com/office/powerpoint/2010/main" val="1408814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41188"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422470"/>
            <a:ext cx="8652072" cy="73866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400" dirty="0"/>
              <a:t>Se logra impactar el panel propuesto de 19  pdv con 18 mystery efectivo. </a:t>
            </a:r>
          </a:p>
          <a:p>
            <a:pPr marL="285750" indent="-285750">
              <a:buFont typeface="Arial" panose="020B0604020202020204" pitchFamily="34" charset="0"/>
              <a:buChar char="•"/>
            </a:pPr>
            <a:r>
              <a:rPr lang="es-MX" sz="1400" dirty="0"/>
              <a:t>Detalle de la ejecución por ciudad de acuerdo con los objetivos propuestos:</a:t>
            </a:r>
            <a:br>
              <a:rPr lang="es-MX" sz="1400" dirty="0"/>
            </a:br>
            <a:endParaRPr lang="es-MX" sz="1400" dirty="0"/>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Agosto</a:t>
            </a:r>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77350" y="4010853"/>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MYSTERY EFECTIVO</a:t>
            </a:r>
            <a:r>
              <a:rPr lang="es-MX" sz="1400" b="1" dirty="0"/>
              <a:t>: </a:t>
            </a:r>
          </a:p>
        </p:txBody>
      </p:sp>
      <p:pic>
        <p:nvPicPr>
          <p:cNvPr id="7" name="Imagen 6">
            <a:extLst>
              <a:ext uri="{FF2B5EF4-FFF2-40B4-BE49-F238E27FC236}">
                <a16:creationId xmlns:a16="http://schemas.microsoft.com/office/drawing/2014/main" id="{FA2FE5B5-FF50-A6D2-2C32-7204F39A4209}"/>
              </a:ext>
            </a:extLst>
          </p:cNvPr>
          <p:cNvPicPr>
            <a:picLocks noChangeAspect="1"/>
          </p:cNvPicPr>
          <p:nvPr/>
        </p:nvPicPr>
        <p:blipFill>
          <a:blip r:embed="rId3">
            <a:biLevel thresh="75000"/>
          </a:blip>
          <a:stretch>
            <a:fillRect/>
          </a:stretch>
        </p:blipFill>
        <p:spPr>
          <a:xfrm>
            <a:off x="396360" y="2234428"/>
            <a:ext cx="463336" cy="463336"/>
          </a:xfrm>
          <a:prstGeom prst="rect">
            <a:avLst/>
          </a:prstGeom>
        </p:spPr>
      </p:pic>
      <p:sp>
        <p:nvSpPr>
          <p:cNvPr id="9" name="CuadroTexto 8">
            <a:extLst>
              <a:ext uri="{FF2B5EF4-FFF2-40B4-BE49-F238E27FC236}">
                <a16:creationId xmlns:a16="http://schemas.microsoft.com/office/drawing/2014/main" id="{B32D483F-2B1C-26F5-2665-9841CFCBBAA2}"/>
              </a:ext>
            </a:extLst>
          </p:cNvPr>
          <p:cNvSpPr txBox="1"/>
          <p:nvPr/>
        </p:nvSpPr>
        <p:spPr>
          <a:xfrm>
            <a:off x="884513" y="2215300"/>
            <a:ext cx="1613504" cy="584775"/>
          </a:xfrm>
          <a:prstGeom prst="rect">
            <a:avLst/>
          </a:prstGeom>
          <a:noFill/>
        </p:spPr>
        <p:txBody>
          <a:bodyPr wrap="square" rtlCol="0">
            <a:spAutoFit/>
          </a:bodyPr>
          <a:lstStyle/>
          <a:p>
            <a:r>
              <a:rPr lang="es-MX" sz="1600" dirty="0">
                <a:solidFill>
                  <a:schemeClr val="bg1"/>
                </a:solidFill>
              </a:rPr>
              <a:t> 4 Mystery</a:t>
            </a:r>
          </a:p>
          <a:p>
            <a:r>
              <a:rPr lang="es-MX" sz="1600" b="1" dirty="0">
                <a:solidFill>
                  <a:schemeClr val="bg1"/>
                </a:solidFill>
              </a:rPr>
              <a:t>Cali</a:t>
            </a:r>
            <a:endParaRPr lang="es-CO" sz="1600" b="1" dirty="0">
              <a:solidFill>
                <a:schemeClr val="bg1"/>
              </a:solidFill>
            </a:endParaRPr>
          </a:p>
        </p:txBody>
      </p:sp>
      <p:pic>
        <p:nvPicPr>
          <p:cNvPr id="11" name="Imagen 10">
            <a:extLst>
              <a:ext uri="{FF2B5EF4-FFF2-40B4-BE49-F238E27FC236}">
                <a16:creationId xmlns:a16="http://schemas.microsoft.com/office/drawing/2014/main" id="{23D89E56-3E61-E0B5-2A76-13870D64C24D}"/>
              </a:ext>
            </a:extLst>
          </p:cNvPr>
          <p:cNvPicPr>
            <a:picLocks noChangeAspect="1"/>
          </p:cNvPicPr>
          <p:nvPr/>
        </p:nvPicPr>
        <p:blipFill>
          <a:blip r:embed="rId3">
            <a:biLevel thresh="75000"/>
          </a:blip>
          <a:stretch>
            <a:fillRect/>
          </a:stretch>
        </p:blipFill>
        <p:spPr>
          <a:xfrm>
            <a:off x="371543" y="3155740"/>
            <a:ext cx="463336" cy="463336"/>
          </a:xfrm>
          <a:prstGeom prst="rect">
            <a:avLst/>
          </a:prstGeom>
        </p:spPr>
      </p:pic>
      <p:sp>
        <p:nvSpPr>
          <p:cNvPr id="12" name="CuadroTexto 11">
            <a:extLst>
              <a:ext uri="{FF2B5EF4-FFF2-40B4-BE49-F238E27FC236}">
                <a16:creationId xmlns:a16="http://schemas.microsoft.com/office/drawing/2014/main" id="{B9F09352-3FA7-E04C-D891-08F44F8CF00B}"/>
              </a:ext>
            </a:extLst>
          </p:cNvPr>
          <p:cNvSpPr txBox="1"/>
          <p:nvPr/>
        </p:nvSpPr>
        <p:spPr>
          <a:xfrm>
            <a:off x="859696" y="3136612"/>
            <a:ext cx="1613504" cy="584775"/>
          </a:xfrm>
          <a:prstGeom prst="rect">
            <a:avLst/>
          </a:prstGeom>
          <a:noFill/>
        </p:spPr>
        <p:txBody>
          <a:bodyPr wrap="square" rtlCol="0">
            <a:spAutoFit/>
          </a:bodyPr>
          <a:lstStyle/>
          <a:p>
            <a:r>
              <a:rPr lang="es-MX" sz="1600" dirty="0">
                <a:solidFill>
                  <a:schemeClr val="bg1"/>
                </a:solidFill>
              </a:rPr>
              <a:t>5 Mystery</a:t>
            </a:r>
          </a:p>
          <a:p>
            <a:r>
              <a:rPr lang="es-MX" sz="1600" b="1" dirty="0">
                <a:solidFill>
                  <a:schemeClr val="bg1"/>
                </a:solidFill>
              </a:rPr>
              <a:t>Barranquilla</a:t>
            </a:r>
            <a:endParaRPr lang="es-CO" sz="1600" b="1" dirty="0">
              <a:solidFill>
                <a:schemeClr val="bg1"/>
              </a:solidFill>
            </a:endParaRPr>
          </a:p>
        </p:txBody>
      </p:sp>
      <p:pic>
        <p:nvPicPr>
          <p:cNvPr id="13" name="Imagen 12">
            <a:extLst>
              <a:ext uri="{FF2B5EF4-FFF2-40B4-BE49-F238E27FC236}">
                <a16:creationId xmlns:a16="http://schemas.microsoft.com/office/drawing/2014/main" id="{28C2EF5D-7545-42DE-813C-31B5D6B5F897}"/>
              </a:ext>
            </a:extLst>
          </p:cNvPr>
          <p:cNvPicPr>
            <a:picLocks noChangeAspect="1"/>
          </p:cNvPicPr>
          <p:nvPr/>
        </p:nvPicPr>
        <p:blipFill>
          <a:blip r:embed="rId3">
            <a:biLevel thresh="75000"/>
          </a:blip>
          <a:stretch>
            <a:fillRect/>
          </a:stretch>
        </p:blipFill>
        <p:spPr>
          <a:xfrm>
            <a:off x="346726" y="4198491"/>
            <a:ext cx="463336" cy="463336"/>
          </a:xfrm>
          <a:prstGeom prst="rect">
            <a:avLst/>
          </a:prstGeom>
        </p:spPr>
      </p:pic>
      <p:sp>
        <p:nvSpPr>
          <p:cNvPr id="15" name="CuadroTexto 14">
            <a:extLst>
              <a:ext uri="{FF2B5EF4-FFF2-40B4-BE49-F238E27FC236}">
                <a16:creationId xmlns:a16="http://schemas.microsoft.com/office/drawing/2014/main" id="{4B8F2FC5-106E-6215-F349-4770226A8A2E}"/>
              </a:ext>
            </a:extLst>
          </p:cNvPr>
          <p:cNvSpPr txBox="1"/>
          <p:nvPr/>
        </p:nvSpPr>
        <p:spPr>
          <a:xfrm>
            <a:off x="834879" y="4179363"/>
            <a:ext cx="1613504" cy="584775"/>
          </a:xfrm>
          <a:prstGeom prst="rect">
            <a:avLst/>
          </a:prstGeom>
          <a:noFill/>
        </p:spPr>
        <p:txBody>
          <a:bodyPr wrap="square" rtlCol="0">
            <a:spAutoFit/>
          </a:bodyPr>
          <a:lstStyle/>
          <a:p>
            <a:r>
              <a:rPr lang="es-MX" sz="1600" dirty="0">
                <a:solidFill>
                  <a:schemeClr val="bg1"/>
                </a:solidFill>
              </a:rPr>
              <a:t>10 Mystery</a:t>
            </a:r>
          </a:p>
          <a:p>
            <a:r>
              <a:rPr lang="es-MX" sz="1600" b="1" dirty="0">
                <a:solidFill>
                  <a:schemeClr val="bg1"/>
                </a:solidFill>
              </a:rPr>
              <a:t>Bogotá</a:t>
            </a:r>
            <a:endParaRPr lang="es-CO" sz="1600" b="1" dirty="0">
              <a:solidFill>
                <a:schemeClr val="bg1"/>
              </a:solidFill>
            </a:endParaRPr>
          </a:p>
        </p:txBody>
      </p:sp>
      <p:pic>
        <p:nvPicPr>
          <p:cNvPr id="16" name="Imagen 15">
            <a:extLst>
              <a:ext uri="{FF2B5EF4-FFF2-40B4-BE49-F238E27FC236}">
                <a16:creationId xmlns:a16="http://schemas.microsoft.com/office/drawing/2014/main" id="{68E96DDE-4F0A-E8FC-A6DC-EAF597EEAFDC}"/>
              </a:ext>
            </a:extLst>
          </p:cNvPr>
          <p:cNvPicPr>
            <a:picLocks noChangeAspect="1"/>
          </p:cNvPicPr>
          <p:nvPr/>
        </p:nvPicPr>
        <p:blipFill>
          <a:blip r:embed="rId4"/>
          <a:stretch>
            <a:fillRect/>
          </a:stretch>
        </p:blipFill>
        <p:spPr>
          <a:xfrm>
            <a:off x="2955554" y="4506239"/>
            <a:ext cx="8737676" cy="861124"/>
          </a:xfrm>
          <a:prstGeom prst="rect">
            <a:avLst/>
          </a:prstGeom>
        </p:spPr>
      </p:pic>
      <p:pic>
        <p:nvPicPr>
          <p:cNvPr id="17" name="Imagen 16">
            <a:extLst>
              <a:ext uri="{FF2B5EF4-FFF2-40B4-BE49-F238E27FC236}">
                <a16:creationId xmlns:a16="http://schemas.microsoft.com/office/drawing/2014/main" id="{3C384D3B-2B63-62C9-8079-733B4FADFF76}"/>
              </a:ext>
            </a:extLst>
          </p:cNvPr>
          <p:cNvPicPr>
            <a:picLocks noChangeAspect="1"/>
          </p:cNvPicPr>
          <p:nvPr/>
        </p:nvPicPr>
        <p:blipFill>
          <a:blip r:embed="rId5"/>
          <a:stretch>
            <a:fillRect/>
          </a:stretch>
        </p:blipFill>
        <p:spPr>
          <a:xfrm>
            <a:off x="2955554" y="2107632"/>
            <a:ext cx="8737676" cy="1525836"/>
          </a:xfrm>
          <a:prstGeom prst="rect">
            <a:avLst/>
          </a:prstGeom>
        </p:spPr>
      </p:pic>
    </p:spTree>
    <p:extLst>
      <p:ext uri="{BB962C8B-B14F-4D97-AF65-F5344CB8AC3E}">
        <p14:creationId xmlns:p14="http://schemas.microsoft.com/office/powerpoint/2010/main" val="3429735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3BB59-6F95-ACA7-F6A3-03A90C64BAA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BDAD8D4D-92EC-8251-7521-7AC3DDA41FB1}"/>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B10D5AC-69E4-6545-8A99-0D431BC41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089861"/>
            <a:ext cx="2560659" cy="485171"/>
          </a:xfrm>
          <a:prstGeom prst="rect">
            <a:avLst/>
          </a:prstGeom>
        </p:spPr>
      </p:pic>
      <p:cxnSp>
        <p:nvCxnSpPr>
          <p:cNvPr id="20" name="Conector recto 19">
            <a:extLst>
              <a:ext uri="{FF2B5EF4-FFF2-40B4-BE49-F238E27FC236}">
                <a16:creationId xmlns:a16="http://schemas.microsoft.com/office/drawing/2014/main" id="{83CF6D08-E4E3-66F9-5889-B4502399B48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6" name="CuadroTexto 25">
            <a:extLst>
              <a:ext uri="{FF2B5EF4-FFF2-40B4-BE49-F238E27FC236}">
                <a16:creationId xmlns:a16="http://schemas.microsoft.com/office/drawing/2014/main" id="{34B3AD1F-D607-BE1B-3508-F6F4A2648F08}"/>
              </a:ext>
            </a:extLst>
          </p:cNvPr>
          <p:cNvSpPr txBox="1"/>
          <p:nvPr/>
        </p:nvSpPr>
        <p:spPr>
          <a:xfrm>
            <a:off x="2836378" y="117647"/>
            <a:ext cx="4288100" cy="707886"/>
          </a:xfrm>
          <a:prstGeom prst="rect">
            <a:avLst/>
          </a:prstGeom>
          <a:noFill/>
        </p:spPr>
        <p:txBody>
          <a:bodyPr wrap="square" rtlCol="0">
            <a:spAutoFit/>
          </a:bodyPr>
          <a:lstStyle/>
          <a:p>
            <a:r>
              <a:rPr lang="es-MX" sz="2000" b="1" dirty="0"/>
              <a:t>INFORME DE IMPULSO </a:t>
            </a:r>
          </a:p>
          <a:p>
            <a:r>
              <a:rPr lang="es-MX" sz="2000" b="1" dirty="0"/>
              <a:t>Agosto 2025</a:t>
            </a:r>
            <a:endParaRPr lang="es-CO" dirty="0"/>
          </a:p>
        </p:txBody>
      </p:sp>
      <p:pic>
        <p:nvPicPr>
          <p:cNvPr id="14" name="Imagen 13">
            <a:extLst>
              <a:ext uri="{FF2B5EF4-FFF2-40B4-BE49-F238E27FC236}">
                <a16:creationId xmlns:a16="http://schemas.microsoft.com/office/drawing/2014/main" id="{1FA6177B-1C8F-77AF-0EEC-FF31C73A60BB}"/>
              </a:ext>
            </a:extLst>
          </p:cNvPr>
          <p:cNvPicPr>
            <a:picLocks noChangeAspect="1"/>
          </p:cNvPicPr>
          <p:nvPr/>
        </p:nvPicPr>
        <p:blipFill>
          <a:blip r:embed="rId3">
            <a:biLevel thresh="75000"/>
          </a:blip>
          <a:stretch>
            <a:fillRect/>
          </a:stretch>
        </p:blipFill>
        <p:spPr>
          <a:xfrm>
            <a:off x="4270230" y="1834967"/>
            <a:ext cx="1000316" cy="1000316"/>
          </a:xfrm>
          <a:prstGeom prst="rect">
            <a:avLst/>
          </a:prstGeom>
        </p:spPr>
      </p:pic>
      <p:sp>
        <p:nvSpPr>
          <p:cNvPr id="2" name="CuadroTexto 1">
            <a:extLst>
              <a:ext uri="{FF2B5EF4-FFF2-40B4-BE49-F238E27FC236}">
                <a16:creationId xmlns:a16="http://schemas.microsoft.com/office/drawing/2014/main" id="{D741CCE3-A2F0-C75B-2695-53F2C71ABBFC}"/>
              </a:ext>
            </a:extLst>
          </p:cNvPr>
          <p:cNvSpPr txBox="1"/>
          <p:nvPr/>
        </p:nvSpPr>
        <p:spPr>
          <a:xfrm>
            <a:off x="5672783" y="2042737"/>
            <a:ext cx="1964026" cy="646331"/>
          </a:xfrm>
          <a:prstGeom prst="rect">
            <a:avLst/>
          </a:prstGeom>
          <a:noFill/>
        </p:spPr>
        <p:txBody>
          <a:bodyPr wrap="square" lIns="91440" tIns="45720" rIns="91440" bIns="45720" rtlCol="0" anchor="t">
            <a:spAutoFit/>
          </a:bodyPr>
          <a:lstStyle/>
          <a:p>
            <a:r>
              <a:rPr lang="es-MX" dirty="0"/>
              <a:t> 19 PDV PROGRAMADOS</a:t>
            </a:r>
            <a:endParaRPr lang="es-CO" b="1" dirty="0"/>
          </a:p>
        </p:txBody>
      </p:sp>
      <p:pic>
        <p:nvPicPr>
          <p:cNvPr id="3" name="Imagen 2">
            <a:extLst>
              <a:ext uri="{FF2B5EF4-FFF2-40B4-BE49-F238E27FC236}">
                <a16:creationId xmlns:a16="http://schemas.microsoft.com/office/drawing/2014/main" id="{C4546795-832D-6F06-1FD6-114603C8D61B}"/>
              </a:ext>
            </a:extLst>
          </p:cNvPr>
          <p:cNvPicPr>
            <a:picLocks noChangeAspect="1"/>
          </p:cNvPicPr>
          <p:nvPr/>
        </p:nvPicPr>
        <p:blipFill>
          <a:blip r:embed="rId4">
            <a:grayscl/>
          </a:blip>
          <a:stretch>
            <a:fillRect/>
          </a:stretch>
        </p:blipFill>
        <p:spPr>
          <a:xfrm>
            <a:off x="4320514" y="3245922"/>
            <a:ext cx="1080966" cy="836879"/>
          </a:xfrm>
          <a:prstGeom prst="rect">
            <a:avLst/>
          </a:prstGeom>
        </p:spPr>
      </p:pic>
      <p:sp>
        <p:nvSpPr>
          <p:cNvPr id="5" name="CuadroTexto 4">
            <a:extLst>
              <a:ext uri="{FF2B5EF4-FFF2-40B4-BE49-F238E27FC236}">
                <a16:creationId xmlns:a16="http://schemas.microsoft.com/office/drawing/2014/main" id="{4F47B6CB-1FFF-E256-3B60-80F96E2E701A}"/>
              </a:ext>
            </a:extLst>
          </p:cNvPr>
          <p:cNvSpPr txBox="1"/>
          <p:nvPr/>
        </p:nvSpPr>
        <p:spPr>
          <a:xfrm>
            <a:off x="5672783" y="3341197"/>
            <a:ext cx="1814327" cy="923330"/>
          </a:xfrm>
          <a:prstGeom prst="rect">
            <a:avLst/>
          </a:prstGeom>
          <a:noFill/>
        </p:spPr>
        <p:txBody>
          <a:bodyPr wrap="square" lIns="91440" tIns="45720" rIns="91440" bIns="45720" rtlCol="0" anchor="t">
            <a:spAutoFit/>
          </a:bodyPr>
          <a:lstStyle/>
          <a:p>
            <a:r>
              <a:rPr lang="es-MX" dirty="0"/>
              <a:t>19 PDV EJECUTADOS EFECTIVOS</a:t>
            </a:r>
            <a:endParaRPr lang="es-CO" b="1" dirty="0"/>
          </a:p>
        </p:txBody>
      </p:sp>
      <p:pic>
        <p:nvPicPr>
          <p:cNvPr id="6" name="Imagen 5">
            <a:extLst>
              <a:ext uri="{FF2B5EF4-FFF2-40B4-BE49-F238E27FC236}">
                <a16:creationId xmlns:a16="http://schemas.microsoft.com/office/drawing/2014/main" id="{5006051F-E137-C87F-D99B-899CB47D7F8C}"/>
              </a:ext>
            </a:extLst>
          </p:cNvPr>
          <p:cNvPicPr>
            <a:picLocks noChangeAspect="1"/>
          </p:cNvPicPr>
          <p:nvPr/>
        </p:nvPicPr>
        <p:blipFill>
          <a:blip r:embed="rId5">
            <a:grayscl/>
          </a:blip>
          <a:stretch>
            <a:fillRect/>
          </a:stretch>
        </p:blipFill>
        <p:spPr>
          <a:xfrm>
            <a:off x="7758413" y="3034880"/>
            <a:ext cx="1262184" cy="1262184"/>
          </a:xfrm>
          <a:prstGeom prst="rect">
            <a:avLst/>
          </a:prstGeom>
        </p:spPr>
      </p:pic>
      <p:sp>
        <p:nvSpPr>
          <p:cNvPr id="32" name="CuadroTexto 31">
            <a:extLst>
              <a:ext uri="{FF2B5EF4-FFF2-40B4-BE49-F238E27FC236}">
                <a16:creationId xmlns:a16="http://schemas.microsoft.com/office/drawing/2014/main" id="{65CF82E9-803D-78A7-6EE6-D761E7236721}"/>
              </a:ext>
            </a:extLst>
          </p:cNvPr>
          <p:cNvSpPr txBox="1"/>
          <p:nvPr/>
        </p:nvSpPr>
        <p:spPr>
          <a:xfrm>
            <a:off x="4397744" y="4723368"/>
            <a:ext cx="926505" cy="461665"/>
          </a:xfrm>
          <a:prstGeom prst="rect">
            <a:avLst/>
          </a:prstGeom>
          <a:noFill/>
        </p:spPr>
        <p:txBody>
          <a:bodyPr wrap="square" lIns="91440" tIns="45720" rIns="91440" bIns="45720" rtlCol="0" anchor="t">
            <a:spAutoFit/>
          </a:bodyPr>
          <a:lstStyle/>
          <a:p>
            <a:r>
              <a:rPr lang="es-MX" sz="2400" b="1" dirty="0">
                <a:latin typeface="Franklin Gothic Demi"/>
              </a:rPr>
              <a:t>86%</a:t>
            </a:r>
          </a:p>
        </p:txBody>
      </p:sp>
      <p:sp>
        <p:nvSpPr>
          <p:cNvPr id="34" name="CuadroTexto 33">
            <a:extLst>
              <a:ext uri="{FF2B5EF4-FFF2-40B4-BE49-F238E27FC236}">
                <a16:creationId xmlns:a16="http://schemas.microsoft.com/office/drawing/2014/main" id="{E5EFF196-6B09-2BA0-10C6-A9CA97CECD06}"/>
              </a:ext>
            </a:extLst>
          </p:cNvPr>
          <p:cNvSpPr txBox="1"/>
          <p:nvPr/>
        </p:nvSpPr>
        <p:spPr>
          <a:xfrm>
            <a:off x="5672783" y="4538702"/>
            <a:ext cx="1964026" cy="923330"/>
          </a:xfrm>
          <a:prstGeom prst="rect">
            <a:avLst/>
          </a:prstGeom>
          <a:noFill/>
        </p:spPr>
        <p:txBody>
          <a:bodyPr wrap="square" rtlCol="0">
            <a:spAutoFit/>
          </a:bodyPr>
          <a:lstStyle/>
          <a:p>
            <a:r>
              <a:rPr lang="es-MX" dirty="0"/>
              <a:t>CALIFICACION CIERRE MYSTERY</a:t>
            </a:r>
            <a:br>
              <a:rPr lang="es-MX" dirty="0"/>
            </a:br>
            <a:endParaRPr lang="es-CO" b="1" dirty="0"/>
          </a:p>
        </p:txBody>
      </p:sp>
      <p:sp>
        <p:nvSpPr>
          <p:cNvPr id="35" name="CuadroTexto 34">
            <a:extLst>
              <a:ext uri="{FF2B5EF4-FFF2-40B4-BE49-F238E27FC236}">
                <a16:creationId xmlns:a16="http://schemas.microsoft.com/office/drawing/2014/main" id="{6B7CC1DA-AA9D-2D01-25C7-BAC063BC4F53}"/>
              </a:ext>
            </a:extLst>
          </p:cNvPr>
          <p:cNvSpPr txBox="1"/>
          <p:nvPr/>
        </p:nvSpPr>
        <p:spPr>
          <a:xfrm>
            <a:off x="9183985" y="3202696"/>
            <a:ext cx="1964026" cy="923330"/>
          </a:xfrm>
          <a:prstGeom prst="rect">
            <a:avLst/>
          </a:prstGeom>
          <a:noFill/>
        </p:spPr>
        <p:txBody>
          <a:bodyPr wrap="square" lIns="91440" tIns="45720" rIns="91440" bIns="45720" rtlCol="0" anchor="t">
            <a:spAutoFit/>
          </a:bodyPr>
          <a:lstStyle/>
          <a:p>
            <a:r>
              <a:rPr lang="es-MX" dirty="0"/>
              <a:t>18  MISTERY´S REALIZADOS EFECTIVOS</a:t>
            </a:r>
            <a:endParaRPr lang="es-CO" b="1" dirty="0"/>
          </a:p>
        </p:txBody>
      </p:sp>
      <p:graphicFrame>
        <p:nvGraphicFramePr>
          <p:cNvPr id="7" name="Gráfico 6">
            <a:extLst>
              <a:ext uri="{FF2B5EF4-FFF2-40B4-BE49-F238E27FC236}">
                <a16:creationId xmlns:a16="http://schemas.microsoft.com/office/drawing/2014/main" id="{EF6E38B5-F75F-83F3-768F-5320BC939261}"/>
              </a:ext>
            </a:extLst>
          </p:cNvPr>
          <p:cNvGraphicFramePr/>
          <p:nvPr>
            <p:extLst>
              <p:ext uri="{D42A27DB-BD31-4B8C-83A1-F6EECF244321}">
                <p14:modId xmlns:p14="http://schemas.microsoft.com/office/powerpoint/2010/main" val="1351829105"/>
              </p:ext>
            </p:extLst>
          </p:nvPr>
        </p:nvGraphicFramePr>
        <p:xfrm>
          <a:off x="3846498" y="4252495"/>
          <a:ext cx="1847779" cy="140340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58472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B7A4-7FEE-C255-C88E-6291B7C1806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DDB5FB5-DBA7-32AF-7850-44C9AB9537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BFBC2EA-2855-C20B-54D3-EB6BED5DC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AAF4DEE6-769C-B912-0714-4AF45BCDF5A3}"/>
              </a:ext>
            </a:extLst>
          </p:cNvPr>
          <p:cNvSpPr txBox="1"/>
          <p:nvPr/>
        </p:nvSpPr>
        <p:spPr>
          <a:xfrm>
            <a:off x="2902157" y="843199"/>
            <a:ext cx="8572533" cy="523220"/>
          </a:xfrm>
          <a:prstGeom prst="rect">
            <a:avLst/>
          </a:prstGeom>
          <a:noFill/>
        </p:spPr>
        <p:txBody>
          <a:bodyPr wrap="square" lIns="91440" tIns="45720" rIns="91440" bIns="45720" rtlCol="0" anchor="t">
            <a:spAutoFit/>
          </a:bodyPr>
          <a:lstStyle/>
          <a:p>
            <a:r>
              <a:rPr lang="es-MX" sz="1400" dirty="0"/>
              <a:t>Evaluando los pdv se obtiene un resultado del Mystery de un 77% frente a los KPIS propuestos de gestión. </a:t>
            </a:r>
          </a:p>
          <a:p>
            <a:r>
              <a:rPr lang="es-MX" sz="1400" dirty="0"/>
              <a:t>Se evidencia oportunidad en todos los clústeres evaluados en cada uno de los canales. </a:t>
            </a:r>
            <a:endParaRPr lang="es-CO" sz="1400" dirty="0"/>
          </a:p>
        </p:txBody>
      </p:sp>
      <p:cxnSp>
        <p:nvCxnSpPr>
          <p:cNvPr id="9" name="Conector recto 8">
            <a:extLst>
              <a:ext uri="{FF2B5EF4-FFF2-40B4-BE49-F238E27FC236}">
                <a16:creationId xmlns:a16="http://schemas.microsoft.com/office/drawing/2014/main" id="{BD04800E-534E-910F-993C-E2246B4B7515}"/>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281AFCE6-2261-7527-935F-42662EFC9A0D}"/>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29C5ECE4-EA9C-AB55-6217-E09024B4BBC3}"/>
              </a:ext>
            </a:extLst>
          </p:cNvPr>
          <p:cNvSpPr txBox="1"/>
          <p:nvPr/>
        </p:nvSpPr>
        <p:spPr>
          <a:xfrm>
            <a:off x="1052116" y="5466585"/>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77%</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E05B9B16-CC31-890A-EB18-C198391ACA87}"/>
              </a:ext>
            </a:extLst>
          </p:cNvPr>
          <p:cNvSpPr txBox="1"/>
          <p:nvPr/>
        </p:nvSpPr>
        <p:spPr>
          <a:xfrm>
            <a:off x="148165" y="4457507"/>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CA99E943-61C2-001F-2E86-6BB504A8BCA5}"/>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MYSTERY PURINA</a:t>
            </a:r>
          </a:p>
          <a:p>
            <a:r>
              <a:rPr lang="es-MX" sz="1600" dirty="0"/>
              <a:t>Agosto</a:t>
            </a:r>
            <a:endParaRPr lang="es-CO" sz="1600" dirty="0"/>
          </a:p>
        </p:txBody>
      </p:sp>
      <p:sp>
        <p:nvSpPr>
          <p:cNvPr id="29" name="CuadroTexto 28">
            <a:extLst>
              <a:ext uri="{FF2B5EF4-FFF2-40B4-BE49-F238E27FC236}">
                <a16:creationId xmlns:a16="http://schemas.microsoft.com/office/drawing/2014/main" id="{FD6FA386-4DA2-F905-4FF4-15EB8127A018}"/>
              </a:ext>
            </a:extLst>
          </p:cNvPr>
          <p:cNvSpPr txBox="1"/>
          <p:nvPr/>
        </p:nvSpPr>
        <p:spPr>
          <a:xfrm>
            <a:off x="2902157" y="5276141"/>
            <a:ext cx="8094284" cy="954107"/>
          </a:xfrm>
          <a:prstGeom prst="rect">
            <a:avLst/>
          </a:prstGeom>
          <a:noFill/>
          <a:ln w="3175">
            <a:solidFill>
              <a:schemeClr val="tx1"/>
            </a:solidFill>
          </a:ln>
        </p:spPr>
        <p:txBody>
          <a:bodyPr wrap="square" lIns="91440" tIns="45720" rIns="91440" bIns="45720" rtlCol="0" anchor="t">
            <a:spAutoFit/>
          </a:bodyPr>
          <a:lstStyle/>
          <a:p>
            <a:pPr algn="just"/>
            <a:r>
              <a:rPr lang="es-MX" sz="1400" dirty="0"/>
              <a:t>Las novedades identificadas se presentan sobre todo en los PDV de las ciudades de Bogotá y Cali, y se relacionan con el abordaje de los clientes en el PDV, se debe ahondar en habilidades comerciales para mejorar la labor de venta, capacitar al personal de tal forma que pueda manejar perfectamente el portafolio y responder asertivamente a las objeciones generadas por el shopper.</a:t>
            </a:r>
            <a:endParaRPr lang="es-MX" sz="1400" dirty="0">
              <a:highlight>
                <a:srgbClr val="FFFF00"/>
              </a:highlight>
              <a:latin typeface="+mj-lt"/>
            </a:endParaRPr>
          </a:p>
        </p:txBody>
      </p:sp>
      <p:graphicFrame>
        <p:nvGraphicFramePr>
          <p:cNvPr id="21" name="Gráfico 20">
            <a:extLst>
              <a:ext uri="{FF2B5EF4-FFF2-40B4-BE49-F238E27FC236}">
                <a16:creationId xmlns:a16="http://schemas.microsoft.com/office/drawing/2014/main" id="{9953217C-18DA-CBB4-48A3-E9B18F19458C}"/>
              </a:ext>
            </a:extLst>
          </p:cNvPr>
          <p:cNvGraphicFramePr/>
          <p:nvPr>
            <p:extLst>
              <p:ext uri="{D42A27DB-BD31-4B8C-83A1-F6EECF244321}">
                <p14:modId xmlns:p14="http://schemas.microsoft.com/office/powerpoint/2010/main" val="1889272848"/>
              </p:ext>
            </p:extLst>
          </p:nvPr>
        </p:nvGraphicFramePr>
        <p:xfrm>
          <a:off x="440403" y="4981875"/>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7" name="Imagen 6">
            <a:extLst>
              <a:ext uri="{FF2B5EF4-FFF2-40B4-BE49-F238E27FC236}">
                <a16:creationId xmlns:a16="http://schemas.microsoft.com/office/drawing/2014/main" id="{B966CDCF-3984-A39B-85CD-4B18AA1A76FC}"/>
              </a:ext>
            </a:extLst>
          </p:cNvPr>
          <p:cNvPicPr>
            <a:picLocks noChangeAspect="1"/>
          </p:cNvPicPr>
          <p:nvPr/>
        </p:nvPicPr>
        <p:blipFill>
          <a:blip r:embed="rId5">
            <a:biLevel thresh="75000"/>
          </a:blip>
          <a:stretch>
            <a:fillRect/>
          </a:stretch>
        </p:blipFill>
        <p:spPr>
          <a:xfrm>
            <a:off x="406388" y="1431927"/>
            <a:ext cx="463336" cy="463336"/>
          </a:xfrm>
          <a:prstGeom prst="rect">
            <a:avLst/>
          </a:prstGeom>
        </p:spPr>
      </p:pic>
      <p:sp>
        <p:nvSpPr>
          <p:cNvPr id="11" name="CuadroTexto 10">
            <a:extLst>
              <a:ext uri="{FF2B5EF4-FFF2-40B4-BE49-F238E27FC236}">
                <a16:creationId xmlns:a16="http://schemas.microsoft.com/office/drawing/2014/main" id="{F90FA51D-C914-AF09-8618-4D0DF7827C37}"/>
              </a:ext>
            </a:extLst>
          </p:cNvPr>
          <p:cNvSpPr txBox="1"/>
          <p:nvPr/>
        </p:nvSpPr>
        <p:spPr>
          <a:xfrm>
            <a:off x="894541" y="1412799"/>
            <a:ext cx="1613504" cy="584775"/>
          </a:xfrm>
          <a:prstGeom prst="rect">
            <a:avLst/>
          </a:prstGeom>
          <a:noFill/>
        </p:spPr>
        <p:txBody>
          <a:bodyPr wrap="square" rtlCol="0">
            <a:spAutoFit/>
          </a:bodyPr>
          <a:lstStyle/>
          <a:p>
            <a:r>
              <a:rPr lang="es-MX" sz="1600" dirty="0">
                <a:solidFill>
                  <a:schemeClr val="bg1"/>
                </a:solidFill>
              </a:rPr>
              <a:t> 4 Mystery</a:t>
            </a:r>
          </a:p>
          <a:p>
            <a:r>
              <a:rPr lang="es-MX" sz="1600" b="1" dirty="0">
                <a:solidFill>
                  <a:schemeClr val="bg1"/>
                </a:solidFill>
              </a:rPr>
              <a:t>Cali</a:t>
            </a:r>
            <a:endParaRPr lang="es-CO" sz="1600" b="1" dirty="0">
              <a:solidFill>
                <a:schemeClr val="bg1"/>
              </a:solidFill>
            </a:endParaRPr>
          </a:p>
        </p:txBody>
      </p:sp>
      <p:pic>
        <p:nvPicPr>
          <p:cNvPr id="13" name="Imagen 12">
            <a:extLst>
              <a:ext uri="{FF2B5EF4-FFF2-40B4-BE49-F238E27FC236}">
                <a16:creationId xmlns:a16="http://schemas.microsoft.com/office/drawing/2014/main" id="{0586F956-8949-FD35-02B8-E4017F15174F}"/>
              </a:ext>
            </a:extLst>
          </p:cNvPr>
          <p:cNvPicPr>
            <a:picLocks noChangeAspect="1"/>
          </p:cNvPicPr>
          <p:nvPr/>
        </p:nvPicPr>
        <p:blipFill>
          <a:blip r:embed="rId5">
            <a:biLevel thresh="75000"/>
          </a:blip>
          <a:stretch>
            <a:fillRect/>
          </a:stretch>
        </p:blipFill>
        <p:spPr>
          <a:xfrm>
            <a:off x="381571" y="2353239"/>
            <a:ext cx="463336" cy="463336"/>
          </a:xfrm>
          <a:prstGeom prst="rect">
            <a:avLst/>
          </a:prstGeom>
        </p:spPr>
      </p:pic>
      <p:sp>
        <p:nvSpPr>
          <p:cNvPr id="16" name="CuadroTexto 15">
            <a:extLst>
              <a:ext uri="{FF2B5EF4-FFF2-40B4-BE49-F238E27FC236}">
                <a16:creationId xmlns:a16="http://schemas.microsoft.com/office/drawing/2014/main" id="{6B50508E-1047-EE9C-DEFE-476269CF799E}"/>
              </a:ext>
            </a:extLst>
          </p:cNvPr>
          <p:cNvSpPr txBox="1"/>
          <p:nvPr/>
        </p:nvSpPr>
        <p:spPr>
          <a:xfrm>
            <a:off x="869724" y="2334111"/>
            <a:ext cx="1613504" cy="584775"/>
          </a:xfrm>
          <a:prstGeom prst="rect">
            <a:avLst/>
          </a:prstGeom>
          <a:noFill/>
        </p:spPr>
        <p:txBody>
          <a:bodyPr wrap="square" rtlCol="0">
            <a:spAutoFit/>
          </a:bodyPr>
          <a:lstStyle/>
          <a:p>
            <a:r>
              <a:rPr lang="es-MX" sz="1600" dirty="0">
                <a:solidFill>
                  <a:schemeClr val="bg1"/>
                </a:solidFill>
              </a:rPr>
              <a:t>5 Mystery</a:t>
            </a:r>
          </a:p>
          <a:p>
            <a:r>
              <a:rPr lang="es-MX" sz="1600" b="1" dirty="0">
                <a:solidFill>
                  <a:schemeClr val="bg1"/>
                </a:solidFill>
              </a:rPr>
              <a:t>Barranquilla</a:t>
            </a:r>
            <a:endParaRPr lang="es-CO" sz="1600" b="1" dirty="0">
              <a:solidFill>
                <a:schemeClr val="bg1"/>
              </a:solidFill>
            </a:endParaRPr>
          </a:p>
        </p:txBody>
      </p:sp>
      <p:pic>
        <p:nvPicPr>
          <p:cNvPr id="18" name="Imagen 17">
            <a:extLst>
              <a:ext uri="{FF2B5EF4-FFF2-40B4-BE49-F238E27FC236}">
                <a16:creationId xmlns:a16="http://schemas.microsoft.com/office/drawing/2014/main" id="{512F32D7-7B86-BB36-010B-60B611F392F3}"/>
              </a:ext>
            </a:extLst>
          </p:cNvPr>
          <p:cNvPicPr>
            <a:picLocks noChangeAspect="1"/>
          </p:cNvPicPr>
          <p:nvPr/>
        </p:nvPicPr>
        <p:blipFill>
          <a:blip r:embed="rId5">
            <a:biLevel thresh="75000"/>
          </a:blip>
          <a:stretch>
            <a:fillRect/>
          </a:stretch>
        </p:blipFill>
        <p:spPr>
          <a:xfrm>
            <a:off x="356754" y="3395990"/>
            <a:ext cx="463336" cy="463336"/>
          </a:xfrm>
          <a:prstGeom prst="rect">
            <a:avLst/>
          </a:prstGeom>
        </p:spPr>
      </p:pic>
      <p:sp>
        <p:nvSpPr>
          <p:cNvPr id="20" name="CuadroTexto 19">
            <a:extLst>
              <a:ext uri="{FF2B5EF4-FFF2-40B4-BE49-F238E27FC236}">
                <a16:creationId xmlns:a16="http://schemas.microsoft.com/office/drawing/2014/main" id="{C4C0631E-08A2-9527-EA99-B856B4FDEDDE}"/>
              </a:ext>
            </a:extLst>
          </p:cNvPr>
          <p:cNvSpPr txBox="1"/>
          <p:nvPr/>
        </p:nvSpPr>
        <p:spPr>
          <a:xfrm>
            <a:off x="844907" y="3376862"/>
            <a:ext cx="1613504" cy="584775"/>
          </a:xfrm>
          <a:prstGeom prst="rect">
            <a:avLst/>
          </a:prstGeom>
          <a:noFill/>
        </p:spPr>
        <p:txBody>
          <a:bodyPr wrap="square" rtlCol="0">
            <a:spAutoFit/>
          </a:bodyPr>
          <a:lstStyle/>
          <a:p>
            <a:r>
              <a:rPr lang="es-MX" sz="1600" dirty="0">
                <a:solidFill>
                  <a:schemeClr val="bg1"/>
                </a:solidFill>
              </a:rPr>
              <a:t>10 Mystery</a:t>
            </a:r>
          </a:p>
          <a:p>
            <a:r>
              <a:rPr lang="es-MX" sz="1600" b="1" dirty="0">
                <a:solidFill>
                  <a:schemeClr val="bg1"/>
                </a:solidFill>
              </a:rPr>
              <a:t>Bogotá</a:t>
            </a:r>
            <a:endParaRPr lang="es-CO" sz="1600" b="1" dirty="0">
              <a:solidFill>
                <a:schemeClr val="bg1"/>
              </a:solidFill>
            </a:endParaRPr>
          </a:p>
        </p:txBody>
      </p:sp>
      <p:pic>
        <p:nvPicPr>
          <p:cNvPr id="23" name="Imagen 22">
            <a:extLst>
              <a:ext uri="{FF2B5EF4-FFF2-40B4-BE49-F238E27FC236}">
                <a16:creationId xmlns:a16="http://schemas.microsoft.com/office/drawing/2014/main" id="{D6358494-1E4A-DA69-0A4D-673B7DEB9109}"/>
              </a:ext>
            </a:extLst>
          </p:cNvPr>
          <p:cNvPicPr>
            <a:picLocks noChangeAspect="1"/>
          </p:cNvPicPr>
          <p:nvPr/>
        </p:nvPicPr>
        <p:blipFill>
          <a:blip r:embed="rId6"/>
          <a:stretch>
            <a:fillRect/>
          </a:stretch>
        </p:blipFill>
        <p:spPr>
          <a:xfrm>
            <a:off x="2902157" y="1430201"/>
            <a:ext cx="6629469" cy="1619250"/>
          </a:xfrm>
          <a:prstGeom prst="rect">
            <a:avLst/>
          </a:prstGeom>
        </p:spPr>
      </p:pic>
      <p:pic>
        <p:nvPicPr>
          <p:cNvPr id="24" name="Imagen 23">
            <a:extLst>
              <a:ext uri="{FF2B5EF4-FFF2-40B4-BE49-F238E27FC236}">
                <a16:creationId xmlns:a16="http://schemas.microsoft.com/office/drawing/2014/main" id="{D8207D47-9BB1-5512-751A-788539461FDE}"/>
              </a:ext>
            </a:extLst>
          </p:cNvPr>
          <p:cNvPicPr>
            <a:picLocks noChangeAspect="1"/>
          </p:cNvPicPr>
          <p:nvPr/>
        </p:nvPicPr>
        <p:blipFill>
          <a:blip r:embed="rId7"/>
          <a:stretch>
            <a:fillRect/>
          </a:stretch>
        </p:blipFill>
        <p:spPr>
          <a:xfrm>
            <a:off x="2902157" y="3315016"/>
            <a:ext cx="6629469" cy="1619250"/>
          </a:xfrm>
          <a:prstGeom prst="rect">
            <a:avLst/>
          </a:prstGeom>
        </p:spPr>
      </p:pic>
    </p:spTree>
    <p:extLst>
      <p:ext uri="{BB962C8B-B14F-4D97-AF65-F5344CB8AC3E}">
        <p14:creationId xmlns:p14="http://schemas.microsoft.com/office/powerpoint/2010/main" val="3135349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B8020-7A1B-A8E0-5A0B-871DE1B179F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02A0FAA-2AE3-EFDC-5599-2E82698842E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33792F9A-6575-1C25-1D41-C6679DA3C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148EB442-2FD8-0E98-4C5C-7D8A66E5EE5A}"/>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2D6C2A29-31EA-2736-0AB6-E9CF52E44AA8}"/>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0AE65A89-FC50-8691-05BB-3CCC1ECB9FA5}"/>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443C42F0-FD7D-3962-80A2-B4F47D1E016D}"/>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330EEB4B-164D-CF38-AE61-146A71F85E8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AB100DC4-5F67-4778-2C63-68BB4BE3607E}"/>
              </a:ext>
            </a:extLst>
          </p:cNvPr>
          <p:cNvSpPr txBox="1"/>
          <p:nvPr/>
        </p:nvSpPr>
        <p:spPr>
          <a:xfrm>
            <a:off x="4122293" y="3572765"/>
            <a:ext cx="5696262"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0CB6B5F7-AE43-E7DD-2397-94F1E9AEE0C1}"/>
              </a:ext>
            </a:extLst>
          </p:cNvPr>
          <p:cNvSpPr txBox="1"/>
          <p:nvPr/>
        </p:nvSpPr>
        <p:spPr>
          <a:xfrm>
            <a:off x="4122293" y="5431669"/>
            <a:ext cx="5696262" cy="923330"/>
          </a:xfrm>
          <a:prstGeom prst="rect">
            <a:avLst/>
          </a:prstGeom>
          <a:noFill/>
        </p:spPr>
        <p:txBody>
          <a:bodyPr wrap="square">
            <a:spAutoFit/>
          </a:bodyPr>
          <a:lstStyle/>
          <a:p>
            <a:r>
              <a:rPr lang="es-CO" u="sng" dirty="0">
                <a:hlinkClick r:id="rId4"/>
              </a:rPr>
              <a:t>https://drive.google.com/file/d/1vUSevd7123DasssPkJ-4vDNb7BJ2wE_t/view?usp=drive_link</a:t>
            </a:r>
            <a:endParaRPr lang="es-CO" u="sng" dirty="0"/>
          </a:p>
          <a:p>
            <a:endParaRPr lang="es-CO" dirty="0"/>
          </a:p>
        </p:txBody>
      </p:sp>
      <p:sp>
        <p:nvSpPr>
          <p:cNvPr id="5" name="CuadroTexto 4">
            <a:extLst>
              <a:ext uri="{FF2B5EF4-FFF2-40B4-BE49-F238E27FC236}">
                <a16:creationId xmlns:a16="http://schemas.microsoft.com/office/drawing/2014/main" id="{4C9D4296-6B19-28C8-8717-BB14EE27FD26}"/>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OLIMPICA STO 053 PORTAL DEL PRADO </a:t>
            </a:r>
            <a:r>
              <a:rPr lang="es-MX" sz="1800" b="1" i="0" u="none" strike="noStrike" dirty="0">
                <a:solidFill>
                  <a:srgbClr val="000000"/>
                </a:solidFill>
                <a:effectLst/>
                <a:latin typeface="Aptos Narrow" panose="020B0004020202020204" pitchFamily="34" charset="0"/>
              </a:rPr>
              <a:t>- BARRANQUILLA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pic>
        <p:nvPicPr>
          <p:cNvPr id="11" name="Imagen 10">
            <a:extLst>
              <a:ext uri="{FF2B5EF4-FFF2-40B4-BE49-F238E27FC236}">
                <a16:creationId xmlns:a16="http://schemas.microsoft.com/office/drawing/2014/main" id="{00CF341E-F5FD-A838-3106-00FAFB8CF2CA}"/>
              </a:ext>
            </a:extLst>
          </p:cNvPr>
          <p:cNvPicPr>
            <a:picLocks noChangeAspect="1"/>
          </p:cNvPicPr>
          <p:nvPr/>
        </p:nvPicPr>
        <p:blipFill>
          <a:blip r:embed="rId5"/>
          <a:stretch>
            <a:fillRect/>
          </a:stretch>
        </p:blipFill>
        <p:spPr>
          <a:xfrm>
            <a:off x="4122294" y="921657"/>
            <a:ext cx="5696261" cy="2361864"/>
          </a:xfrm>
          <a:prstGeom prst="rect">
            <a:avLst/>
          </a:prstGeom>
        </p:spPr>
      </p:pic>
      <p:graphicFrame>
        <p:nvGraphicFramePr>
          <p:cNvPr id="13" name="Gráfico 12">
            <a:extLst>
              <a:ext uri="{FF2B5EF4-FFF2-40B4-BE49-F238E27FC236}">
                <a16:creationId xmlns:a16="http://schemas.microsoft.com/office/drawing/2014/main" id="{72292332-CCED-76BB-B214-2DC64ABB1186}"/>
              </a:ext>
            </a:extLst>
          </p:cNvPr>
          <p:cNvGraphicFramePr/>
          <p:nvPr>
            <p:extLst>
              <p:ext uri="{D42A27DB-BD31-4B8C-83A1-F6EECF244321}">
                <p14:modId xmlns:p14="http://schemas.microsoft.com/office/powerpoint/2010/main" val="2500228623"/>
              </p:ext>
            </p:extLst>
          </p:nvPr>
        </p:nvGraphicFramePr>
        <p:xfrm>
          <a:off x="414374" y="4605883"/>
          <a:ext cx="1847779" cy="1403409"/>
        </p:xfrm>
        <a:graphic>
          <a:graphicData uri="http://schemas.openxmlformats.org/drawingml/2006/chart">
            <c:chart xmlns:c="http://schemas.openxmlformats.org/drawingml/2006/chart" xmlns:r="http://schemas.openxmlformats.org/officeDocument/2006/relationships" r:id="rId6"/>
          </a:graphicData>
        </a:graphic>
      </p:graphicFrame>
      <p:sp>
        <p:nvSpPr>
          <p:cNvPr id="15" name="CuadroTexto 14">
            <a:extLst>
              <a:ext uri="{FF2B5EF4-FFF2-40B4-BE49-F238E27FC236}">
                <a16:creationId xmlns:a16="http://schemas.microsoft.com/office/drawing/2014/main" id="{7B4CB661-45D8-4EAA-F996-2803F503584F}"/>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100%</a:t>
            </a:r>
            <a:endParaRPr lang="es-CO" sz="2000" b="1" dirty="0">
              <a:solidFill>
                <a:schemeClr val="bg1"/>
              </a:solidFill>
              <a:latin typeface="Franklin Gothic Demi" panose="020B0703020102020204" pitchFamily="34" charset="0"/>
            </a:endParaRPr>
          </a:p>
        </p:txBody>
      </p:sp>
      <p:sp>
        <p:nvSpPr>
          <p:cNvPr id="10" name="CuadroTexto 9">
            <a:extLst>
              <a:ext uri="{FF2B5EF4-FFF2-40B4-BE49-F238E27FC236}">
                <a16:creationId xmlns:a16="http://schemas.microsoft.com/office/drawing/2014/main" id="{CA2AFCAB-E328-7C02-B625-3A8BF6032C27}"/>
              </a:ext>
            </a:extLst>
          </p:cNvPr>
          <p:cNvSpPr txBox="1"/>
          <p:nvPr/>
        </p:nvSpPr>
        <p:spPr>
          <a:xfrm>
            <a:off x="4122293" y="6060163"/>
            <a:ext cx="5696262" cy="338554"/>
          </a:xfrm>
          <a:prstGeom prst="rect">
            <a:avLst/>
          </a:prstGeom>
          <a:noFill/>
          <a:ln>
            <a:solidFill>
              <a:schemeClr val="tx1"/>
            </a:solidFill>
          </a:ln>
        </p:spPr>
        <p:txBody>
          <a:bodyPr wrap="square" rtlCol="0">
            <a:spAutoFit/>
          </a:bodyPr>
          <a:lstStyle/>
          <a:p>
            <a:pPr algn="just"/>
            <a:r>
              <a:rPr lang="es-MX" sz="1600" b="1" dirty="0"/>
              <a:t>FUNCIONA</a:t>
            </a:r>
          </a:p>
        </p:txBody>
      </p:sp>
    </p:spTree>
    <p:extLst>
      <p:ext uri="{BB962C8B-B14F-4D97-AF65-F5344CB8AC3E}">
        <p14:creationId xmlns:p14="http://schemas.microsoft.com/office/powerpoint/2010/main" val="546667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1AA3C-6694-D5B6-8F1A-89BCC314FB2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26861D9-55AC-5E6B-E9B2-282601A8378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CFE5A52-B316-BDCB-207B-BBDD111DEF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F052B7F1-1C6B-0E21-867A-7399A25D108F}"/>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202BA8E8-D7C9-CB56-E30C-0FA4C8BE1756}"/>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D550DA6F-4B43-A1F6-39CE-ECA246C63DE7}"/>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672F0135-787D-B352-74A5-D227CF637B1F}"/>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92D97FA6-8DA5-B530-FB1A-C6D2158F32F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51E98E0B-5666-95C2-AA94-54E928D2B4E3}"/>
              </a:ext>
            </a:extLst>
          </p:cNvPr>
          <p:cNvSpPr txBox="1"/>
          <p:nvPr/>
        </p:nvSpPr>
        <p:spPr>
          <a:xfrm>
            <a:off x="4122293" y="3572765"/>
            <a:ext cx="5696262"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ECB944E8-0590-A659-1B49-00C9BEFB9136}"/>
              </a:ext>
            </a:extLst>
          </p:cNvPr>
          <p:cNvSpPr txBox="1"/>
          <p:nvPr/>
        </p:nvSpPr>
        <p:spPr>
          <a:xfrm>
            <a:off x="4122293" y="5431669"/>
            <a:ext cx="5696262" cy="923330"/>
          </a:xfrm>
          <a:prstGeom prst="rect">
            <a:avLst/>
          </a:prstGeom>
          <a:noFill/>
        </p:spPr>
        <p:txBody>
          <a:bodyPr wrap="square">
            <a:spAutoFit/>
          </a:bodyPr>
          <a:lstStyle/>
          <a:p>
            <a:r>
              <a:rPr lang="es-CO" u="sng" dirty="0">
                <a:hlinkClick r:id="rId4"/>
              </a:rPr>
              <a:t>https://drive.google.com/file/d/1dMKYegbqtTAmWC7SmiRzQoYyRA4coUwe/view?usp=drive_link</a:t>
            </a:r>
            <a:endParaRPr lang="es-CO" u="sng" dirty="0"/>
          </a:p>
          <a:p>
            <a:endParaRPr lang="es-CO" dirty="0"/>
          </a:p>
        </p:txBody>
      </p:sp>
      <p:sp>
        <p:nvSpPr>
          <p:cNvPr id="5" name="CuadroTexto 4">
            <a:extLst>
              <a:ext uri="{FF2B5EF4-FFF2-40B4-BE49-F238E27FC236}">
                <a16:creationId xmlns:a16="http://schemas.microsoft.com/office/drawing/2014/main" id="{C384C3EC-12DB-51F9-65E0-5AD345A822A9}"/>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ALMACEN MI CORRAL 84 </a:t>
            </a:r>
            <a:r>
              <a:rPr lang="es-MX" sz="1800" b="1" i="0" u="none" strike="noStrike" dirty="0">
                <a:solidFill>
                  <a:srgbClr val="000000"/>
                </a:solidFill>
                <a:effectLst/>
                <a:latin typeface="Aptos Narrow" panose="020B0004020202020204" pitchFamily="34" charset="0"/>
              </a:rPr>
              <a:t>-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78DF8363-22E0-181C-2612-B6C70D799C0C}"/>
              </a:ext>
            </a:extLst>
          </p:cNvPr>
          <p:cNvGraphicFramePr/>
          <p:nvPr/>
        </p:nvGraphicFramePr>
        <p:xfrm>
          <a:off x="414374" y="4605883"/>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BDD8B315-6C6E-1025-7791-5D323D6B41B5}"/>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100%</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9750DF1E-E58B-DF62-14B5-A176118AA27D}"/>
              </a:ext>
            </a:extLst>
          </p:cNvPr>
          <p:cNvPicPr>
            <a:picLocks noChangeAspect="1"/>
          </p:cNvPicPr>
          <p:nvPr/>
        </p:nvPicPr>
        <p:blipFill>
          <a:blip r:embed="rId6"/>
          <a:stretch>
            <a:fillRect/>
          </a:stretch>
        </p:blipFill>
        <p:spPr>
          <a:xfrm>
            <a:off x="4122293" y="921657"/>
            <a:ext cx="5696262" cy="2361864"/>
          </a:xfrm>
          <a:prstGeom prst="rect">
            <a:avLst/>
          </a:prstGeom>
        </p:spPr>
      </p:pic>
      <p:sp>
        <p:nvSpPr>
          <p:cNvPr id="11" name="CuadroTexto 10">
            <a:extLst>
              <a:ext uri="{FF2B5EF4-FFF2-40B4-BE49-F238E27FC236}">
                <a16:creationId xmlns:a16="http://schemas.microsoft.com/office/drawing/2014/main" id="{DF374F10-41FC-E4AA-125F-E12CFBC327F8}"/>
              </a:ext>
            </a:extLst>
          </p:cNvPr>
          <p:cNvSpPr txBox="1"/>
          <p:nvPr/>
        </p:nvSpPr>
        <p:spPr>
          <a:xfrm>
            <a:off x="4122293" y="6060163"/>
            <a:ext cx="5696262" cy="338554"/>
          </a:xfrm>
          <a:prstGeom prst="rect">
            <a:avLst/>
          </a:prstGeom>
          <a:noFill/>
          <a:ln>
            <a:solidFill>
              <a:schemeClr val="tx1"/>
            </a:solidFill>
          </a:ln>
        </p:spPr>
        <p:txBody>
          <a:bodyPr wrap="square" rtlCol="0">
            <a:spAutoFit/>
          </a:bodyPr>
          <a:lstStyle/>
          <a:p>
            <a:pPr algn="just"/>
            <a:r>
              <a:rPr lang="es-MX" sz="1600" b="1" dirty="0"/>
              <a:t>FUNCIONA</a:t>
            </a:r>
          </a:p>
        </p:txBody>
      </p:sp>
    </p:spTree>
    <p:extLst>
      <p:ext uri="{BB962C8B-B14F-4D97-AF65-F5344CB8AC3E}">
        <p14:creationId xmlns:p14="http://schemas.microsoft.com/office/powerpoint/2010/main" val="1469653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78EFF-BD22-D02C-1B21-965137212A49}"/>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E7427AC-05A5-8A43-9A83-1E0394B9CB4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3F0577F5-EADC-BD0E-0705-BC1BD1C58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47DB1290-0779-D914-3833-E6C15EB0DDAB}"/>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92083AF7-B6F6-92F0-B04A-0EBF85682E38}"/>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6238DE79-1B5C-1971-AACD-7F953430F72C}"/>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5726EC7A-AC87-288B-7B1D-898A38BC4D88}"/>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776481D3-8127-5590-0DD9-A9469A5E298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8C29124D-DE8F-DA56-AA2C-450FB07BBA2C}"/>
              </a:ext>
            </a:extLst>
          </p:cNvPr>
          <p:cNvSpPr txBox="1"/>
          <p:nvPr/>
        </p:nvSpPr>
        <p:spPr>
          <a:xfrm>
            <a:off x="4122293" y="3572765"/>
            <a:ext cx="5696262"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67F37F1E-26B5-C08B-47AC-5F6B3206D2C9}"/>
              </a:ext>
            </a:extLst>
          </p:cNvPr>
          <p:cNvSpPr txBox="1"/>
          <p:nvPr/>
        </p:nvSpPr>
        <p:spPr>
          <a:xfrm>
            <a:off x="4122293" y="5431669"/>
            <a:ext cx="5696262" cy="923330"/>
          </a:xfrm>
          <a:prstGeom prst="rect">
            <a:avLst/>
          </a:prstGeom>
          <a:noFill/>
        </p:spPr>
        <p:txBody>
          <a:bodyPr wrap="square">
            <a:spAutoFit/>
          </a:bodyPr>
          <a:lstStyle/>
          <a:p>
            <a:r>
              <a:rPr lang="es-CO" u="sng" dirty="0">
                <a:hlinkClick r:id="rId4"/>
              </a:rPr>
              <a:t>https://drive.google.com/file/d/1oM7lCJ9jbuY3Ac9tUMSzYiYDzbKPgB9Q/view?usp=drive_link</a:t>
            </a:r>
            <a:endParaRPr lang="es-CO" u="sng" dirty="0"/>
          </a:p>
          <a:p>
            <a:endParaRPr lang="es-CO" dirty="0"/>
          </a:p>
        </p:txBody>
      </p:sp>
      <p:sp>
        <p:nvSpPr>
          <p:cNvPr id="5" name="CuadroTexto 4">
            <a:extLst>
              <a:ext uri="{FF2B5EF4-FFF2-40B4-BE49-F238E27FC236}">
                <a16:creationId xmlns:a16="http://schemas.microsoft.com/office/drawing/2014/main" id="{F216FB66-36EE-650D-ECCE-2E36DFEB8A50}"/>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MUNDO ANIMAL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C8F4A90E-1B67-34F4-7358-96E9D3166A44}"/>
              </a:ext>
            </a:extLst>
          </p:cNvPr>
          <p:cNvGraphicFramePr/>
          <p:nvPr/>
        </p:nvGraphicFramePr>
        <p:xfrm>
          <a:off x="414374" y="4605883"/>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F36E8362-88F1-44EA-6332-EB24029C02B3}"/>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100%</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96FAD79D-9D13-5883-EA57-8F679DBC37A8}"/>
              </a:ext>
            </a:extLst>
          </p:cNvPr>
          <p:cNvPicPr>
            <a:picLocks noChangeAspect="1"/>
          </p:cNvPicPr>
          <p:nvPr/>
        </p:nvPicPr>
        <p:blipFill>
          <a:blip r:embed="rId6"/>
          <a:stretch>
            <a:fillRect/>
          </a:stretch>
        </p:blipFill>
        <p:spPr>
          <a:xfrm>
            <a:off x="4122293" y="921657"/>
            <a:ext cx="5696262" cy="2361864"/>
          </a:xfrm>
          <a:prstGeom prst="rect">
            <a:avLst/>
          </a:prstGeom>
        </p:spPr>
      </p:pic>
      <p:sp>
        <p:nvSpPr>
          <p:cNvPr id="11" name="CuadroTexto 10">
            <a:extLst>
              <a:ext uri="{FF2B5EF4-FFF2-40B4-BE49-F238E27FC236}">
                <a16:creationId xmlns:a16="http://schemas.microsoft.com/office/drawing/2014/main" id="{356424DE-50DC-B4CD-2213-B88C72AC1447}"/>
              </a:ext>
            </a:extLst>
          </p:cNvPr>
          <p:cNvSpPr txBox="1"/>
          <p:nvPr/>
        </p:nvSpPr>
        <p:spPr>
          <a:xfrm>
            <a:off x="4122293" y="6060163"/>
            <a:ext cx="5696262" cy="338554"/>
          </a:xfrm>
          <a:prstGeom prst="rect">
            <a:avLst/>
          </a:prstGeom>
          <a:noFill/>
          <a:ln>
            <a:solidFill>
              <a:schemeClr val="tx1"/>
            </a:solidFill>
          </a:ln>
        </p:spPr>
        <p:txBody>
          <a:bodyPr wrap="square" rtlCol="0">
            <a:spAutoFit/>
          </a:bodyPr>
          <a:lstStyle/>
          <a:p>
            <a:pPr algn="just"/>
            <a:r>
              <a:rPr lang="es-MX" sz="1600" b="1" dirty="0"/>
              <a:t>FUNCIONA</a:t>
            </a:r>
          </a:p>
        </p:txBody>
      </p:sp>
    </p:spTree>
    <p:extLst>
      <p:ext uri="{BB962C8B-B14F-4D97-AF65-F5344CB8AC3E}">
        <p14:creationId xmlns:p14="http://schemas.microsoft.com/office/powerpoint/2010/main" val="2552217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502A-3F9F-4C0E-7DB5-88C33F08E79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91D3D3A-6257-EFDD-36E3-81DE0277738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6BFB861D-8B5A-4C53-FB52-53D820D53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E7595004-33A2-954B-0D77-287B30F30F3C}"/>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4B2C228B-7DDF-8999-45E6-4A423A80F7EF}"/>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384918A2-B4F2-7085-85C1-382EF7909B9B}"/>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D2A35CDE-7C69-DB24-7C1C-1BB1E95F116B}"/>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804B0F7A-3AAE-BF29-2ADF-61D048244E86}"/>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8D5A4DC7-969E-28F7-A607-ABE7B5ED11DD}"/>
              </a:ext>
            </a:extLst>
          </p:cNvPr>
          <p:cNvSpPr txBox="1"/>
          <p:nvPr/>
        </p:nvSpPr>
        <p:spPr>
          <a:xfrm>
            <a:off x="4122293" y="3572765"/>
            <a:ext cx="5696262"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E69A271D-25EA-009E-4EB8-8FCC7BD92943}"/>
              </a:ext>
            </a:extLst>
          </p:cNvPr>
          <p:cNvSpPr txBox="1"/>
          <p:nvPr/>
        </p:nvSpPr>
        <p:spPr>
          <a:xfrm>
            <a:off x="4122293" y="5431669"/>
            <a:ext cx="5696262" cy="923330"/>
          </a:xfrm>
          <a:prstGeom prst="rect">
            <a:avLst/>
          </a:prstGeom>
          <a:noFill/>
        </p:spPr>
        <p:txBody>
          <a:bodyPr wrap="square">
            <a:spAutoFit/>
          </a:bodyPr>
          <a:lstStyle/>
          <a:p>
            <a:r>
              <a:rPr lang="es-CO" u="sng" dirty="0">
                <a:hlinkClick r:id="rId4"/>
              </a:rPr>
              <a:t>https://drive.google.com/file/d/12fjK6-Hd0Z0qa7_T-bXscEvff_spQEgj/view?usp=drive_link</a:t>
            </a:r>
            <a:endParaRPr lang="es-CO" u="sng" dirty="0"/>
          </a:p>
          <a:p>
            <a:endParaRPr lang="es-CO" dirty="0"/>
          </a:p>
        </p:txBody>
      </p:sp>
      <p:sp>
        <p:nvSpPr>
          <p:cNvPr id="5" name="CuadroTexto 4">
            <a:extLst>
              <a:ext uri="{FF2B5EF4-FFF2-40B4-BE49-F238E27FC236}">
                <a16:creationId xmlns:a16="http://schemas.microsoft.com/office/drawing/2014/main" id="{C4187039-156F-6035-CB34-088B565B9CF0}"/>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ÉXITO NORTE BARRANQUILLA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pic>
        <p:nvPicPr>
          <p:cNvPr id="11" name="Imagen 10">
            <a:extLst>
              <a:ext uri="{FF2B5EF4-FFF2-40B4-BE49-F238E27FC236}">
                <a16:creationId xmlns:a16="http://schemas.microsoft.com/office/drawing/2014/main" id="{1CEC51AF-0AF5-7BAC-5186-BD564A4BCF80}"/>
              </a:ext>
            </a:extLst>
          </p:cNvPr>
          <p:cNvPicPr>
            <a:picLocks noChangeAspect="1"/>
          </p:cNvPicPr>
          <p:nvPr/>
        </p:nvPicPr>
        <p:blipFill>
          <a:blip r:embed="rId5"/>
          <a:stretch>
            <a:fillRect/>
          </a:stretch>
        </p:blipFill>
        <p:spPr>
          <a:xfrm>
            <a:off x="4122294" y="921657"/>
            <a:ext cx="5696261" cy="2361864"/>
          </a:xfrm>
          <a:prstGeom prst="rect">
            <a:avLst/>
          </a:prstGeom>
        </p:spPr>
      </p:pic>
      <p:graphicFrame>
        <p:nvGraphicFramePr>
          <p:cNvPr id="13" name="Gráfico 12">
            <a:extLst>
              <a:ext uri="{FF2B5EF4-FFF2-40B4-BE49-F238E27FC236}">
                <a16:creationId xmlns:a16="http://schemas.microsoft.com/office/drawing/2014/main" id="{ED84DD18-4B46-16E9-2DD0-F1407A905C78}"/>
              </a:ext>
            </a:extLst>
          </p:cNvPr>
          <p:cNvGraphicFramePr/>
          <p:nvPr/>
        </p:nvGraphicFramePr>
        <p:xfrm>
          <a:off x="414374" y="4605883"/>
          <a:ext cx="1847779" cy="1403409"/>
        </p:xfrm>
        <a:graphic>
          <a:graphicData uri="http://schemas.openxmlformats.org/drawingml/2006/chart">
            <c:chart xmlns:c="http://schemas.openxmlformats.org/drawingml/2006/chart" xmlns:r="http://schemas.openxmlformats.org/officeDocument/2006/relationships" r:id="rId6"/>
          </a:graphicData>
        </a:graphic>
      </p:graphicFrame>
      <p:sp>
        <p:nvSpPr>
          <p:cNvPr id="15" name="CuadroTexto 14">
            <a:extLst>
              <a:ext uri="{FF2B5EF4-FFF2-40B4-BE49-F238E27FC236}">
                <a16:creationId xmlns:a16="http://schemas.microsoft.com/office/drawing/2014/main" id="{28AFF59A-838C-D827-DF8D-A612F8473E67}"/>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100%</a:t>
            </a:r>
            <a:endParaRPr lang="es-CO" sz="2000" b="1" dirty="0">
              <a:solidFill>
                <a:schemeClr val="bg1"/>
              </a:solidFill>
              <a:latin typeface="Franklin Gothic Demi" panose="020B0703020102020204" pitchFamily="34" charset="0"/>
            </a:endParaRPr>
          </a:p>
        </p:txBody>
      </p:sp>
      <p:sp>
        <p:nvSpPr>
          <p:cNvPr id="10" name="CuadroTexto 9">
            <a:extLst>
              <a:ext uri="{FF2B5EF4-FFF2-40B4-BE49-F238E27FC236}">
                <a16:creationId xmlns:a16="http://schemas.microsoft.com/office/drawing/2014/main" id="{3432ECA7-046D-6738-4987-1762B18E2382}"/>
              </a:ext>
            </a:extLst>
          </p:cNvPr>
          <p:cNvSpPr txBox="1"/>
          <p:nvPr/>
        </p:nvSpPr>
        <p:spPr>
          <a:xfrm>
            <a:off x="4122293" y="6060163"/>
            <a:ext cx="5696262" cy="338554"/>
          </a:xfrm>
          <a:prstGeom prst="rect">
            <a:avLst/>
          </a:prstGeom>
          <a:noFill/>
          <a:ln>
            <a:solidFill>
              <a:schemeClr val="tx1"/>
            </a:solidFill>
          </a:ln>
        </p:spPr>
        <p:txBody>
          <a:bodyPr wrap="square" rtlCol="0">
            <a:spAutoFit/>
          </a:bodyPr>
          <a:lstStyle/>
          <a:p>
            <a:pPr algn="just"/>
            <a:r>
              <a:rPr lang="es-MX" sz="1600" b="1" dirty="0"/>
              <a:t>FUNCIONA</a:t>
            </a:r>
          </a:p>
        </p:txBody>
      </p:sp>
    </p:spTree>
    <p:extLst>
      <p:ext uri="{BB962C8B-B14F-4D97-AF65-F5344CB8AC3E}">
        <p14:creationId xmlns:p14="http://schemas.microsoft.com/office/powerpoint/2010/main" val="33502573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F81C3-4E44-F462-F160-BBCC785416B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22CEB6BD-E80B-AFCD-C02F-56EC58A5C06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4558F8E1-583D-EE8D-BC8A-92980490A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DE167EA0-E716-460D-64C1-ADAC65EE0EB6}"/>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2C71919C-CA05-6193-A351-C2A6073B1EF0}"/>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58DD1CB1-131E-95B3-6872-32D1FC927DBD}"/>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5DF4C5B6-F657-DC9D-08B3-883B1C3C98EB}"/>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462D7718-0B27-8268-ED4F-A5E234D0C91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8797BABE-282E-CBED-542D-BCAA2C28415D}"/>
              </a:ext>
            </a:extLst>
          </p:cNvPr>
          <p:cNvSpPr txBox="1"/>
          <p:nvPr/>
        </p:nvSpPr>
        <p:spPr>
          <a:xfrm>
            <a:off x="4122293" y="3572765"/>
            <a:ext cx="5696262"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71A12979-8276-A2E3-A59B-8A50293DD4DF}"/>
              </a:ext>
            </a:extLst>
          </p:cNvPr>
          <p:cNvSpPr txBox="1"/>
          <p:nvPr/>
        </p:nvSpPr>
        <p:spPr>
          <a:xfrm>
            <a:off x="4122293" y="5431669"/>
            <a:ext cx="5696262" cy="1200329"/>
          </a:xfrm>
          <a:prstGeom prst="rect">
            <a:avLst/>
          </a:prstGeom>
          <a:noFill/>
        </p:spPr>
        <p:txBody>
          <a:bodyPr wrap="square">
            <a:spAutoFit/>
          </a:bodyPr>
          <a:lstStyle/>
          <a:p>
            <a:r>
              <a:rPr lang="es-CO" u="sng" dirty="0">
                <a:hlinkClick r:id="rId4"/>
              </a:rPr>
              <a:t>https://drive.google.com/file/d/1fFEMVYtrQe2UuxkZzwrnlHkFwcWcgJuP/view?usp=drive_link</a:t>
            </a:r>
            <a:endParaRPr lang="es-CO" u="sng" dirty="0"/>
          </a:p>
          <a:p>
            <a:endParaRPr lang="es-CO" dirty="0"/>
          </a:p>
          <a:p>
            <a:endParaRPr lang="es-CO" dirty="0"/>
          </a:p>
        </p:txBody>
      </p:sp>
      <p:sp>
        <p:nvSpPr>
          <p:cNvPr id="5" name="CuadroTexto 4">
            <a:extLst>
              <a:ext uri="{FF2B5EF4-FFF2-40B4-BE49-F238E27FC236}">
                <a16:creationId xmlns:a16="http://schemas.microsoft.com/office/drawing/2014/main" id="{3FFBB292-4D7E-3558-5489-17CB7B95B30C}"/>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HOMECENTER BARRANQUILLA NORTE</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pic>
        <p:nvPicPr>
          <p:cNvPr id="11" name="Imagen 10">
            <a:extLst>
              <a:ext uri="{FF2B5EF4-FFF2-40B4-BE49-F238E27FC236}">
                <a16:creationId xmlns:a16="http://schemas.microsoft.com/office/drawing/2014/main" id="{CF1C212A-A8A4-8802-6962-67498C7EB953}"/>
              </a:ext>
            </a:extLst>
          </p:cNvPr>
          <p:cNvPicPr>
            <a:picLocks noChangeAspect="1"/>
          </p:cNvPicPr>
          <p:nvPr/>
        </p:nvPicPr>
        <p:blipFill>
          <a:blip r:embed="rId5"/>
          <a:stretch>
            <a:fillRect/>
          </a:stretch>
        </p:blipFill>
        <p:spPr>
          <a:xfrm>
            <a:off x="4122294" y="921657"/>
            <a:ext cx="5696261" cy="2361864"/>
          </a:xfrm>
          <a:prstGeom prst="rect">
            <a:avLst/>
          </a:prstGeom>
        </p:spPr>
      </p:pic>
      <p:graphicFrame>
        <p:nvGraphicFramePr>
          <p:cNvPr id="13" name="Gráfico 12">
            <a:extLst>
              <a:ext uri="{FF2B5EF4-FFF2-40B4-BE49-F238E27FC236}">
                <a16:creationId xmlns:a16="http://schemas.microsoft.com/office/drawing/2014/main" id="{2B52094C-5E32-08C0-69F7-B8B2664F8A27}"/>
              </a:ext>
            </a:extLst>
          </p:cNvPr>
          <p:cNvGraphicFramePr/>
          <p:nvPr/>
        </p:nvGraphicFramePr>
        <p:xfrm>
          <a:off x="414374" y="4605883"/>
          <a:ext cx="1847779" cy="1403409"/>
        </p:xfrm>
        <a:graphic>
          <a:graphicData uri="http://schemas.openxmlformats.org/drawingml/2006/chart">
            <c:chart xmlns:c="http://schemas.openxmlformats.org/drawingml/2006/chart" xmlns:r="http://schemas.openxmlformats.org/officeDocument/2006/relationships" r:id="rId6"/>
          </a:graphicData>
        </a:graphic>
      </p:graphicFrame>
      <p:sp>
        <p:nvSpPr>
          <p:cNvPr id="15" name="CuadroTexto 14">
            <a:extLst>
              <a:ext uri="{FF2B5EF4-FFF2-40B4-BE49-F238E27FC236}">
                <a16:creationId xmlns:a16="http://schemas.microsoft.com/office/drawing/2014/main" id="{2F664985-B956-51EA-5772-2DEFD2A3FE66}"/>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100%</a:t>
            </a:r>
            <a:endParaRPr lang="es-CO" sz="2000" b="1" dirty="0">
              <a:solidFill>
                <a:schemeClr val="bg1"/>
              </a:solidFill>
              <a:latin typeface="Franklin Gothic Demi" panose="020B0703020102020204" pitchFamily="34" charset="0"/>
            </a:endParaRPr>
          </a:p>
        </p:txBody>
      </p:sp>
      <p:sp>
        <p:nvSpPr>
          <p:cNvPr id="10" name="CuadroTexto 9">
            <a:extLst>
              <a:ext uri="{FF2B5EF4-FFF2-40B4-BE49-F238E27FC236}">
                <a16:creationId xmlns:a16="http://schemas.microsoft.com/office/drawing/2014/main" id="{764365C4-8A0A-B277-B871-FD72795DA47E}"/>
              </a:ext>
            </a:extLst>
          </p:cNvPr>
          <p:cNvSpPr txBox="1"/>
          <p:nvPr/>
        </p:nvSpPr>
        <p:spPr>
          <a:xfrm>
            <a:off x="4122293" y="6060163"/>
            <a:ext cx="5696262" cy="338554"/>
          </a:xfrm>
          <a:prstGeom prst="rect">
            <a:avLst/>
          </a:prstGeom>
          <a:noFill/>
          <a:ln>
            <a:solidFill>
              <a:schemeClr val="tx1"/>
            </a:solidFill>
          </a:ln>
        </p:spPr>
        <p:txBody>
          <a:bodyPr wrap="square" rtlCol="0">
            <a:spAutoFit/>
          </a:bodyPr>
          <a:lstStyle/>
          <a:p>
            <a:pPr algn="just"/>
            <a:r>
              <a:rPr lang="es-MX" sz="1600" b="1" dirty="0"/>
              <a:t>FUNCIONA</a:t>
            </a:r>
          </a:p>
        </p:txBody>
      </p:sp>
    </p:spTree>
    <p:extLst>
      <p:ext uri="{BB962C8B-B14F-4D97-AF65-F5344CB8AC3E}">
        <p14:creationId xmlns:p14="http://schemas.microsoft.com/office/powerpoint/2010/main" val="1083336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3E233-018F-D96A-DA11-30A201B91D4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721C15D-7299-868C-B697-270C70EECCF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D1F0F63-7350-49CB-45AA-66F949CED9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62C3811F-6DB1-D7B3-ED25-0BA3BF32C648}"/>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4F9BE9C6-219E-4F0F-46AA-276EB2D318A8}"/>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4B9D6B5C-336F-BC4C-ED0F-B7D48395B457}"/>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71BE7D82-D62A-09AF-8ED3-B2F12A9C15C4}"/>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D6916F27-6E5E-2248-A9B5-3D20B054F5D6}"/>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78EA8405-C90C-604C-17E9-9860BF4FF64F}"/>
              </a:ext>
            </a:extLst>
          </p:cNvPr>
          <p:cNvSpPr txBox="1"/>
          <p:nvPr/>
        </p:nvSpPr>
        <p:spPr>
          <a:xfrm>
            <a:off x="4122291" y="3409208"/>
            <a:ext cx="5696262" cy="1077218"/>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producto húmedo ni enfatiza en los packs por temas de precio.</a:t>
            </a:r>
            <a:endParaRPr lang="es-MX" sz="1600" dirty="0"/>
          </a:p>
        </p:txBody>
      </p:sp>
      <p:sp>
        <p:nvSpPr>
          <p:cNvPr id="12" name="CuadroTexto 11">
            <a:extLst>
              <a:ext uri="{FF2B5EF4-FFF2-40B4-BE49-F238E27FC236}">
                <a16:creationId xmlns:a16="http://schemas.microsoft.com/office/drawing/2014/main" id="{476D7580-1338-BBE2-D373-80E0B9FF816B}"/>
              </a:ext>
            </a:extLst>
          </p:cNvPr>
          <p:cNvSpPr txBox="1"/>
          <p:nvPr/>
        </p:nvSpPr>
        <p:spPr>
          <a:xfrm>
            <a:off x="4122291" y="4639522"/>
            <a:ext cx="5696262" cy="2985433"/>
          </a:xfrm>
          <a:prstGeom prst="rect">
            <a:avLst/>
          </a:prstGeom>
          <a:noFill/>
        </p:spPr>
        <p:txBody>
          <a:bodyPr wrap="square">
            <a:spAutoFit/>
          </a:bodyPr>
          <a:lstStyle/>
          <a:p>
            <a:r>
              <a:rPr lang="es-CO" sz="1600" u="sng" dirty="0">
                <a:hlinkClick r:id="rId4"/>
              </a:rPr>
              <a:t>https://drive.google.com/file/d/1NT2Aawfm7I8Vg2VMyvXgUgzUv9o527IW/view?usp=drive_link</a:t>
            </a:r>
            <a:endParaRPr lang="es-CO" sz="1600" u="sng" dirty="0"/>
          </a:p>
          <a:p>
            <a:r>
              <a:rPr lang="es-CO" sz="1600" u="sng" dirty="0">
                <a:hlinkClick r:id="rId5"/>
              </a:rPr>
              <a:t>https://drive.google.com/file/d/1fXAa8CDO66UpS60sXkDupR_IB9sSAVUm/view?usp=drive_link</a:t>
            </a:r>
            <a:endParaRPr lang="es-CO" sz="1600" u="sng" dirty="0"/>
          </a:p>
          <a:p>
            <a:r>
              <a:rPr lang="es-CO" u="sng" dirty="0">
                <a:hlinkClick r:id="rId6"/>
              </a:rPr>
              <a:t>https://drive.google.com/file/d/1Vp3ftA4dLVrzALzL8y23vsw-nx2-tzWd/view?usp=drive_link</a:t>
            </a:r>
            <a:endParaRPr lang="es-CO" sz="1600" u="sng" dirty="0"/>
          </a:p>
          <a:p>
            <a:r>
              <a:rPr lang="es-CO" u="sng" dirty="0">
                <a:hlinkClick r:id="rId7"/>
              </a:rPr>
              <a:t>https://drive.google.com/file/d/1zUyp9L1yynAg-es15KXrByMDefod2wNz/view?usp=drive_link</a:t>
            </a:r>
            <a:endParaRPr lang="es-CO" sz="1600"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948999B8-1B5E-3039-D2DC-CD6BC98A9DD1}"/>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AGROCAMPO S.A.S. -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83F741ED-CD5A-A04C-69B6-1CDA313BD89E}"/>
              </a:ext>
            </a:extLst>
          </p:cNvPr>
          <p:cNvGraphicFramePr/>
          <p:nvPr>
            <p:extLst>
              <p:ext uri="{D42A27DB-BD31-4B8C-83A1-F6EECF244321}">
                <p14:modId xmlns:p14="http://schemas.microsoft.com/office/powerpoint/2010/main" val="2024126825"/>
              </p:ext>
            </p:extLst>
          </p:nvPr>
        </p:nvGraphicFramePr>
        <p:xfrm>
          <a:off x="376199" y="4660943"/>
          <a:ext cx="1847779" cy="1403409"/>
        </p:xfrm>
        <a:graphic>
          <a:graphicData uri="http://schemas.openxmlformats.org/drawingml/2006/chart">
            <c:chart xmlns:c="http://schemas.openxmlformats.org/drawingml/2006/chart" xmlns:r="http://schemas.openxmlformats.org/officeDocument/2006/relationships" r:id="rId8"/>
          </a:graphicData>
        </a:graphic>
      </p:graphicFrame>
      <p:sp>
        <p:nvSpPr>
          <p:cNvPr id="15" name="CuadroTexto 14">
            <a:extLst>
              <a:ext uri="{FF2B5EF4-FFF2-40B4-BE49-F238E27FC236}">
                <a16:creationId xmlns:a16="http://schemas.microsoft.com/office/drawing/2014/main" id="{DAE85B6C-0538-7F5F-97F0-2FB6BE7418B5}"/>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95%</a:t>
            </a:r>
            <a:endParaRPr lang="es-CO" sz="2000" b="1" dirty="0">
              <a:solidFill>
                <a:schemeClr val="bg1"/>
              </a:solidFill>
              <a:latin typeface="Franklin Gothic Demi" panose="020B0703020102020204" pitchFamily="34" charset="0"/>
            </a:endParaRPr>
          </a:p>
        </p:txBody>
      </p:sp>
      <p:pic>
        <p:nvPicPr>
          <p:cNvPr id="14" name="Imagen 13">
            <a:extLst>
              <a:ext uri="{FF2B5EF4-FFF2-40B4-BE49-F238E27FC236}">
                <a16:creationId xmlns:a16="http://schemas.microsoft.com/office/drawing/2014/main" id="{3BD741A9-4EC6-F6AF-4FE0-1C481105911D}"/>
              </a:ext>
            </a:extLst>
          </p:cNvPr>
          <p:cNvPicPr>
            <a:picLocks noChangeAspect="1"/>
          </p:cNvPicPr>
          <p:nvPr/>
        </p:nvPicPr>
        <p:blipFill>
          <a:blip r:embed="rId9"/>
          <a:stretch>
            <a:fillRect/>
          </a:stretch>
        </p:blipFill>
        <p:spPr>
          <a:xfrm>
            <a:off x="4122291" y="894247"/>
            <a:ext cx="5696262" cy="2361865"/>
          </a:xfrm>
          <a:prstGeom prst="rect">
            <a:avLst/>
          </a:prstGeom>
        </p:spPr>
      </p:pic>
      <p:sp>
        <p:nvSpPr>
          <p:cNvPr id="10" name="CuadroTexto 9">
            <a:extLst>
              <a:ext uri="{FF2B5EF4-FFF2-40B4-BE49-F238E27FC236}">
                <a16:creationId xmlns:a16="http://schemas.microsoft.com/office/drawing/2014/main" id="{3FD470BF-3B53-AC4D-692A-C664161EF148}"/>
              </a:ext>
            </a:extLst>
          </p:cNvPr>
          <p:cNvSpPr txBox="1"/>
          <p:nvPr/>
        </p:nvSpPr>
        <p:spPr>
          <a:xfrm>
            <a:off x="10428264" y="6327707"/>
            <a:ext cx="1439058" cy="338554"/>
          </a:xfrm>
          <a:prstGeom prst="rect">
            <a:avLst/>
          </a:prstGeom>
          <a:noFill/>
          <a:ln>
            <a:solidFill>
              <a:schemeClr val="tx1"/>
            </a:solidFill>
          </a:ln>
        </p:spPr>
        <p:txBody>
          <a:bodyPr wrap="square" rtlCol="0">
            <a:spAutoFit/>
          </a:bodyPr>
          <a:lstStyle/>
          <a:p>
            <a:pPr algn="just"/>
            <a:r>
              <a:rPr lang="es-MX" sz="1600" b="1" dirty="0"/>
              <a:t>FUNCIONA</a:t>
            </a:r>
          </a:p>
        </p:txBody>
      </p:sp>
    </p:spTree>
    <p:extLst>
      <p:ext uri="{BB962C8B-B14F-4D97-AF65-F5344CB8AC3E}">
        <p14:creationId xmlns:p14="http://schemas.microsoft.com/office/powerpoint/2010/main" val="1043410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3635-419D-22E3-59AA-D61A940DFCD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DBB443F6-DCA9-47B1-1FF0-D625CF02AEB7}"/>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B0329303-41E6-1D3F-79A9-28896291A6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254016BE-E7E2-1F49-7607-6EC6265546EF}"/>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997382E5-5149-CCF5-B884-C07D0D44AADC}"/>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B1C68629-5A5A-5121-2552-A458CF07022F}"/>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4937531D-5D52-4227-0AE1-6800246583C4}"/>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285424CC-061B-0515-5895-393E10984340}"/>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E8E3D92B-F540-FA89-854D-FA719A6D31CB}"/>
              </a:ext>
            </a:extLst>
          </p:cNvPr>
          <p:cNvSpPr txBox="1"/>
          <p:nvPr/>
        </p:nvSpPr>
        <p:spPr>
          <a:xfrm>
            <a:off x="4122291" y="3409208"/>
            <a:ext cx="5696262" cy="2554545"/>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Abordaje: </a:t>
            </a:r>
            <a:r>
              <a:rPr lang="es-MX" sz="1600" dirty="0"/>
              <a:t>No realiza abordaje proactivo en menos de un minuto.</a:t>
            </a:r>
          </a:p>
          <a:p>
            <a:pPr marL="285750" indent="-285750" algn="just">
              <a:buFont typeface="Arial" panose="020B0604020202020204" pitchFamily="34" charset="0"/>
              <a:buChar char="•"/>
            </a:pPr>
            <a:r>
              <a:rPr lang="es-MX" sz="1600" b="1" dirty="0"/>
              <a:t>Labor de venta: </a:t>
            </a:r>
            <a:r>
              <a:rPr lang="es-MX" sz="1600" dirty="0"/>
              <a:t>No resuelve la objeción presentada por el shopper, además de que no intenta realizar el cierre de venta.</a:t>
            </a:r>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conoce las dinámicas comerciales del PDV, no ofrece dog chow o cat chow como primera opción y no ofrece alimento húmedo.</a:t>
            </a:r>
            <a:endParaRPr lang="es-MX" sz="1600" dirty="0"/>
          </a:p>
        </p:txBody>
      </p:sp>
      <p:sp>
        <p:nvSpPr>
          <p:cNvPr id="12" name="CuadroTexto 11">
            <a:extLst>
              <a:ext uri="{FF2B5EF4-FFF2-40B4-BE49-F238E27FC236}">
                <a16:creationId xmlns:a16="http://schemas.microsoft.com/office/drawing/2014/main" id="{8FF7B352-0F03-BCEC-38C9-279277A59BA1}"/>
              </a:ext>
            </a:extLst>
          </p:cNvPr>
          <p:cNvSpPr txBox="1"/>
          <p:nvPr/>
        </p:nvSpPr>
        <p:spPr>
          <a:xfrm>
            <a:off x="4122291" y="6044414"/>
            <a:ext cx="5696262" cy="1200329"/>
          </a:xfrm>
          <a:prstGeom prst="rect">
            <a:avLst/>
          </a:prstGeom>
          <a:noFill/>
        </p:spPr>
        <p:txBody>
          <a:bodyPr wrap="square">
            <a:spAutoFit/>
          </a:bodyPr>
          <a:lstStyle/>
          <a:p>
            <a:r>
              <a:rPr lang="es-CO" u="sng" dirty="0">
                <a:hlinkClick r:id="rId4"/>
              </a:rPr>
              <a:t>https://drive.google.com/file/d/1dQ2Dx-cgyVdWHLAYEeOE0NyQ0dxKUa1x/view?usp=drive_link</a:t>
            </a:r>
            <a:endParaRPr lang="es-CO" u="sng" dirty="0"/>
          </a:p>
          <a:p>
            <a:endParaRPr lang="es-CO" dirty="0"/>
          </a:p>
          <a:p>
            <a:endParaRPr lang="es-CO" dirty="0"/>
          </a:p>
        </p:txBody>
      </p:sp>
      <p:sp>
        <p:nvSpPr>
          <p:cNvPr id="5" name="CuadroTexto 4">
            <a:extLst>
              <a:ext uri="{FF2B5EF4-FFF2-40B4-BE49-F238E27FC236}">
                <a16:creationId xmlns:a16="http://schemas.microsoft.com/office/drawing/2014/main" id="{9ACCDB6C-97EE-3317-34CD-E00414D3DAC6}"/>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EXITO COLINA -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B13E4266-FBDB-C1D7-9BC0-11062DC61AC9}"/>
              </a:ext>
            </a:extLst>
          </p:cNvPr>
          <p:cNvGraphicFramePr/>
          <p:nvPr>
            <p:extLst>
              <p:ext uri="{D42A27DB-BD31-4B8C-83A1-F6EECF244321}">
                <p14:modId xmlns:p14="http://schemas.microsoft.com/office/powerpoint/2010/main" val="4216758385"/>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72C3C22A-61F6-F450-12AA-A28791EF0A42}"/>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39%</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61154B9D-067F-42F5-48A6-6647E8BF4364}"/>
              </a:ext>
            </a:extLst>
          </p:cNvPr>
          <p:cNvPicPr>
            <a:picLocks noChangeAspect="1"/>
          </p:cNvPicPr>
          <p:nvPr/>
        </p:nvPicPr>
        <p:blipFill>
          <a:blip r:embed="rId6"/>
          <a:stretch>
            <a:fillRect/>
          </a:stretch>
        </p:blipFill>
        <p:spPr>
          <a:xfrm>
            <a:off x="4122293" y="848749"/>
            <a:ext cx="5696260" cy="2361864"/>
          </a:xfrm>
          <a:prstGeom prst="rect">
            <a:avLst/>
          </a:prstGeom>
        </p:spPr>
      </p:pic>
      <p:sp>
        <p:nvSpPr>
          <p:cNvPr id="11" name="CuadroTexto 10">
            <a:extLst>
              <a:ext uri="{FF2B5EF4-FFF2-40B4-BE49-F238E27FC236}">
                <a16:creationId xmlns:a16="http://schemas.microsoft.com/office/drawing/2014/main" id="{46BC4696-2EF6-2A1E-B42E-F73D0253D663}"/>
              </a:ext>
            </a:extLst>
          </p:cNvPr>
          <p:cNvSpPr txBox="1"/>
          <p:nvPr/>
        </p:nvSpPr>
        <p:spPr>
          <a:xfrm>
            <a:off x="10052065" y="5142655"/>
            <a:ext cx="1763736" cy="1323439"/>
          </a:xfrm>
          <a:prstGeom prst="rect">
            <a:avLst/>
          </a:prstGeom>
          <a:noFill/>
          <a:ln>
            <a:solidFill>
              <a:schemeClr val="tx1"/>
            </a:solidFill>
          </a:ln>
        </p:spPr>
        <p:txBody>
          <a:bodyPr wrap="square" rtlCol="0">
            <a:spAutoFit/>
          </a:bodyPr>
          <a:lstStyle/>
          <a:p>
            <a:pPr algn="just"/>
            <a:r>
              <a:rPr lang="es-MX" sz="1600" b="1" dirty="0"/>
              <a:t>FUNCIONA , PERO HAY OPORTUNIDAD EN LA CALIDAD DEL VIDEO</a:t>
            </a:r>
          </a:p>
        </p:txBody>
      </p:sp>
    </p:spTree>
    <p:extLst>
      <p:ext uri="{BB962C8B-B14F-4D97-AF65-F5344CB8AC3E}">
        <p14:creationId xmlns:p14="http://schemas.microsoft.com/office/powerpoint/2010/main" val="3928199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FFE2E-C3DB-2CD3-EFD9-BCC5FE99D65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3C3FEC2-F9B8-68AE-592D-FCEB2B0A71FA}"/>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82EAD2C-8385-3B5E-FDAD-12366C093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74B11ABC-4305-3A11-9563-EF59EF201EC2}"/>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CAA71AB0-D067-0265-0CF5-C6CEF2F32842}"/>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8804F35A-BE94-326F-339B-4B6C1E50A511}"/>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C5EA589D-D651-DC7B-6901-6AF383D675B1}"/>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30288C9B-FAE3-CC47-E029-63DAB72617C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58D43D61-B3DF-D656-4DE7-604C12DCF09C}"/>
              </a:ext>
            </a:extLst>
          </p:cNvPr>
          <p:cNvSpPr txBox="1"/>
          <p:nvPr/>
        </p:nvSpPr>
        <p:spPr>
          <a:xfrm>
            <a:off x="4122291" y="3409208"/>
            <a:ext cx="5696262"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Labor de venta: </a:t>
            </a:r>
            <a:r>
              <a:rPr lang="es-MX" sz="1600" dirty="0"/>
              <a:t>No intenta realizar el cierre de venta.</a:t>
            </a:r>
          </a:p>
          <a:p>
            <a:pPr algn="just"/>
            <a:endParaRPr lang="es-MX" sz="1600" b="1" dirty="0"/>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producto húmedo ni enfatiza en los packs por temas de precio.</a:t>
            </a:r>
            <a:endParaRPr lang="es-MX" sz="1600" dirty="0"/>
          </a:p>
        </p:txBody>
      </p:sp>
      <p:sp>
        <p:nvSpPr>
          <p:cNvPr id="12" name="CuadroTexto 11">
            <a:extLst>
              <a:ext uri="{FF2B5EF4-FFF2-40B4-BE49-F238E27FC236}">
                <a16:creationId xmlns:a16="http://schemas.microsoft.com/office/drawing/2014/main" id="{78905950-5784-8BBF-C335-BF5D94FE11BF}"/>
              </a:ext>
            </a:extLst>
          </p:cNvPr>
          <p:cNvSpPr txBox="1"/>
          <p:nvPr/>
        </p:nvSpPr>
        <p:spPr>
          <a:xfrm>
            <a:off x="4134385" y="5135226"/>
            <a:ext cx="5696262" cy="1446550"/>
          </a:xfrm>
          <a:prstGeom prst="rect">
            <a:avLst/>
          </a:prstGeom>
          <a:noFill/>
        </p:spPr>
        <p:txBody>
          <a:bodyPr wrap="square">
            <a:spAutoFit/>
          </a:bodyPr>
          <a:lstStyle/>
          <a:p>
            <a:r>
              <a:rPr lang="es-CO" u="sng" dirty="0">
                <a:hlinkClick r:id="rId4"/>
              </a:rPr>
              <a:t>https://drive.google.com/file/d/1nvhAX7ZPXlluNj5dpmX7lT_tf3ufEPiH/view?usp=drive_link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27F59D06-AA1F-6D62-CA8A-E69E81C7B474}"/>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LA RES DEL NORTE -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95BC7A7E-B6B2-C1BD-1ADF-C093B7FABA23}"/>
              </a:ext>
            </a:extLst>
          </p:cNvPr>
          <p:cNvGraphicFramePr/>
          <p:nvPr>
            <p:extLst>
              <p:ext uri="{D42A27DB-BD31-4B8C-83A1-F6EECF244321}">
                <p14:modId xmlns:p14="http://schemas.microsoft.com/office/powerpoint/2010/main" val="1405066930"/>
              </p:ext>
            </p:extLst>
          </p:nvPr>
        </p:nvGraphicFramePr>
        <p:xfrm>
          <a:off x="376199" y="4639522"/>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0E265422-E2D5-3BD7-5597-4E3570F1CA33}"/>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91%</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064BC0C6-2324-7B21-099D-8CDD5C0B29C0}"/>
              </a:ext>
            </a:extLst>
          </p:cNvPr>
          <p:cNvPicPr>
            <a:picLocks noChangeAspect="1"/>
          </p:cNvPicPr>
          <p:nvPr/>
        </p:nvPicPr>
        <p:blipFill>
          <a:blip r:embed="rId6"/>
          <a:stretch>
            <a:fillRect/>
          </a:stretch>
        </p:blipFill>
        <p:spPr>
          <a:xfrm>
            <a:off x="4122290" y="889231"/>
            <a:ext cx="5708357" cy="2366880"/>
          </a:xfrm>
          <a:prstGeom prst="rect">
            <a:avLst/>
          </a:prstGeom>
        </p:spPr>
      </p:pic>
      <p:sp>
        <p:nvSpPr>
          <p:cNvPr id="11" name="CuadroTexto 10">
            <a:extLst>
              <a:ext uri="{FF2B5EF4-FFF2-40B4-BE49-F238E27FC236}">
                <a16:creationId xmlns:a16="http://schemas.microsoft.com/office/drawing/2014/main" id="{E9A857B7-7848-234D-0823-CDBA77A9430A}"/>
              </a:ext>
            </a:extLst>
          </p:cNvPr>
          <p:cNvSpPr txBox="1"/>
          <p:nvPr/>
        </p:nvSpPr>
        <p:spPr>
          <a:xfrm>
            <a:off x="10052065" y="5142655"/>
            <a:ext cx="1763736" cy="1323439"/>
          </a:xfrm>
          <a:prstGeom prst="rect">
            <a:avLst/>
          </a:prstGeom>
          <a:noFill/>
          <a:ln>
            <a:solidFill>
              <a:schemeClr val="tx1"/>
            </a:solidFill>
          </a:ln>
        </p:spPr>
        <p:txBody>
          <a:bodyPr wrap="square" rtlCol="0">
            <a:spAutoFit/>
          </a:bodyPr>
          <a:lstStyle/>
          <a:p>
            <a:pPr algn="just"/>
            <a:r>
              <a:rPr lang="es-MX" sz="1600" b="1" dirty="0"/>
              <a:t>FUNCIONA , PERO HAY OPORTUNIDAD EN LA CALIDAD DEL VIDEO</a:t>
            </a:r>
          </a:p>
        </p:txBody>
      </p:sp>
    </p:spTree>
    <p:extLst>
      <p:ext uri="{BB962C8B-B14F-4D97-AF65-F5344CB8AC3E}">
        <p14:creationId xmlns:p14="http://schemas.microsoft.com/office/powerpoint/2010/main" val="1004260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F63CB-AE55-F7E4-94D1-7CA216F9B42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FCEF087-2CCE-932E-D47C-2ACDE404FCD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660B730D-8F43-9E09-E346-0283409AD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E82B108E-9550-4C08-7C88-23307E85B98D}"/>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AA704201-FFC2-4888-20EA-C15D899CAD0B}"/>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68BA9FB7-6168-1894-EFA2-77F7B433A01B}"/>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E470226D-4444-94AC-0A8F-D5AFBABB9BF9}"/>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865DF2DD-7739-CD08-A881-ED1EAE6AF9C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DFA15237-E20A-2795-394B-F2071F8B4C4F}"/>
              </a:ext>
            </a:extLst>
          </p:cNvPr>
          <p:cNvSpPr txBox="1"/>
          <p:nvPr/>
        </p:nvSpPr>
        <p:spPr>
          <a:xfrm>
            <a:off x="4122291" y="3409208"/>
            <a:ext cx="5696262" cy="2308324"/>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Abordaje: </a:t>
            </a:r>
            <a:r>
              <a:rPr lang="es-MX" sz="1600" dirty="0"/>
              <a:t>No realiza abordaje proactivo en menos de un minuto.</a:t>
            </a:r>
            <a:endParaRPr lang="es-MX" sz="1600" b="1" dirty="0"/>
          </a:p>
          <a:p>
            <a:pPr marL="285750" indent="-285750" algn="just">
              <a:buFont typeface="Arial" panose="020B0604020202020204" pitchFamily="34" charset="0"/>
              <a:buChar char="•"/>
            </a:pPr>
            <a:r>
              <a:rPr lang="es-MX" sz="1600" b="1" dirty="0"/>
              <a:t>Labor de venta: </a:t>
            </a:r>
            <a:r>
              <a:rPr lang="es-MX" sz="1600" dirty="0"/>
              <a:t>No intenta realizar el cierre de venta.</a:t>
            </a:r>
            <a:endParaRPr lang="es-MX" sz="1600" b="1" dirty="0"/>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producto húmedo ni enfatiza en los packs por temas de precio, el asesor no comunica los beneficios o características del producto Excellent.</a:t>
            </a:r>
            <a:endParaRPr lang="es-MX" sz="1600" dirty="0"/>
          </a:p>
        </p:txBody>
      </p:sp>
      <p:sp>
        <p:nvSpPr>
          <p:cNvPr id="12" name="CuadroTexto 11">
            <a:extLst>
              <a:ext uri="{FF2B5EF4-FFF2-40B4-BE49-F238E27FC236}">
                <a16:creationId xmlns:a16="http://schemas.microsoft.com/office/drawing/2014/main" id="{CBBDAEC7-4098-5B4A-58A8-CF57CF6D8FEB}"/>
              </a:ext>
            </a:extLst>
          </p:cNvPr>
          <p:cNvSpPr txBox="1"/>
          <p:nvPr/>
        </p:nvSpPr>
        <p:spPr>
          <a:xfrm>
            <a:off x="4122291" y="5879727"/>
            <a:ext cx="5696262" cy="1446550"/>
          </a:xfrm>
          <a:prstGeom prst="rect">
            <a:avLst/>
          </a:prstGeom>
          <a:noFill/>
        </p:spPr>
        <p:txBody>
          <a:bodyPr wrap="square">
            <a:spAutoFit/>
          </a:bodyPr>
          <a:lstStyle/>
          <a:p>
            <a:r>
              <a:rPr lang="es-CO" u="sng" dirty="0">
                <a:hlinkClick r:id="rId4"/>
              </a:rPr>
              <a:t>https://drive.google.com/file/d/1ktFTqw2spZCWaSgirwDebHerMhTiDsyw/view?usp=drive_link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228C577C-8428-BE8B-AB53-169A1CE4849A}"/>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ANIMALS PEPE SIERRA -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437625C6-B45A-E634-48E4-13B9C09C3E36}"/>
              </a:ext>
            </a:extLst>
          </p:cNvPr>
          <p:cNvGraphicFramePr/>
          <p:nvPr>
            <p:extLst>
              <p:ext uri="{D42A27DB-BD31-4B8C-83A1-F6EECF244321}">
                <p14:modId xmlns:p14="http://schemas.microsoft.com/office/powerpoint/2010/main" val="2266721204"/>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133F97B5-400A-622E-B856-93F47B509FD0}"/>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54%</a:t>
            </a:r>
            <a:endParaRPr lang="es-CO" sz="2000" b="1" dirty="0">
              <a:solidFill>
                <a:schemeClr val="bg1"/>
              </a:solidFill>
              <a:latin typeface="Franklin Gothic Demi" panose="020B0703020102020204" pitchFamily="34" charset="0"/>
            </a:endParaRPr>
          </a:p>
        </p:txBody>
      </p:sp>
      <p:pic>
        <p:nvPicPr>
          <p:cNvPr id="11" name="Imagen 10">
            <a:extLst>
              <a:ext uri="{FF2B5EF4-FFF2-40B4-BE49-F238E27FC236}">
                <a16:creationId xmlns:a16="http://schemas.microsoft.com/office/drawing/2014/main" id="{42C01CF3-F1CC-5BAC-E21D-43A87893A625}"/>
              </a:ext>
            </a:extLst>
          </p:cNvPr>
          <p:cNvPicPr>
            <a:picLocks noChangeAspect="1"/>
          </p:cNvPicPr>
          <p:nvPr/>
        </p:nvPicPr>
        <p:blipFill>
          <a:blip r:embed="rId6"/>
          <a:stretch>
            <a:fillRect/>
          </a:stretch>
        </p:blipFill>
        <p:spPr>
          <a:xfrm>
            <a:off x="4122291" y="899727"/>
            <a:ext cx="5675178" cy="2353123"/>
          </a:xfrm>
          <a:prstGeom prst="rect">
            <a:avLst/>
          </a:prstGeom>
        </p:spPr>
      </p:pic>
      <p:sp>
        <p:nvSpPr>
          <p:cNvPr id="10" name="CuadroTexto 9">
            <a:extLst>
              <a:ext uri="{FF2B5EF4-FFF2-40B4-BE49-F238E27FC236}">
                <a16:creationId xmlns:a16="http://schemas.microsoft.com/office/drawing/2014/main" id="{5ECDFE2A-9088-1E8F-7DAB-F0FD12CF5330}"/>
              </a:ext>
            </a:extLst>
          </p:cNvPr>
          <p:cNvSpPr txBox="1"/>
          <p:nvPr/>
        </p:nvSpPr>
        <p:spPr>
          <a:xfrm>
            <a:off x="10103586" y="4067813"/>
            <a:ext cx="1763736" cy="2308324"/>
          </a:xfrm>
          <a:prstGeom prst="rect">
            <a:avLst/>
          </a:prstGeom>
          <a:noFill/>
          <a:ln>
            <a:solidFill>
              <a:schemeClr val="tx1"/>
            </a:solidFill>
          </a:ln>
        </p:spPr>
        <p:txBody>
          <a:bodyPr wrap="square" rtlCol="0">
            <a:spAutoFit/>
          </a:bodyPr>
          <a:lstStyle/>
          <a:p>
            <a:pPr algn="just"/>
            <a:r>
              <a:rPr lang="es-MX" sz="1600" b="1" dirty="0"/>
              <a:t>FUNCIONA , PERO HAY OPORTUNIDAD EN LA CALIDAD DEL VIDEO, NO SE VE EL ABORDAJE Y ESTÁ GRABADO AL REVÉS</a:t>
            </a:r>
          </a:p>
        </p:txBody>
      </p:sp>
    </p:spTree>
    <p:extLst>
      <p:ext uri="{BB962C8B-B14F-4D97-AF65-F5344CB8AC3E}">
        <p14:creationId xmlns:p14="http://schemas.microsoft.com/office/powerpoint/2010/main" val="1075524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83555-C871-3216-3227-4E665B4E17F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E3E6D2A-3232-A965-5A67-F85A69560DC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502890F9-E5BB-362B-D48E-1B43E7C0F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47E61EF0-AE3A-BAFE-06C3-6B21C76EDA96}"/>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551F075A-CB5A-5DC4-9DC2-57CF310003F2}"/>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FC9D6F03-6FA7-02D1-4E71-EA0A7DC00F7D}"/>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476131C9-89D4-EDE1-477C-C0BF688780AA}"/>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68DA2A32-5EBB-63D6-19B0-B00DD0F6E6A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4732EA49-5671-0F89-9B2F-F05AF5E88040}"/>
              </a:ext>
            </a:extLst>
          </p:cNvPr>
          <p:cNvSpPr txBox="1"/>
          <p:nvPr/>
        </p:nvSpPr>
        <p:spPr>
          <a:xfrm>
            <a:off x="4122291" y="3409208"/>
            <a:ext cx="5696262" cy="2062103"/>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Abordaje: </a:t>
            </a:r>
            <a:r>
              <a:rPr lang="es-MX" sz="1600" dirty="0"/>
              <a:t>No realiza abordaje proactivo en menos de un minuto, el compañero de la competencia es quien le avisa.</a:t>
            </a:r>
            <a:endParaRPr lang="es-MX" sz="1600" b="1" dirty="0"/>
          </a:p>
          <a:p>
            <a:pPr marL="285750" indent="-285750" algn="just">
              <a:buFont typeface="Arial" panose="020B0604020202020204" pitchFamily="34" charset="0"/>
              <a:buChar char="•"/>
            </a:pPr>
            <a:r>
              <a:rPr lang="es-MX" sz="1600" b="1" dirty="0"/>
              <a:t>Labor de venta: </a:t>
            </a:r>
            <a:r>
              <a:rPr lang="es-MX" sz="1600" dirty="0"/>
              <a:t>No intenta realizar el cierre de venta.</a:t>
            </a:r>
            <a:endParaRPr lang="es-MX" sz="1600" b="1" dirty="0"/>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conoce las dinámicas comerciales del PDV, no ofrece dog chow o cat chow como primera opción y no ofrece alimento húmedo.</a:t>
            </a:r>
            <a:endParaRPr lang="es-MX" sz="1600" dirty="0"/>
          </a:p>
        </p:txBody>
      </p:sp>
      <p:sp>
        <p:nvSpPr>
          <p:cNvPr id="12" name="CuadroTexto 11">
            <a:extLst>
              <a:ext uri="{FF2B5EF4-FFF2-40B4-BE49-F238E27FC236}">
                <a16:creationId xmlns:a16="http://schemas.microsoft.com/office/drawing/2014/main" id="{31A77E28-CEAF-10C7-1A25-F8C3FD892C84}"/>
              </a:ext>
            </a:extLst>
          </p:cNvPr>
          <p:cNvSpPr txBox="1"/>
          <p:nvPr/>
        </p:nvSpPr>
        <p:spPr>
          <a:xfrm>
            <a:off x="4122291" y="5879727"/>
            <a:ext cx="5696262" cy="1446550"/>
          </a:xfrm>
          <a:prstGeom prst="rect">
            <a:avLst/>
          </a:prstGeom>
          <a:noFill/>
        </p:spPr>
        <p:txBody>
          <a:bodyPr wrap="square">
            <a:spAutoFit/>
          </a:bodyPr>
          <a:lstStyle/>
          <a:p>
            <a:r>
              <a:rPr lang="es-CO" u="sng" dirty="0">
                <a:hlinkClick r:id="rId4"/>
              </a:rPr>
              <a:t>https://drive.google.com/file/d/1L0gtDJPfdKGc2QIK7v6XQ_jF7GXqKhOF/view?usp=drive_link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C140042E-A0EF-ECCE-55CF-BE39E14C9465}"/>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HOMECENTER AV. EL DORADO -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892C61EB-D0FD-81CB-405C-E14B18A3D449}"/>
              </a:ext>
            </a:extLst>
          </p:cNvPr>
          <p:cNvGraphicFramePr/>
          <p:nvPr>
            <p:extLst>
              <p:ext uri="{D42A27DB-BD31-4B8C-83A1-F6EECF244321}">
                <p14:modId xmlns:p14="http://schemas.microsoft.com/office/powerpoint/2010/main" val="1265891101"/>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D7019111-A726-DD5A-ECDB-00DE0F61E858}"/>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39%</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B3F7140C-63E0-37C8-0A94-6F118E0EDEBE}"/>
              </a:ext>
            </a:extLst>
          </p:cNvPr>
          <p:cNvPicPr>
            <a:picLocks noChangeAspect="1"/>
          </p:cNvPicPr>
          <p:nvPr/>
        </p:nvPicPr>
        <p:blipFill>
          <a:blip r:embed="rId6"/>
          <a:stretch>
            <a:fillRect/>
          </a:stretch>
        </p:blipFill>
        <p:spPr>
          <a:xfrm>
            <a:off x="4122291" y="889231"/>
            <a:ext cx="5696262" cy="2361865"/>
          </a:xfrm>
          <a:prstGeom prst="rect">
            <a:avLst/>
          </a:prstGeom>
        </p:spPr>
      </p:pic>
      <p:sp>
        <p:nvSpPr>
          <p:cNvPr id="11" name="CuadroTexto 10">
            <a:extLst>
              <a:ext uri="{FF2B5EF4-FFF2-40B4-BE49-F238E27FC236}">
                <a16:creationId xmlns:a16="http://schemas.microsoft.com/office/drawing/2014/main" id="{9FBB5BD0-021C-FAF4-8E1D-EB468A2753D6}"/>
              </a:ext>
            </a:extLst>
          </p:cNvPr>
          <p:cNvSpPr txBox="1"/>
          <p:nvPr/>
        </p:nvSpPr>
        <p:spPr>
          <a:xfrm>
            <a:off x="10103586" y="4067813"/>
            <a:ext cx="1763736" cy="2062103"/>
          </a:xfrm>
          <a:prstGeom prst="rect">
            <a:avLst/>
          </a:prstGeom>
          <a:noFill/>
          <a:ln>
            <a:solidFill>
              <a:schemeClr val="tx1"/>
            </a:solidFill>
          </a:ln>
        </p:spPr>
        <p:txBody>
          <a:bodyPr wrap="square" rtlCol="0">
            <a:spAutoFit/>
          </a:bodyPr>
          <a:lstStyle/>
          <a:p>
            <a:pPr algn="just"/>
            <a:r>
              <a:rPr lang="es-MX" sz="1600" b="1" dirty="0"/>
              <a:t>NO FUNCIONA , ESTÁ GRABADO AL REVÉS Y NO SE EVIDENCIA EL UNIFORME NI LA PRESENTACION DEL CLIENTE, LINEAL Y DEMÁS</a:t>
            </a:r>
          </a:p>
        </p:txBody>
      </p:sp>
    </p:spTree>
    <p:extLst>
      <p:ext uri="{BB962C8B-B14F-4D97-AF65-F5344CB8AC3E}">
        <p14:creationId xmlns:p14="http://schemas.microsoft.com/office/powerpoint/2010/main" val="828604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4706C-896C-1E32-41C2-ABFB0E25B804}"/>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54A020B-BCBE-B823-C975-3613D2032E53}"/>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ED1EC68F-C229-5424-0291-24F26A6A8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305F071-833D-4362-8D1F-8FB2CB13685B}"/>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82DCB9CE-362C-D388-DC71-82847A2A8B7A}"/>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721739B4-D49A-9451-51F3-0CB5240760E0}"/>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9D55BA50-0F04-30B7-BD70-F735A4F3B819}"/>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FEF51157-3CFA-CFD9-FBB7-14BEDB76F9A3}"/>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31A2A7EB-5B89-626B-C9FC-77C9343DA59B}"/>
              </a:ext>
            </a:extLst>
          </p:cNvPr>
          <p:cNvSpPr txBox="1"/>
          <p:nvPr/>
        </p:nvSpPr>
        <p:spPr>
          <a:xfrm>
            <a:off x="4122291" y="3409208"/>
            <a:ext cx="5696262" cy="1815882"/>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Labor de venta: </a:t>
            </a:r>
            <a:r>
              <a:rPr lang="es-MX" sz="1600" dirty="0"/>
              <a:t>No resuelve la objeción presentada por el shopper, además de que no intenta realizar el cierre de venta.</a:t>
            </a:r>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alimento húmedo de dog chow y felix.</a:t>
            </a:r>
            <a:endParaRPr lang="es-MX" sz="1600" dirty="0"/>
          </a:p>
        </p:txBody>
      </p:sp>
      <p:sp>
        <p:nvSpPr>
          <p:cNvPr id="12" name="CuadroTexto 11">
            <a:extLst>
              <a:ext uri="{FF2B5EF4-FFF2-40B4-BE49-F238E27FC236}">
                <a16:creationId xmlns:a16="http://schemas.microsoft.com/office/drawing/2014/main" id="{B1D27DB1-DE2C-54DF-CBEC-4E47F007E661}"/>
              </a:ext>
            </a:extLst>
          </p:cNvPr>
          <p:cNvSpPr txBox="1"/>
          <p:nvPr/>
        </p:nvSpPr>
        <p:spPr>
          <a:xfrm>
            <a:off x="4122291" y="5435360"/>
            <a:ext cx="5696262" cy="1446550"/>
          </a:xfrm>
          <a:prstGeom prst="rect">
            <a:avLst/>
          </a:prstGeom>
          <a:noFill/>
        </p:spPr>
        <p:txBody>
          <a:bodyPr wrap="square">
            <a:spAutoFit/>
          </a:bodyPr>
          <a:lstStyle/>
          <a:p>
            <a:r>
              <a:rPr lang="es-CO" u="sng" dirty="0">
                <a:hlinkClick r:id="rId4"/>
              </a:rPr>
              <a:t>https://drive.google.com/file/d/1ujQcyFB6VxO7zUANow8wL5GeMkVI6o1B/view?usp=drive_link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7DE13901-D657-7664-E755-67B8BA88BA07}"/>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STO 428 MAZUREN -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6D9F9FF2-40C3-CABE-2A03-A49972342AE2}"/>
              </a:ext>
            </a:extLst>
          </p:cNvPr>
          <p:cNvGraphicFramePr/>
          <p:nvPr>
            <p:extLst>
              <p:ext uri="{D42A27DB-BD31-4B8C-83A1-F6EECF244321}">
                <p14:modId xmlns:p14="http://schemas.microsoft.com/office/powerpoint/2010/main" val="581259622"/>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F779D5D4-49E4-3C64-8A26-9CFAA317A2E7}"/>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85%</a:t>
            </a:r>
            <a:endParaRPr lang="es-CO" sz="2000" b="1" dirty="0">
              <a:solidFill>
                <a:schemeClr val="bg1"/>
              </a:solidFill>
              <a:latin typeface="Franklin Gothic Demi" panose="020B0703020102020204" pitchFamily="34" charset="0"/>
            </a:endParaRPr>
          </a:p>
        </p:txBody>
      </p:sp>
      <p:pic>
        <p:nvPicPr>
          <p:cNvPr id="11" name="Imagen 10">
            <a:extLst>
              <a:ext uri="{FF2B5EF4-FFF2-40B4-BE49-F238E27FC236}">
                <a16:creationId xmlns:a16="http://schemas.microsoft.com/office/drawing/2014/main" id="{B9EBD24B-C368-EEF1-75BB-D4F85B5F1295}"/>
              </a:ext>
            </a:extLst>
          </p:cNvPr>
          <p:cNvPicPr>
            <a:picLocks noChangeAspect="1"/>
          </p:cNvPicPr>
          <p:nvPr/>
        </p:nvPicPr>
        <p:blipFill>
          <a:blip r:embed="rId6"/>
          <a:stretch>
            <a:fillRect/>
          </a:stretch>
        </p:blipFill>
        <p:spPr>
          <a:xfrm>
            <a:off x="4122291" y="837073"/>
            <a:ext cx="5696262" cy="2361865"/>
          </a:xfrm>
          <a:prstGeom prst="rect">
            <a:avLst/>
          </a:prstGeom>
        </p:spPr>
      </p:pic>
      <p:sp>
        <p:nvSpPr>
          <p:cNvPr id="10" name="CuadroTexto 9">
            <a:extLst>
              <a:ext uri="{FF2B5EF4-FFF2-40B4-BE49-F238E27FC236}">
                <a16:creationId xmlns:a16="http://schemas.microsoft.com/office/drawing/2014/main" id="{F0703492-ADC2-DF00-8FCA-C58010CDC959}"/>
              </a:ext>
            </a:extLst>
          </p:cNvPr>
          <p:cNvSpPr txBox="1"/>
          <p:nvPr/>
        </p:nvSpPr>
        <p:spPr>
          <a:xfrm>
            <a:off x="10428264" y="6327707"/>
            <a:ext cx="1439058" cy="338554"/>
          </a:xfrm>
          <a:prstGeom prst="rect">
            <a:avLst/>
          </a:prstGeom>
          <a:noFill/>
          <a:ln>
            <a:solidFill>
              <a:schemeClr val="tx1"/>
            </a:solidFill>
          </a:ln>
        </p:spPr>
        <p:txBody>
          <a:bodyPr wrap="square" rtlCol="0">
            <a:spAutoFit/>
          </a:bodyPr>
          <a:lstStyle/>
          <a:p>
            <a:pPr algn="just"/>
            <a:r>
              <a:rPr lang="es-MX" sz="1600" b="1" dirty="0"/>
              <a:t>FUNCIONA</a:t>
            </a:r>
          </a:p>
        </p:txBody>
      </p:sp>
    </p:spTree>
    <p:extLst>
      <p:ext uri="{BB962C8B-B14F-4D97-AF65-F5344CB8AC3E}">
        <p14:creationId xmlns:p14="http://schemas.microsoft.com/office/powerpoint/2010/main" val="347162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F22B2-B527-2550-473F-EE5A1622B28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2C06FE69-26B1-7408-4351-399C8881F351}"/>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2EFF534-1A09-9EE0-229C-DCB99EEF3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38D41DD7-3A54-48F7-0141-3E234B4C5EE8}"/>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7B7B7B03-CC93-E3DB-107E-017C5FCACC75}"/>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7A454928-B200-8343-4EDC-CFD6BE687D81}"/>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1B213607-D1D1-7C79-B49F-7048980847BF}"/>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9E739490-9F50-219B-7772-D8761FE09C17}"/>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6263EAD3-8AA0-391E-EF8C-15D81382C05D}"/>
              </a:ext>
            </a:extLst>
          </p:cNvPr>
          <p:cNvSpPr txBox="1"/>
          <p:nvPr/>
        </p:nvSpPr>
        <p:spPr>
          <a:xfrm>
            <a:off x="4122291" y="3409208"/>
            <a:ext cx="5696262" cy="2308324"/>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Abordaje: </a:t>
            </a:r>
            <a:r>
              <a:rPr lang="es-MX" sz="1600" dirty="0"/>
              <a:t>No realiza abordaje proactivo en menos de un minuto, se encuentra entretenida con el celular.</a:t>
            </a:r>
            <a:endParaRPr lang="es-MX" sz="1600" b="1" dirty="0"/>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producto húmedo ni enfatiza en los packs por temas de precio.</a:t>
            </a:r>
            <a:endParaRPr lang="es-MX" sz="1600" dirty="0"/>
          </a:p>
          <a:p>
            <a:pPr marL="285750" indent="-285750" algn="just">
              <a:buFont typeface="Arial" panose="020B0604020202020204" pitchFamily="34" charset="0"/>
              <a:buChar char="•"/>
            </a:pPr>
            <a:r>
              <a:rPr lang="es-MX" sz="1600" b="1" dirty="0"/>
              <a:t>Uniforme: </a:t>
            </a:r>
            <a:r>
              <a:rPr lang="es-MX" sz="1600" dirty="0"/>
              <a:t>Cuenta con prendas que no cumplen con el código de vestimenta.</a:t>
            </a:r>
          </a:p>
          <a:p>
            <a:pPr marL="285750" indent="-285750" algn="just">
              <a:buFont typeface="Arial" panose="020B0604020202020204" pitchFamily="34" charset="0"/>
              <a:buChar char="•"/>
            </a:pPr>
            <a:r>
              <a:rPr lang="es-MX" sz="1600" b="1" dirty="0"/>
              <a:t>Labor de venta: </a:t>
            </a:r>
            <a:r>
              <a:rPr lang="es-MX" sz="1600" dirty="0"/>
              <a:t>No intenta realizar el cierre de venta.</a:t>
            </a:r>
          </a:p>
        </p:txBody>
      </p:sp>
      <p:sp>
        <p:nvSpPr>
          <p:cNvPr id="12" name="CuadroTexto 11">
            <a:extLst>
              <a:ext uri="{FF2B5EF4-FFF2-40B4-BE49-F238E27FC236}">
                <a16:creationId xmlns:a16="http://schemas.microsoft.com/office/drawing/2014/main" id="{7C7EFB8F-2C2A-6CB1-21A3-987B0F89DB4A}"/>
              </a:ext>
            </a:extLst>
          </p:cNvPr>
          <p:cNvSpPr txBox="1"/>
          <p:nvPr/>
        </p:nvSpPr>
        <p:spPr>
          <a:xfrm>
            <a:off x="4122291" y="5849956"/>
            <a:ext cx="5696262" cy="1446550"/>
          </a:xfrm>
          <a:prstGeom prst="rect">
            <a:avLst/>
          </a:prstGeom>
          <a:noFill/>
        </p:spPr>
        <p:txBody>
          <a:bodyPr wrap="square">
            <a:spAutoFit/>
          </a:bodyPr>
          <a:lstStyle/>
          <a:p>
            <a:r>
              <a:rPr lang="es-CO" u="sng" dirty="0">
                <a:hlinkClick r:id="rId4"/>
              </a:rPr>
              <a:t>https://drive.google.com/file/d/1lBeDcAMNK1RCU2s6EgCIjpjunHlYv_te/view?usp=drive_link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8862B855-8DB9-5424-471A-C049E587588C}"/>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CLÍNICA VETERINARIA ENVALLE S.A.S. -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080DD712-B8A1-0C85-1950-CCA029C203C2}"/>
              </a:ext>
            </a:extLst>
          </p:cNvPr>
          <p:cNvGraphicFramePr/>
          <p:nvPr>
            <p:extLst>
              <p:ext uri="{D42A27DB-BD31-4B8C-83A1-F6EECF244321}">
                <p14:modId xmlns:p14="http://schemas.microsoft.com/office/powerpoint/2010/main" val="2212989299"/>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804E7160-4379-F7E3-E01C-54CA57DCD441}"/>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68%</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B725D75F-6F59-35AB-C9E0-8CB129C4B951}"/>
              </a:ext>
            </a:extLst>
          </p:cNvPr>
          <p:cNvPicPr>
            <a:picLocks noChangeAspect="1"/>
          </p:cNvPicPr>
          <p:nvPr/>
        </p:nvPicPr>
        <p:blipFill>
          <a:blip r:embed="rId6"/>
          <a:stretch>
            <a:fillRect/>
          </a:stretch>
        </p:blipFill>
        <p:spPr>
          <a:xfrm>
            <a:off x="4122291" y="914919"/>
            <a:ext cx="5696263" cy="2361865"/>
          </a:xfrm>
          <a:prstGeom prst="rect">
            <a:avLst/>
          </a:prstGeom>
        </p:spPr>
      </p:pic>
      <p:sp>
        <p:nvSpPr>
          <p:cNvPr id="11" name="CuadroTexto 10">
            <a:extLst>
              <a:ext uri="{FF2B5EF4-FFF2-40B4-BE49-F238E27FC236}">
                <a16:creationId xmlns:a16="http://schemas.microsoft.com/office/drawing/2014/main" id="{A70064C9-27BC-3CAA-B9C4-6AA52C888D88}"/>
              </a:ext>
            </a:extLst>
          </p:cNvPr>
          <p:cNvSpPr txBox="1"/>
          <p:nvPr/>
        </p:nvSpPr>
        <p:spPr>
          <a:xfrm>
            <a:off x="10103586" y="4067813"/>
            <a:ext cx="1763736" cy="1815882"/>
          </a:xfrm>
          <a:prstGeom prst="rect">
            <a:avLst/>
          </a:prstGeom>
          <a:noFill/>
          <a:ln>
            <a:solidFill>
              <a:schemeClr val="tx1"/>
            </a:solidFill>
          </a:ln>
        </p:spPr>
        <p:txBody>
          <a:bodyPr wrap="square" rtlCol="0">
            <a:spAutoFit/>
          </a:bodyPr>
          <a:lstStyle/>
          <a:p>
            <a:pPr algn="just"/>
            <a:r>
              <a:rPr lang="es-MX" sz="1600" b="1" dirty="0"/>
              <a:t>FUNCIONA , PERO HAY OPORTUNIDAD EN LA CALIDAD DEL VIDEO, ESTÁ GRABADO AL REVÉS</a:t>
            </a:r>
          </a:p>
        </p:txBody>
      </p:sp>
    </p:spTree>
    <p:extLst>
      <p:ext uri="{BB962C8B-B14F-4D97-AF65-F5344CB8AC3E}">
        <p14:creationId xmlns:p14="http://schemas.microsoft.com/office/powerpoint/2010/main" val="3198687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9DB14-2A99-6F01-5D77-16FD35048D4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85C6BB0-38C9-5EF8-1B99-994A7BF480A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F56125A-2D4D-9979-A884-3FD380687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572D0494-1EBB-0D81-6D1A-578D06A844AB}"/>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C63E054E-BD13-2BE4-3A70-5897CC447C0C}"/>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99DD008A-8AC2-1775-C546-054B59219A9C}"/>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D1423141-8B15-37EF-44FE-215817B261DA}"/>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F4FD3A00-1A23-3F87-4214-306794BA86C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47185867-75C8-C52E-E74A-5CEE6C44AD08}"/>
              </a:ext>
            </a:extLst>
          </p:cNvPr>
          <p:cNvSpPr txBox="1"/>
          <p:nvPr/>
        </p:nvSpPr>
        <p:spPr>
          <a:xfrm>
            <a:off x="4122291" y="3409208"/>
            <a:ext cx="5696262"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dog chow o cat chow como primera opción (realiza ofrecimiento de purina one), ni alimento húmedo de dog chow y felix.</a:t>
            </a:r>
            <a:endParaRPr lang="es-MX" sz="1600" dirty="0"/>
          </a:p>
        </p:txBody>
      </p:sp>
      <p:sp>
        <p:nvSpPr>
          <p:cNvPr id="12" name="CuadroTexto 11">
            <a:extLst>
              <a:ext uri="{FF2B5EF4-FFF2-40B4-BE49-F238E27FC236}">
                <a16:creationId xmlns:a16="http://schemas.microsoft.com/office/drawing/2014/main" id="{BE312ABD-9149-9261-D921-54500770BC53}"/>
              </a:ext>
            </a:extLst>
          </p:cNvPr>
          <p:cNvSpPr txBox="1"/>
          <p:nvPr/>
        </p:nvSpPr>
        <p:spPr>
          <a:xfrm>
            <a:off x="4122291" y="4942917"/>
            <a:ext cx="5696262" cy="1446550"/>
          </a:xfrm>
          <a:prstGeom prst="rect">
            <a:avLst/>
          </a:prstGeom>
          <a:noFill/>
        </p:spPr>
        <p:txBody>
          <a:bodyPr wrap="square">
            <a:spAutoFit/>
          </a:bodyPr>
          <a:lstStyle/>
          <a:p>
            <a:r>
              <a:rPr lang="es-CO" u="sng" dirty="0">
                <a:hlinkClick r:id="rId4"/>
              </a:rPr>
              <a:t>https://drive.google.com/file/d/1q8lrEhfNqjUaef_YGEM5seSDtI3bVPXR/view?usp=drive_link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5FA0C82A-0F7D-C4E5-19AF-8540CA3204D5}"/>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HOMECENTER CALLE 80 -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2AA13446-2946-2B1A-3F3A-B26F4CC3316B}"/>
              </a:ext>
            </a:extLst>
          </p:cNvPr>
          <p:cNvGraphicFramePr/>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F88DEE96-7ADD-FF3D-20D5-13C94738D457}"/>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85%</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965263C2-D46C-8B5A-DF9E-DDAF43435CBE}"/>
              </a:ext>
            </a:extLst>
          </p:cNvPr>
          <p:cNvPicPr>
            <a:picLocks noChangeAspect="1"/>
          </p:cNvPicPr>
          <p:nvPr/>
        </p:nvPicPr>
        <p:blipFill>
          <a:blip r:embed="rId6"/>
          <a:stretch>
            <a:fillRect/>
          </a:stretch>
        </p:blipFill>
        <p:spPr>
          <a:xfrm>
            <a:off x="4122291" y="837073"/>
            <a:ext cx="5696262" cy="2361865"/>
          </a:xfrm>
          <a:prstGeom prst="rect">
            <a:avLst/>
          </a:prstGeom>
        </p:spPr>
      </p:pic>
      <p:sp>
        <p:nvSpPr>
          <p:cNvPr id="11" name="CuadroTexto 10">
            <a:extLst>
              <a:ext uri="{FF2B5EF4-FFF2-40B4-BE49-F238E27FC236}">
                <a16:creationId xmlns:a16="http://schemas.microsoft.com/office/drawing/2014/main" id="{B649621C-2011-89DF-7659-67C6DFA849B5}"/>
              </a:ext>
            </a:extLst>
          </p:cNvPr>
          <p:cNvSpPr txBox="1"/>
          <p:nvPr/>
        </p:nvSpPr>
        <p:spPr>
          <a:xfrm>
            <a:off x="10103586" y="4067813"/>
            <a:ext cx="1763736" cy="2062103"/>
          </a:xfrm>
          <a:prstGeom prst="rect">
            <a:avLst/>
          </a:prstGeom>
          <a:noFill/>
          <a:ln>
            <a:solidFill>
              <a:schemeClr val="tx1"/>
            </a:solidFill>
          </a:ln>
        </p:spPr>
        <p:txBody>
          <a:bodyPr wrap="square" rtlCol="0">
            <a:spAutoFit/>
          </a:bodyPr>
          <a:lstStyle/>
          <a:p>
            <a:pPr algn="just"/>
            <a:r>
              <a:rPr lang="es-MX" sz="1600" b="1" dirty="0"/>
              <a:t>NO FUNCIONA , ESTÁ GRABADO AL REVÉS Y NO SE EVIDENCIA EL UNIFORME NI LA PRESENTACION DEL CLIENTE, LINEAL Y DEMÁS</a:t>
            </a:r>
          </a:p>
        </p:txBody>
      </p:sp>
    </p:spTree>
    <p:extLst>
      <p:ext uri="{BB962C8B-B14F-4D97-AF65-F5344CB8AC3E}">
        <p14:creationId xmlns:p14="http://schemas.microsoft.com/office/powerpoint/2010/main" val="216708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DE458-8563-8717-0214-50E11CC9A5D9}"/>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80137C5-22DC-765B-4646-200648EC896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165981A-8698-875A-9B79-4E160EC9D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3AC8AE21-AB4A-8AC7-758F-D15CBB043BC7}"/>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C4809DAE-538F-5895-F5E3-A20D29218469}"/>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63B7463E-995D-66BA-DD8E-1265C06D2D41}"/>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2EA6AF38-328C-4E1C-DA22-B1D1A0B2471E}"/>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6AA63F73-D164-1482-B213-17210E3D468D}"/>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F0BD8DF5-7D11-DE5A-6D90-2B84CD1B0E96}"/>
              </a:ext>
            </a:extLst>
          </p:cNvPr>
          <p:cNvSpPr txBox="1"/>
          <p:nvPr/>
        </p:nvSpPr>
        <p:spPr>
          <a:xfrm>
            <a:off x="4122291" y="3409208"/>
            <a:ext cx="5696262" cy="1815882"/>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Uniforme: </a:t>
            </a:r>
            <a:r>
              <a:rPr lang="es-MX" sz="1600" dirty="0"/>
              <a:t>Se evidencia el uso de prendas que no cumplen con el código de vestimenta.</a:t>
            </a:r>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dog chow o cat chow como primera opción (realiza ofrecimiento de purina one).</a:t>
            </a:r>
            <a:endParaRPr lang="es-MX" sz="1600" dirty="0"/>
          </a:p>
        </p:txBody>
      </p:sp>
      <p:sp>
        <p:nvSpPr>
          <p:cNvPr id="12" name="CuadroTexto 11">
            <a:extLst>
              <a:ext uri="{FF2B5EF4-FFF2-40B4-BE49-F238E27FC236}">
                <a16:creationId xmlns:a16="http://schemas.microsoft.com/office/drawing/2014/main" id="{36C284DE-F043-C79F-7596-5D00073F5DE9}"/>
              </a:ext>
            </a:extLst>
          </p:cNvPr>
          <p:cNvSpPr txBox="1"/>
          <p:nvPr/>
        </p:nvSpPr>
        <p:spPr>
          <a:xfrm>
            <a:off x="4122291" y="5426618"/>
            <a:ext cx="5696262" cy="1446550"/>
          </a:xfrm>
          <a:prstGeom prst="rect">
            <a:avLst/>
          </a:prstGeom>
          <a:noFill/>
        </p:spPr>
        <p:txBody>
          <a:bodyPr wrap="square">
            <a:spAutoFit/>
          </a:bodyPr>
          <a:lstStyle/>
          <a:p>
            <a:r>
              <a:rPr lang="es-CO" u="sng" dirty="0">
                <a:hlinkClick r:id="rId4"/>
              </a:rPr>
              <a:t>https://drive.google.com/file/d/1oRhMEnBBeI8gYtZKRUoADsb_-q_-dJvv/view?usp=drive_link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6C2EEED9-A0F0-0910-962C-913D132E01D9}"/>
              </a:ext>
            </a:extLst>
          </p:cNvPr>
          <p:cNvSpPr txBox="1"/>
          <p:nvPr/>
        </p:nvSpPr>
        <p:spPr>
          <a:xfrm>
            <a:off x="2860851" y="165181"/>
            <a:ext cx="7492517" cy="923330"/>
          </a:xfrm>
          <a:prstGeom prst="rect">
            <a:avLst/>
          </a:prstGeom>
          <a:noFill/>
        </p:spPr>
        <p:txBody>
          <a:bodyPr wrap="square" rtlCol="0">
            <a:spAutoFit/>
          </a:bodyPr>
          <a:lstStyle/>
          <a:p>
            <a:r>
              <a:rPr lang="es-CO" b="1" dirty="0">
                <a:solidFill>
                  <a:srgbClr val="000000"/>
                </a:solidFill>
                <a:latin typeface="Aptos Narrow" panose="020B0004020202020204" pitchFamily="34" charset="0"/>
              </a:rPr>
              <a:t>OLIMPICA 405 PLAZA DE LAS AMERICAS  </a:t>
            </a:r>
            <a:r>
              <a:rPr lang="es-MX" b="1" dirty="0">
                <a:solidFill>
                  <a:srgbClr val="000000"/>
                </a:solidFill>
                <a:latin typeface="Aptos Narrow" panose="020B0004020202020204" pitchFamily="34" charset="0"/>
              </a:rPr>
              <a:t>-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1674A80C-3A3B-825E-5569-2720CB1E27E5}"/>
              </a:ext>
            </a:extLst>
          </p:cNvPr>
          <p:cNvGraphicFramePr/>
          <p:nvPr>
            <p:extLst>
              <p:ext uri="{D42A27DB-BD31-4B8C-83A1-F6EECF244321}">
                <p14:modId xmlns:p14="http://schemas.microsoft.com/office/powerpoint/2010/main" val="2251971285"/>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C8847A8F-A68C-B8A7-85CE-6FF0D2762541}"/>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91%</a:t>
            </a:r>
            <a:endParaRPr lang="es-CO" sz="2000" b="1" dirty="0">
              <a:solidFill>
                <a:schemeClr val="bg1"/>
              </a:solidFill>
              <a:latin typeface="Franklin Gothic Demi" panose="020B0703020102020204" pitchFamily="34" charset="0"/>
            </a:endParaRPr>
          </a:p>
        </p:txBody>
      </p:sp>
      <p:pic>
        <p:nvPicPr>
          <p:cNvPr id="11" name="Imagen 10">
            <a:extLst>
              <a:ext uri="{FF2B5EF4-FFF2-40B4-BE49-F238E27FC236}">
                <a16:creationId xmlns:a16="http://schemas.microsoft.com/office/drawing/2014/main" id="{2C75C0D5-B959-E30E-2C37-AD17DE72742F}"/>
              </a:ext>
            </a:extLst>
          </p:cNvPr>
          <p:cNvPicPr>
            <a:picLocks noChangeAspect="1"/>
          </p:cNvPicPr>
          <p:nvPr/>
        </p:nvPicPr>
        <p:blipFill>
          <a:blip r:embed="rId6"/>
          <a:stretch>
            <a:fillRect/>
          </a:stretch>
        </p:blipFill>
        <p:spPr>
          <a:xfrm>
            <a:off x="4122291" y="845815"/>
            <a:ext cx="5696262" cy="2361865"/>
          </a:xfrm>
          <a:prstGeom prst="rect">
            <a:avLst/>
          </a:prstGeom>
        </p:spPr>
      </p:pic>
      <p:sp>
        <p:nvSpPr>
          <p:cNvPr id="10" name="CuadroTexto 9">
            <a:extLst>
              <a:ext uri="{FF2B5EF4-FFF2-40B4-BE49-F238E27FC236}">
                <a16:creationId xmlns:a16="http://schemas.microsoft.com/office/drawing/2014/main" id="{C2B0C315-A61B-244A-1F01-7DC0EFEA0C31}"/>
              </a:ext>
            </a:extLst>
          </p:cNvPr>
          <p:cNvSpPr txBox="1"/>
          <p:nvPr/>
        </p:nvSpPr>
        <p:spPr>
          <a:xfrm>
            <a:off x="10428264" y="6327707"/>
            <a:ext cx="1439058" cy="338554"/>
          </a:xfrm>
          <a:prstGeom prst="rect">
            <a:avLst/>
          </a:prstGeom>
          <a:noFill/>
          <a:ln>
            <a:solidFill>
              <a:schemeClr val="tx1"/>
            </a:solidFill>
          </a:ln>
        </p:spPr>
        <p:txBody>
          <a:bodyPr wrap="square" rtlCol="0">
            <a:spAutoFit/>
          </a:bodyPr>
          <a:lstStyle/>
          <a:p>
            <a:pPr algn="just"/>
            <a:r>
              <a:rPr lang="es-MX" sz="1600" b="1" dirty="0"/>
              <a:t>FUNCIONA</a:t>
            </a:r>
          </a:p>
        </p:txBody>
      </p:sp>
    </p:spTree>
    <p:extLst>
      <p:ext uri="{BB962C8B-B14F-4D97-AF65-F5344CB8AC3E}">
        <p14:creationId xmlns:p14="http://schemas.microsoft.com/office/powerpoint/2010/main" val="41700092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F36F6-8964-2AD4-61B3-BFB545EE732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03B28FE-51C5-0864-77B0-B0627E8EED27}"/>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D042E29B-818F-D970-EDBB-5D27A38460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7363DA69-FD79-4677-95EE-246BA69A69E4}"/>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9294E602-CCC1-5AEB-2FD0-4B6BB2D5E451}"/>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928A11C5-BFCD-CCE7-C09C-5A7C95208946}"/>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30A563E3-9734-79FD-4F73-FB34E325C091}"/>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1791C57B-F35F-572F-036E-26AB40CE3BB0}"/>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315407E2-3414-47A0-E5BC-121BF2A385BB}"/>
              </a:ext>
            </a:extLst>
          </p:cNvPr>
          <p:cNvSpPr txBox="1"/>
          <p:nvPr/>
        </p:nvSpPr>
        <p:spPr>
          <a:xfrm>
            <a:off x="4122291" y="3409208"/>
            <a:ext cx="5696262" cy="2308324"/>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Uniforme: </a:t>
            </a:r>
            <a:r>
              <a:rPr lang="es-MX" sz="1600" dirty="0"/>
              <a:t>Se evidencia el uso de uñas llamativas que no cumplen con el código de vestimenta.</a:t>
            </a:r>
            <a:endParaRPr lang="es-MX" sz="1600" b="1" dirty="0"/>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producto húmedo ni enfatiza en los packs por temas de precio.</a:t>
            </a:r>
          </a:p>
          <a:p>
            <a:pPr marL="285750" indent="-285750" algn="just">
              <a:buFont typeface="Arial" panose="020B0604020202020204" pitchFamily="34" charset="0"/>
              <a:buChar char="•"/>
            </a:pPr>
            <a:r>
              <a:rPr lang="es-MX" sz="1600" b="1" dirty="0"/>
              <a:t>Labor de venta: </a:t>
            </a:r>
            <a:r>
              <a:rPr lang="es-MX" sz="1600" dirty="0"/>
              <a:t>No intenta realizar el cierre de venta.</a:t>
            </a:r>
          </a:p>
          <a:p>
            <a:pPr marL="285750" indent="-285750" algn="just">
              <a:buFont typeface="Arial" panose="020B0604020202020204" pitchFamily="34" charset="0"/>
              <a:buChar char="•"/>
            </a:pPr>
            <a:r>
              <a:rPr lang="es-MX" sz="1600" b="1" dirty="0"/>
              <a:t>Abordaje: </a:t>
            </a:r>
            <a:r>
              <a:rPr lang="es-MX" sz="1600" dirty="0"/>
              <a:t>No realiza abordaje proactivo en menos de un minuto.</a:t>
            </a:r>
          </a:p>
        </p:txBody>
      </p:sp>
      <p:sp>
        <p:nvSpPr>
          <p:cNvPr id="12" name="CuadroTexto 11">
            <a:extLst>
              <a:ext uri="{FF2B5EF4-FFF2-40B4-BE49-F238E27FC236}">
                <a16:creationId xmlns:a16="http://schemas.microsoft.com/office/drawing/2014/main" id="{77D61BF5-2F75-B854-A556-E88E1C72EA7A}"/>
              </a:ext>
            </a:extLst>
          </p:cNvPr>
          <p:cNvSpPr txBox="1"/>
          <p:nvPr/>
        </p:nvSpPr>
        <p:spPr>
          <a:xfrm>
            <a:off x="4122291" y="5849956"/>
            <a:ext cx="5696262" cy="1446550"/>
          </a:xfrm>
          <a:prstGeom prst="rect">
            <a:avLst/>
          </a:prstGeom>
          <a:noFill/>
        </p:spPr>
        <p:txBody>
          <a:bodyPr wrap="square">
            <a:spAutoFit/>
          </a:bodyPr>
          <a:lstStyle/>
          <a:p>
            <a:r>
              <a:rPr lang="es-CO" u="sng" dirty="0">
                <a:hlinkClick r:id="rId4"/>
              </a:rPr>
              <a:t>https://drive.google.com/file/d/12lOHEumJPcCGRy-UqE9irlJAwB-w8tbk/view?usp=drive_link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207322D6-3FB0-74C6-A89A-8BCF47EC9D6C}"/>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DEGANADO NORTE - 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C8A37023-8678-59D1-C1FA-70FE1921653C}"/>
              </a:ext>
            </a:extLst>
          </p:cNvPr>
          <p:cNvGraphicFramePr/>
          <p:nvPr>
            <p:extLst>
              <p:ext uri="{D42A27DB-BD31-4B8C-83A1-F6EECF244321}">
                <p14:modId xmlns:p14="http://schemas.microsoft.com/office/powerpoint/2010/main" val="738859490"/>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063DC8DC-6233-F8D7-E341-A932177A8D8F}"/>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70%</a:t>
            </a:r>
            <a:endParaRPr lang="es-CO" sz="2000" b="1" dirty="0">
              <a:solidFill>
                <a:schemeClr val="bg1"/>
              </a:solidFill>
              <a:latin typeface="Franklin Gothic Demi" panose="020B0703020102020204" pitchFamily="34" charset="0"/>
            </a:endParaRPr>
          </a:p>
        </p:txBody>
      </p:sp>
      <p:pic>
        <p:nvPicPr>
          <p:cNvPr id="11" name="Imagen 10">
            <a:extLst>
              <a:ext uri="{FF2B5EF4-FFF2-40B4-BE49-F238E27FC236}">
                <a16:creationId xmlns:a16="http://schemas.microsoft.com/office/drawing/2014/main" id="{866D0F74-FBB7-2559-B311-1A133ADC524F}"/>
              </a:ext>
            </a:extLst>
          </p:cNvPr>
          <p:cNvPicPr>
            <a:picLocks noChangeAspect="1"/>
          </p:cNvPicPr>
          <p:nvPr/>
        </p:nvPicPr>
        <p:blipFill>
          <a:blip r:embed="rId6"/>
          <a:stretch>
            <a:fillRect/>
          </a:stretch>
        </p:blipFill>
        <p:spPr>
          <a:xfrm>
            <a:off x="4122291" y="923661"/>
            <a:ext cx="5675178" cy="2353123"/>
          </a:xfrm>
          <a:prstGeom prst="rect">
            <a:avLst/>
          </a:prstGeom>
        </p:spPr>
      </p:pic>
      <p:sp>
        <p:nvSpPr>
          <p:cNvPr id="10" name="CuadroTexto 9">
            <a:extLst>
              <a:ext uri="{FF2B5EF4-FFF2-40B4-BE49-F238E27FC236}">
                <a16:creationId xmlns:a16="http://schemas.microsoft.com/office/drawing/2014/main" id="{A3FA1B16-0A21-1E31-0024-CE52AA80BF81}"/>
              </a:ext>
            </a:extLst>
          </p:cNvPr>
          <p:cNvSpPr txBox="1"/>
          <p:nvPr/>
        </p:nvSpPr>
        <p:spPr>
          <a:xfrm>
            <a:off x="9393905" y="5976578"/>
            <a:ext cx="2676526" cy="830997"/>
          </a:xfrm>
          <a:prstGeom prst="rect">
            <a:avLst/>
          </a:prstGeom>
          <a:noFill/>
          <a:ln>
            <a:solidFill>
              <a:schemeClr val="tx1"/>
            </a:solidFill>
          </a:ln>
        </p:spPr>
        <p:txBody>
          <a:bodyPr wrap="square" rtlCol="0">
            <a:spAutoFit/>
          </a:bodyPr>
          <a:lstStyle/>
          <a:p>
            <a:pPr algn="just"/>
            <a:r>
              <a:rPr lang="es-MX" sz="1600" b="1" dirty="0"/>
              <a:t>MAL EJECUTADO EN CAMPO, EL VIDEO NO ESTÁ EN EL DRIVE</a:t>
            </a:r>
          </a:p>
        </p:txBody>
      </p:sp>
    </p:spTree>
    <p:extLst>
      <p:ext uri="{BB962C8B-B14F-4D97-AF65-F5344CB8AC3E}">
        <p14:creationId xmlns:p14="http://schemas.microsoft.com/office/powerpoint/2010/main" val="1298758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3DE78-E841-836C-F348-7F3EB987351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29FA5D32-35BC-54C7-DBB2-502B3AE9F2DE}"/>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86A6F9B-B2C3-BA90-5E9A-23BDBE93C7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671B1FC-2C15-599A-5D88-B12A2DA44111}"/>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F6EEB2BA-D08C-EDAF-3022-4A352D40917A}"/>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1C576213-D8BB-99DD-EFE4-7275BB4C86F2}"/>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209822EE-3E93-A807-240F-1CF87E27B2BF}"/>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DDFC2472-0999-095E-09B2-8229341D5B5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02A8EC0E-EDEA-90B6-484A-7EC8600ECCE3}"/>
              </a:ext>
            </a:extLst>
          </p:cNvPr>
          <p:cNvSpPr txBox="1"/>
          <p:nvPr/>
        </p:nvSpPr>
        <p:spPr>
          <a:xfrm>
            <a:off x="4122291" y="3409208"/>
            <a:ext cx="5696262" cy="1815882"/>
          </a:xfrm>
          <a:prstGeom prst="rect">
            <a:avLst/>
          </a:prstGeom>
          <a:noFill/>
          <a:ln>
            <a:solidFill>
              <a:schemeClr val="tx1"/>
            </a:solidFill>
          </a:ln>
        </p:spPr>
        <p:txBody>
          <a:bodyPr wrap="square" rtlCol="0">
            <a:spAutoFit/>
          </a:bodyPr>
          <a:lstStyle/>
          <a:p>
            <a:pPr algn="just"/>
            <a:r>
              <a:rPr lang="es-MX" sz="1600" b="1" dirty="0"/>
              <a:t>Detalle de novedades: </a:t>
            </a:r>
          </a:p>
          <a:p>
            <a:pPr marL="285750" indent="-285750" algn="just">
              <a:buFont typeface="Arial" panose="020B0604020202020204" pitchFamily="34" charset="0"/>
              <a:buChar char="•"/>
            </a:pPr>
            <a:endParaRPr lang="es-MX" sz="1600" b="1" dirty="0"/>
          </a:p>
          <a:p>
            <a:pPr marL="285750" indent="-285750" algn="just">
              <a:buFont typeface="Arial" panose="020B0604020202020204" pitchFamily="34" charset="0"/>
              <a:buChar char="•"/>
            </a:pPr>
            <a:r>
              <a:rPr lang="es-MX" sz="1600" b="1" dirty="0"/>
              <a:t>Portafolio y manejo de objeciones: </a:t>
            </a:r>
            <a:r>
              <a:rPr lang="es-MX" sz="1600" dirty="0"/>
              <a:t>No </a:t>
            </a:r>
            <a:r>
              <a:rPr lang="es-CO" sz="1600" dirty="0"/>
              <a:t>ofrece producto húmedo ni enfatiza en los packs por temas de precio.</a:t>
            </a:r>
          </a:p>
          <a:p>
            <a:pPr marL="285750" indent="-285750" algn="just">
              <a:buFont typeface="Arial" panose="020B0604020202020204" pitchFamily="34" charset="0"/>
              <a:buChar char="•"/>
            </a:pPr>
            <a:r>
              <a:rPr lang="es-MX" sz="1600" b="1" dirty="0"/>
              <a:t>Labor de venta: </a:t>
            </a:r>
            <a:r>
              <a:rPr lang="es-MX" sz="1600" dirty="0"/>
              <a:t>No intenta realizar el cierre de venta.</a:t>
            </a:r>
          </a:p>
          <a:p>
            <a:pPr marL="285750" indent="-285750" algn="just">
              <a:buFont typeface="Arial" panose="020B0604020202020204" pitchFamily="34" charset="0"/>
              <a:buChar char="•"/>
            </a:pPr>
            <a:r>
              <a:rPr lang="es-MX" sz="1600" b="1" dirty="0"/>
              <a:t>Abordaje: </a:t>
            </a:r>
            <a:r>
              <a:rPr lang="es-MX" sz="1600" dirty="0"/>
              <a:t>No realiza abordaje proactivo en menos de un minuto.</a:t>
            </a:r>
          </a:p>
        </p:txBody>
      </p:sp>
      <p:sp>
        <p:nvSpPr>
          <p:cNvPr id="12" name="CuadroTexto 11">
            <a:extLst>
              <a:ext uri="{FF2B5EF4-FFF2-40B4-BE49-F238E27FC236}">
                <a16:creationId xmlns:a16="http://schemas.microsoft.com/office/drawing/2014/main" id="{7A9276AC-2A14-884D-60CA-A3B987D340D4}"/>
              </a:ext>
            </a:extLst>
          </p:cNvPr>
          <p:cNvSpPr txBox="1"/>
          <p:nvPr/>
        </p:nvSpPr>
        <p:spPr>
          <a:xfrm>
            <a:off x="4122291" y="5359617"/>
            <a:ext cx="5696262" cy="1446550"/>
          </a:xfrm>
          <a:prstGeom prst="rect">
            <a:avLst/>
          </a:prstGeom>
          <a:noFill/>
        </p:spPr>
        <p:txBody>
          <a:bodyPr wrap="square">
            <a:spAutoFit/>
          </a:bodyPr>
          <a:lstStyle/>
          <a:p>
            <a:r>
              <a:rPr lang="es-CO" u="sng" dirty="0">
                <a:hlinkClick r:id="rId4"/>
              </a:rPr>
              <a:t>https://drive.google.com/file/d/1SnNABuTXs4qMzLkLhoIgTW-6vhA3SnyB/view?usp=drive_link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1EA43104-168F-351F-3270-5E965B2E122E}"/>
              </a:ext>
            </a:extLst>
          </p:cNvPr>
          <p:cNvSpPr txBox="1"/>
          <p:nvPr/>
        </p:nvSpPr>
        <p:spPr>
          <a:xfrm>
            <a:off x="2860851" y="165181"/>
            <a:ext cx="7492517" cy="923330"/>
          </a:xfrm>
          <a:prstGeom prst="rect">
            <a:avLst/>
          </a:prstGeom>
          <a:noFill/>
        </p:spPr>
        <p:txBody>
          <a:bodyPr wrap="square" rtlCol="0">
            <a:spAutoFit/>
          </a:bodyPr>
          <a:lstStyle/>
          <a:p>
            <a:r>
              <a:rPr lang="es-CO" b="1" dirty="0">
                <a:solidFill>
                  <a:srgbClr val="000000"/>
                </a:solidFill>
                <a:latin typeface="Aptos Narrow" panose="020B0004020202020204" pitchFamily="34" charset="0"/>
              </a:rPr>
              <a:t>AGRO LA HACIENDA SAS SUR </a:t>
            </a:r>
            <a:r>
              <a:rPr lang="es-MX" b="1" dirty="0">
                <a:solidFill>
                  <a:srgbClr val="000000"/>
                </a:solidFill>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F93787BD-7C97-4CBF-2816-C29311481F97}"/>
              </a:ext>
            </a:extLst>
          </p:cNvPr>
          <p:cNvGraphicFramePr/>
          <p:nvPr>
            <p:extLst>
              <p:ext uri="{D42A27DB-BD31-4B8C-83A1-F6EECF244321}">
                <p14:modId xmlns:p14="http://schemas.microsoft.com/office/powerpoint/2010/main" val="457085581"/>
              </p:ext>
            </p:extLst>
          </p:nvPr>
        </p:nvGraphicFramePr>
        <p:xfrm>
          <a:off x="376199"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613D89CB-F001-9C62-37EF-3F137CB3F9F3}"/>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71%</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38B4DD47-DC30-8F05-680D-790EC3A2235C}"/>
              </a:ext>
            </a:extLst>
          </p:cNvPr>
          <p:cNvPicPr>
            <a:picLocks noChangeAspect="1"/>
          </p:cNvPicPr>
          <p:nvPr/>
        </p:nvPicPr>
        <p:blipFill>
          <a:blip r:embed="rId6"/>
          <a:stretch>
            <a:fillRect/>
          </a:stretch>
        </p:blipFill>
        <p:spPr>
          <a:xfrm>
            <a:off x="4122291" y="914920"/>
            <a:ext cx="5696262" cy="2361864"/>
          </a:xfrm>
          <a:prstGeom prst="rect">
            <a:avLst/>
          </a:prstGeom>
        </p:spPr>
      </p:pic>
      <p:sp>
        <p:nvSpPr>
          <p:cNvPr id="11" name="CuadroTexto 10">
            <a:extLst>
              <a:ext uri="{FF2B5EF4-FFF2-40B4-BE49-F238E27FC236}">
                <a16:creationId xmlns:a16="http://schemas.microsoft.com/office/drawing/2014/main" id="{00DA7239-DB5C-5D77-9795-6C25BAFDB335}"/>
              </a:ext>
            </a:extLst>
          </p:cNvPr>
          <p:cNvSpPr txBox="1"/>
          <p:nvPr/>
        </p:nvSpPr>
        <p:spPr>
          <a:xfrm>
            <a:off x="9393905" y="5976578"/>
            <a:ext cx="2676526" cy="830997"/>
          </a:xfrm>
          <a:prstGeom prst="rect">
            <a:avLst/>
          </a:prstGeom>
          <a:noFill/>
          <a:ln>
            <a:solidFill>
              <a:schemeClr val="tx1"/>
            </a:solidFill>
          </a:ln>
        </p:spPr>
        <p:txBody>
          <a:bodyPr wrap="square" rtlCol="0">
            <a:spAutoFit/>
          </a:bodyPr>
          <a:lstStyle/>
          <a:p>
            <a:pPr algn="just"/>
            <a:r>
              <a:rPr lang="es-MX" sz="1600" b="1" dirty="0"/>
              <a:t>MAL EJECUTADO EN CAMPO, EL VIDEO NO ESTÁ EN EL DRIVE</a:t>
            </a:r>
          </a:p>
        </p:txBody>
      </p:sp>
    </p:spTree>
    <p:extLst>
      <p:ext uri="{BB962C8B-B14F-4D97-AF65-F5344CB8AC3E}">
        <p14:creationId xmlns:p14="http://schemas.microsoft.com/office/powerpoint/2010/main" val="18454245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F8651-A498-3EB2-B678-4A7A18BD51E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C57B4D3-7FA2-F741-315A-382B8CA1784A}"/>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F8ADBA9-B51C-858A-F9C9-7B81A7AAF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161AE499-B51A-BAB1-789D-0F64F7A1083D}"/>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F3CF33EA-7E1F-7002-CBCB-C2454F48DF5B}"/>
              </a:ext>
            </a:extLst>
          </p:cNvPr>
          <p:cNvSpPr txBox="1"/>
          <p:nvPr/>
        </p:nvSpPr>
        <p:spPr>
          <a:xfrm>
            <a:off x="83961" y="4081774"/>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2CED154A-7DB8-4D82-432B-8CE8B6F240F7}"/>
              </a:ext>
            </a:extLst>
          </p:cNvPr>
          <p:cNvPicPr>
            <a:picLocks noChangeAspect="1"/>
          </p:cNvPicPr>
          <p:nvPr/>
        </p:nvPicPr>
        <p:blipFill>
          <a:blip r:embed="rId3">
            <a:biLevel thresh="75000"/>
          </a:blip>
          <a:stretch>
            <a:fillRect/>
          </a:stretch>
        </p:blipFill>
        <p:spPr>
          <a:xfrm>
            <a:off x="271786" y="2173383"/>
            <a:ext cx="463336" cy="463336"/>
          </a:xfrm>
          <a:prstGeom prst="rect">
            <a:avLst/>
          </a:prstGeom>
        </p:spPr>
      </p:pic>
      <p:sp>
        <p:nvSpPr>
          <p:cNvPr id="3" name="CuadroTexto 2">
            <a:extLst>
              <a:ext uri="{FF2B5EF4-FFF2-40B4-BE49-F238E27FC236}">
                <a16:creationId xmlns:a16="http://schemas.microsoft.com/office/drawing/2014/main" id="{271FE247-D1FE-4D73-C83B-BBAE78E933DD}"/>
              </a:ext>
            </a:extLst>
          </p:cNvPr>
          <p:cNvSpPr txBox="1"/>
          <p:nvPr/>
        </p:nvSpPr>
        <p:spPr>
          <a:xfrm>
            <a:off x="759939" y="215425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7" name="Rectángulo: esquinas redondeadas 6">
            <a:extLst>
              <a:ext uri="{FF2B5EF4-FFF2-40B4-BE49-F238E27FC236}">
                <a16:creationId xmlns:a16="http://schemas.microsoft.com/office/drawing/2014/main" id="{30D5E45A-605B-3A75-7671-B87B09D4579D}"/>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3CCFB2B9-6E76-0DBD-7A7F-5AD879EE6145}"/>
              </a:ext>
            </a:extLst>
          </p:cNvPr>
          <p:cNvSpPr txBox="1"/>
          <p:nvPr/>
        </p:nvSpPr>
        <p:spPr>
          <a:xfrm>
            <a:off x="4122291" y="3409208"/>
            <a:ext cx="5696262"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Labor de venta: </a:t>
            </a:r>
            <a:r>
              <a:rPr lang="es-MX" sz="1600" dirty="0"/>
              <a:t>El área de demostración no se encuentra limpia, no resuelve la objeción propuesta por el shopper, además de que no intenta realizar el cierre de venta.</a:t>
            </a:r>
          </a:p>
        </p:txBody>
      </p:sp>
      <p:sp>
        <p:nvSpPr>
          <p:cNvPr id="12" name="CuadroTexto 11">
            <a:extLst>
              <a:ext uri="{FF2B5EF4-FFF2-40B4-BE49-F238E27FC236}">
                <a16:creationId xmlns:a16="http://schemas.microsoft.com/office/drawing/2014/main" id="{F4792EFA-E5AC-3050-4EA5-BE9CB8215FA8}"/>
              </a:ext>
            </a:extLst>
          </p:cNvPr>
          <p:cNvSpPr txBox="1"/>
          <p:nvPr/>
        </p:nvSpPr>
        <p:spPr>
          <a:xfrm>
            <a:off x="4122291" y="4884291"/>
            <a:ext cx="5696262" cy="1446550"/>
          </a:xfrm>
          <a:prstGeom prst="rect">
            <a:avLst/>
          </a:prstGeom>
          <a:noFill/>
        </p:spPr>
        <p:txBody>
          <a:bodyPr wrap="square">
            <a:spAutoFit/>
          </a:bodyPr>
          <a:lstStyle/>
          <a:p>
            <a:r>
              <a:rPr lang="es-CO" u="sng" dirty="0">
                <a:hlinkClick r:id="rId4"/>
              </a:rPr>
              <a:t>https://drive.google.com/file/d/1pLssSWXVQtrruPe8GjFTQmglREqXGASJ/view?usp=drive_link</a:t>
            </a:r>
            <a:endParaRPr lang="es-CO" u="sng" dirty="0"/>
          </a:p>
          <a:p>
            <a:endParaRPr lang="es-CO" sz="1600" u="sng" dirty="0"/>
          </a:p>
          <a:p>
            <a:endParaRPr lang="es-CO" dirty="0"/>
          </a:p>
          <a:p>
            <a:endParaRPr lang="es-CO" dirty="0"/>
          </a:p>
        </p:txBody>
      </p:sp>
      <p:sp>
        <p:nvSpPr>
          <p:cNvPr id="5" name="CuadroTexto 4">
            <a:extLst>
              <a:ext uri="{FF2B5EF4-FFF2-40B4-BE49-F238E27FC236}">
                <a16:creationId xmlns:a16="http://schemas.microsoft.com/office/drawing/2014/main" id="{46CBD92E-A949-0242-F7FD-C511C3A57149}"/>
              </a:ext>
            </a:extLst>
          </p:cNvPr>
          <p:cNvSpPr txBox="1"/>
          <p:nvPr/>
        </p:nvSpPr>
        <p:spPr>
          <a:xfrm>
            <a:off x="2860851" y="165181"/>
            <a:ext cx="7492517" cy="923330"/>
          </a:xfrm>
          <a:prstGeom prst="rect">
            <a:avLst/>
          </a:prstGeom>
          <a:noFill/>
        </p:spPr>
        <p:txBody>
          <a:bodyPr wrap="square" rtlCol="0">
            <a:spAutoFit/>
          </a:bodyPr>
          <a:lstStyle/>
          <a:p>
            <a:r>
              <a:rPr lang="es-CO" b="1" dirty="0">
                <a:solidFill>
                  <a:srgbClr val="000000"/>
                </a:solidFill>
                <a:latin typeface="Aptos Narrow" panose="020B0004020202020204" pitchFamily="34" charset="0"/>
              </a:rPr>
              <a:t>JUMBO VALLE DEL LILI -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graphicFrame>
        <p:nvGraphicFramePr>
          <p:cNvPr id="13" name="Gráfico 12">
            <a:extLst>
              <a:ext uri="{FF2B5EF4-FFF2-40B4-BE49-F238E27FC236}">
                <a16:creationId xmlns:a16="http://schemas.microsoft.com/office/drawing/2014/main" id="{39942DFA-D888-B341-F83B-5665567AB459}"/>
              </a:ext>
            </a:extLst>
          </p:cNvPr>
          <p:cNvGraphicFramePr/>
          <p:nvPr>
            <p:extLst>
              <p:ext uri="{D42A27DB-BD31-4B8C-83A1-F6EECF244321}">
                <p14:modId xmlns:p14="http://schemas.microsoft.com/office/powerpoint/2010/main" val="2565367314"/>
              </p:ext>
            </p:extLst>
          </p:nvPr>
        </p:nvGraphicFramePr>
        <p:xfrm>
          <a:off x="373401" y="4641005"/>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5" name="CuadroTexto 14">
            <a:extLst>
              <a:ext uri="{FF2B5EF4-FFF2-40B4-BE49-F238E27FC236}">
                <a16:creationId xmlns:a16="http://schemas.microsoft.com/office/drawing/2014/main" id="{3B7B6D14-94D6-5379-7AA9-CF95844A0ACA}"/>
              </a:ext>
            </a:extLst>
          </p:cNvPr>
          <p:cNvSpPr txBox="1"/>
          <p:nvPr/>
        </p:nvSpPr>
        <p:spPr>
          <a:xfrm>
            <a:off x="945308" y="5142655"/>
            <a:ext cx="985107" cy="400110"/>
          </a:xfrm>
          <a:prstGeom prst="rect">
            <a:avLst/>
          </a:prstGeom>
          <a:noFill/>
        </p:spPr>
        <p:txBody>
          <a:bodyPr wrap="square" rtlCol="0">
            <a:spAutoFit/>
          </a:bodyPr>
          <a:lstStyle/>
          <a:p>
            <a:r>
              <a:rPr lang="es-MX" sz="2000" b="1" dirty="0">
                <a:solidFill>
                  <a:schemeClr val="bg1"/>
                </a:solidFill>
                <a:latin typeface="Franklin Gothic Demi" panose="020B0703020102020204" pitchFamily="34" charset="0"/>
              </a:rPr>
              <a:t>89%</a:t>
            </a:r>
            <a:endParaRPr lang="es-CO" sz="2000" b="1" dirty="0">
              <a:solidFill>
                <a:schemeClr val="bg1"/>
              </a:solidFill>
              <a:latin typeface="Franklin Gothic Demi" panose="020B0703020102020204" pitchFamily="34" charset="0"/>
            </a:endParaRPr>
          </a:p>
        </p:txBody>
      </p:sp>
      <p:pic>
        <p:nvPicPr>
          <p:cNvPr id="10" name="Imagen 9">
            <a:extLst>
              <a:ext uri="{FF2B5EF4-FFF2-40B4-BE49-F238E27FC236}">
                <a16:creationId xmlns:a16="http://schemas.microsoft.com/office/drawing/2014/main" id="{FAB6EC19-7458-8161-42EA-AB3E4657FAA5}"/>
              </a:ext>
            </a:extLst>
          </p:cNvPr>
          <p:cNvPicPr>
            <a:picLocks noChangeAspect="1"/>
          </p:cNvPicPr>
          <p:nvPr/>
        </p:nvPicPr>
        <p:blipFill>
          <a:blip r:embed="rId6"/>
          <a:stretch>
            <a:fillRect/>
          </a:stretch>
        </p:blipFill>
        <p:spPr>
          <a:xfrm>
            <a:off x="4122291" y="904441"/>
            <a:ext cx="5675178" cy="2353123"/>
          </a:xfrm>
          <a:prstGeom prst="rect">
            <a:avLst/>
          </a:prstGeom>
        </p:spPr>
      </p:pic>
      <p:sp>
        <p:nvSpPr>
          <p:cNvPr id="11" name="CuadroTexto 10">
            <a:extLst>
              <a:ext uri="{FF2B5EF4-FFF2-40B4-BE49-F238E27FC236}">
                <a16:creationId xmlns:a16="http://schemas.microsoft.com/office/drawing/2014/main" id="{70EBB6D3-07AE-A316-BC26-BED61FF9A901}"/>
              </a:ext>
            </a:extLst>
          </p:cNvPr>
          <p:cNvSpPr txBox="1"/>
          <p:nvPr/>
        </p:nvSpPr>
        <p:spPr>
          <a:xfrm>
            <a:off x="9393905" y="5976578"/>
            <a:ext cx="2676526" cy="830997"/>
          </a:xfrm>
          <a:prstGeom prst="rect">
            <a:avLst/>
          </a:prstGeom>
          <a:noFill/>
          <a:ln>
            <a:solidFill>
              <a:schemeClr val="tx1"/>
            </a:solidFill>
          </a:ln>
        </p:spPr>
        <p:txBody>
          <a:bodyPr wrap="square" rtlCol="0">
            <a:spAutoFit/>
          </a:bodyPr>
          <a:lstStyle/>
          <a:p>
            <a:pPr algn="just"/>
            <a:r>
              <a:rPr lang="es-MX" sz="1600" b="1" dirty="0"/>
              <a:t>MAL EJECUTADO EN CAMPO, EL VIDEO NO ESTÁ EN EL DRIVE</a:t>
            </a:r>
          </a:p>
        </p:txBody>
      </p:sp>
    </p:spTree>
    <p:extLst>
      <p:ext uri="{BB962C8B-B14F-4D97-AF65-F5344CB8AC3E}">
        <p14:creationId xmlns:p14="http://schemas.microsoft.com/office/powerpoint/2010/main" val="22282621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A49EA-44EB-B3F0-7218-79F2BF84722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29D4202-052F-8C01-019E-E5A97D8A7277}"/>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EF8CA847-616A-C7AA-B4FF-0FF7391941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0CB88BA2-2520-0467-E8A5-258B0227741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83D5376-D36F-3174-5AC7-0BD43D75B942}"/>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PORVENIR SAN ISIDRO </a:t>
            </a:r>
            <a:r>
              <a:rPr lang="es-MX" b="1" dirty="0">
                <a:solidFill>
                  <a:srgbClr val="000000"/>
                </a:solidFill>
                <a:latin typeface="Aptos Narrow" panose="020B0004020202020204" pitchFamily="34" charset="0"/>
              </a:rPr>
              <a:t>- </a:t>
            </a:r>
            <a:r>
              <a:rPr lang="es-MX" sz="1800" b="1" i="0" u="none" strike="noStrike" dirty="0">
                <a:solidFill>
                  <a:srgbClr val="000000"/>
                </a:solidFill>
                <a:effectLst/>
                <a:latin typeface="Aptos Narrow" panose="020B0004020202020204" pitchFamily="34" charset="0"/>
              </a:rPr>
              <a:t>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1C42329C-74C2-4801-8B10-0E873537113E}"/>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D6B00E27-0917-FECF-0A77-1FCE9F54F5A3}"/>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4A630D66-D309-B86F-A64A-E69B37EC8BD2}"/>
              </a:ext>
            </a:extLst>
          </p:cNvPr>
          <p:cNvSpPr txBox="1"/>
          <p:nvPr/>
        </p:nvSpPr>
        <p:spPr>
          <a:xfrm>
            <a:off x="4098494" y="3298680"/>
            <a:ext cx="6120325" cy="1754326"/>
          </a:xfrm>
          <a:prstGeom prst="rect">
            <a:avLst/>
          </a:prstGeom>
          <a:noFill/>
        </p:spPr>
        <p:txBody>
          <a:bodyPr wrap="square">
            <a:spAutoFit/>
          </a:bodyPr>
          <a:lstStyle/>
          <a:p>
            <a:r>
              <a:rPr lang="es-CO" u="sng" dirty="0">
                <a:hlinkClick r:id="rId3"/>
              </a:rPr>
              <a:t>https://drive.google.com/file/d/1uIZA9DHlILYT_qurOsyvdRLAxkZuJRBc/view?usp=drive_link</a:t>
            </a:r>
            <a:endParaRPr lang="es-CO" u="sng" dirty="0"/>
          </a:p>
          <a:p>
            <a:endParaRPr lang="es-CO" u="sng" dirty="0"/>
          </a:p>
          <a:p>
            <a:r>
              <a:rPr lang="es-CO" u="sng" dirty="0">
                <a:hlinkClick r:id="rId4"/>
              </a:rPr>
              <a:t>https://drive.google.com/file/d/1ZS35rfMNKCamWP-yz72JCx2GKOXpDNn7/view?usp=drive_link</a:t>
            </a:r>
            <a:endParaRPr lang="es-CO" u="sng" dirty="0"/>
          </a:p>
          <a:p>
            <a:endParaRPr lang="es-CO" dirty="0"/>
          </a:p>
        </p:txBody>
      </p:sp>
      <p:sp>
        <p:nvSpPr>
          <p:cNvPr id="5" name="CuadroTexto 4">
            <a:extLst>
              <a:ext uri="{FF2B5EF4-FFF2-40B4-BE49-F238E27FC236}">
                <a16:creationId xmlns:a16="http://schemas.microsoft.com/office/drawing/2014/main" id="{3D5A9EAD-7253-4B37-B311-4C50194A057C}"/>
              </a:ext>
            </a:extLst>
          </p:cNvPr>
          <p:cNvSpPr txBox="1"/>
          <p:nvPr/>
        </p:nvSpPr>
        <p:spPr>
          <a:xfrm>
            <a:off x="4098494" y="1783610"/>
            <a:ext cx="6120325" cy="830997"/>
          </a:xfrm>
          <a:prstGeom prst="rect">
            <a:avLst/>
          </a:prstGeom>
          <a:noFill/>
          <a:ln>
            <a:solidFill>
              <a:schemeClr val="tx1"/>
            </a:solidFill>
          </a:ln>
        </p:spPr>
        <p:txBody>
          <a:bodyPr wrap="square" rtlCol="0">
            <a:spAutoFit/>
          </a:bodyPr>
          <a:lstStyle/>
          <a:p>
            <a:r>
              <a:rPr lang="es-CO" sz="1600" dirty="0"/>
              <a:t>LA ASESORA NO SE ENCONTRABA EN EL LINEAL AL MOMENTO DE REALIZAR EL MYSTERY SHOPPER, SE ENCONTRABA EN LA BODEGA HACIENDO LABORES DE ASEO</a:t>
            </a:r>
            <a:endParaRPr lang="es-MX" sz="1600" dirty="0">
              <a:highlight>
                <a:srgbClr val="C0C0C0"/>
              </a:highlight>
            </a:endParaRPr>
          </a:p>
        </p:txBody>
      </p:sp>
    </p:spTree>
    <p:extLst>
      <p:ext uri="{BB962C8B-B14F-4D97-AF65-F5344CB8AC3E}">
        <p14:creationId xmlns:p14="http://schemas.microsoft.com/office/powerpoint/2010/main" val="3532310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E1C1C-1E06-FF82-1988-1E57B23AB6D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E1EC5A8-120B-118C-CFB8-3834C48663D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30E8A6AC-6CDC-D310-0D31-0B786AC65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0ECA7229-9FED-7B87-3F73-1BE0E69B1D7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8EEB9EDD-D329-F32F-4CD8-8E3298AE5024}"/>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SURTIFAMILIAR ALCAZARES </a:t>
            </a:r>
            <a:r>
              <a:rPr lang="es-MX" b="1" dirty="0">
                <a:solidFill>
                  <a:srgbClr val="000000"/>
                </a:solidFill>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0F31BB16-A77C-1304-C330-37AC48D3F885}"/>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A71C8FDB-971D-9CD9-A8FA-A7790FACBE1D}"/>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5" name="CuadroTexto 4">
            <a:extLst>
              <a:ext uri="{FF2B5EF4-FFF2-40B4-BE49-F238E27FC236}">
                <a16:creationId xmlns:a16="http://schemas.microsoft.com/office/drawing/2014/main" id="{FED58224-4D31-A7A9-A495-C486C9058F4C}"/>
              </a:ext>
            </a:extLst>
          </p:cNvPr>
          <p:cNvSpPr txBox="1"/>
          <p:nvPr/>
        </p:nvSpPr>
        <p:spPr>
          <a:xfrm>
            <a:off x="4098494" y="1783610"/>
            <a:ext cx="6120325" cy="1569660"/>
          </a:xfrm>
          <a:prstGeom prst="rect">
            <a:avLst/>
          </a:prstGeom>
          <a:noFill/>
          <a:ln>
            <a:solidFill>
              <a:schemeClr val="tx1"/>
            </a:solidFill>
          </a:ln>
        </p:spPr>
        <p:txBody>
          <a:bodyPr wrap="square" rtlCol="0">
            <a:spAutoFit/>
          </a:bodyPr>
          <a:lstStyle/>
          <a:p>
            <a:r>
              <a:rPr lang="es-CO" sz="1600" dirty="0"/>
              <a:t>SE REALIZA LA VISITA AL PDV SURTIFAMILIAR ALCÁZARES A LAS 12:20 Y NO SE ENCONTRÓ LA ASESORA, SEGÚN EL HORARIO ELLA ESTABA DE 12 A 2 SE INFORMA EN EL GRUPO Y LA SUPERVISORA MONICA NOGUERA INFORMA QUE ELLA YA REALIZÓ EL PDV PERO NO INFORMARON EL CAMBIO DEL HORARIO POR LO QUE NO SE REALIZO EL MISTERY </a:t>
            </a:r>
            <a:endParaRPr lang="es-MX" sz="1600" dirty="0">
              <a:highlight>
                <a:srgbClr val="C0C0C0"/>
              </a:highlight>
            </a:endParaRPr>
          </a:p>
        </p:txBody>
      </p:sp>
      <p:sp>
        <p:nvSpPr>
          <p:cNvPr id="2" name="CuadroTexto 1">
            <a:extLst>
              <a:ext uri="{FF2B5EF4-FFF2-40B4-BE49-F238E27FC236}">
                <a16:creationId xmlns:a16="http://schemas.microsoft.com/office/drawing/2014/main" id="{75DA91C8-9319-F106-2885-68A1AA29AD5F}"/>
              </a:ext>
            </a:extLst>
          </p:cNvPr>
          <p:cNvSpPr txBox="1"/>
          <p:nvPr/>
        </p:nvSpPr>
        <p:spPr>
          <a:xfrm>
            <a:off x="4022671" y="3621427"/>
            <a:ext cx="6196147" cy="1446550"/>
          </a:xfrm>
          <a:prstGeom prst="rect">
            <a:avLst/>
          </a:prstGeom>
          <a:noFill/>
        </p:spPr>
        <p:txBody>
          <a:bodyPr wrap="square">
            <a:spAutoFit/>
          </a:bodyPr>
          <a:lstStyle/>
          <a:p>
            <a:r>
              <a:rPr lang="es-CO" u="sng" dirty="0">
                <a:hlinkClick r:id="rId3"/>
              </a:rPr>
              <a:t>https://drive.google.com/file/d/1Ld56HoEhYmWzGTFuIF5mvVuIpfV09JaF/view?usp=drive_link</a:t>
            </a:r>
            <a:endParaRPr lang="es-CO" u="sng" dirty="0"/>
          </a:p>
          <a:p>
            <a:endParaRPr lang="es-CO" sz="1600" u="sng" dirty="0"/>
          </a:p>
          <a:p>
            <a:endParaRPr lang="es-CO" dirty="0"/>
          </a:p>
          <a:p>
            <a:endParaRPr lang="es-CO" dirty="0"/>
          </a:p>
        </p:txBody>
      </p:sp>
    </p:spTree>
    <p:extLst>
      <p:ext uri="{BB962C8B-B14F-4D97-AF65-F5344CB8AC3E}">
        <p14:creationId xmlns:p14="http://schemas.microsoft.com/office/powerpoint/2010/main" val="2645020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0D363-22FB-0167-1AEC-4210366119E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CEC202C-0003-BB2D-42EE-0B4435FB8D1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0C89C80-70FE-8B39-665F-B2F6D19B0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68" y="3096973"/>
            <a:ext cx="2560659" cy="485171"/>
          </a:xfrm>
          <a:prstGeom prst="rect">
            <a:avLst/>
          </a:prstGeom>
        </p:spPr>
      </p:pic>
      <p:cxnSp>
        <p:nvCxnSpPr>
          <p:cNvPr id="9" name="Conector recto 8">
            <a:extLst>
              <a:ext uri="{FF2B5EF4-FFF2-40B4-BE49-F238E27FC236}">
                <a16:creationId xmlns:a16="http://schemas.microsoft.com/office/drawing/2014/main" id="{05D53E87-9F23-A22C-2547-0DF1F4F52E9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EAEC1A9-BC3E-83F3-7E36-EA16B624E7FE}"/>
              </a:ext>
            </a:extLst>
          </p:cNvPr>
          <p:cNvSpPr txBox="1"/>
          <p:nvPr/>
        </p:nvSpPr>
        <p:spPr>
          <a:xfrm>
            <a:off x="2877350" y="272904"/>
            <a:ext cx="6143624" cy="369332"/>
          </a:xfrm>
          <a:prstGeom prst="rect">
            <a:avLst/>
          </a:prstGeom>
          <a:noFill/>
        </p:spPr>
        <p:txBody>
          <a:bodyPr wrap="square" lIns="91440" tIns="45720" rIns="91440" bIns="45720" rtlCol="0" anchor="t">
            <a:spAutoFit/>
          </a:bodyPr>
          <a:lstStyle/>
          <a:p>
            <a:r>
              <a:rPr lang="es-MX" dirty="0">
                <a:latin typeface="Franklin Gothic Demi"/>
              </a:rPr>
              <a:t>PLANES DE ACCIÓN</a:t>
            </a:r>
            <a:endParaRPr lang="es-MX" dirty="0">
              <a:latin typeface="Franklin Gothic Demi" panose="020B0703020102020204" pitchFamily="34" charset="0"/>
            </a:endParaRPr>
          </a:p>
        </p:txBody>
      </p:sp>
      <p:sp>
        <p:nvSpPr>
          <p:cNvPr id="7" name="Rectangle 3">
            <a:extLst>
              <a:ext uri="{FF2B5EF4-FFF2-40B4-BE49-F238E27FC236}">
                <a16:creationId xmlns:a16="http://schemas.microsoft.com/office/drawing/2014/main" id="{3C6363B1-09DA-100B-8CBE-639B6623CA69}"/>
              </a:ext>
            </a:extLst>
          </p:cNvPr>
          <p:cNvSpPr>
            <a:spLocks noChangeArrowheads="1"/>
          </p:cNvSpPr>
          <p:nvPr/>
        </p:nvSpPr>
        <p:spPr bwMode="auto">
          <a:xfrm>
            <a:off x="3052916" y="1239571"/>
            <a:ext cx="8067368" cy="1815882"/>
          </a:xfrm>
          <a:prstGeom prst="rect">
            <a:avLst/>
          </a:prstGeom>
          <a:noFill/>
        </p:spPr>
        <p:txBody>
          <a:bodyPr wrap="square">
            <a:spAutoFit/>
          </a:bodyPr>
          <a:lstStyle/>
          <a:p>
            <a:r>
              <a:rPr lang="es-MX" sz="1600" b="1" dirty="0"/>
              <a:t>Portafolio y Manejo de Objeciones: </a:t>
            </a:r>
            <a:endParaRPr lang="es-CO" altLang="es-CO" sz="1600" dirty="0"/>
          </a:p>
          <a:p>
            <a:pPr marL="285750" indent="-285750">
              <a:buFont typeface="Arial" panose="020B0604020202020204" pitchFamily="34" charset="0"/>
              <a:buChar char="•"/>
            </a:pPr>
            <a:r>
              <a:rPr lang="es-CO" altLang="es-CO" sz="1600" dirty="0"/>
              <a:t>Capacitación en argumentación de ventas: Realizar talleres prácticos sobre los beneficios del portafolio y cómo responder objeciones comunes.</a:t>
            </a:r>
          </a:p>
          <a:p>
            <a:pPr marL="285750" indent="-285750">
              <a:buFont typeface="Arial" panose="020B0604020202020204" pitchFamily="34" charset="0"/>
              <a:buChar char="•"/>
            </a:pPr>
            <a:r>
              <a:rPr lang="es-CO" altLang="es-CO" sz="1600" dirty="0"/>
              <a:t>Guías rápidas de objeciones: Crear material de consulta rápida con respuestas efectivas a dudas frecuentes.</a:t>
            </a:r>
          </a:p>
          <a:p>
            <a:pPr marL="285750" indent="-285750">
              <a:buFont typeface="Arial" panose="020B0604020202020204" pitchFamily="34" charset="0"/>
              <a:buChar char="•"/>
            </a:pPr>
            <a:r>
              <a:rPr lang="es-CO" altLang="es-CO" sz="1600" dirty="0"/>
              <a:t>Role </a:t>
            </a:r>
            <a:r>
              <a:rPr lang="es-CO" altLang="es-CO" sz="1600" dirty="0" err="1"/>
              <a:t>playing</a:t>
            </a:r>
            <a:r>
              <a:rPr lang="es-CO" altLang="es-CO" sz="1600" dirty="0"/>
              <a:t> semanal: Simulaciones de ventas para mejorar la confianza en la argumentación</a:t>
            </a:r>
          </a:p>
        </p:txBody>
      </p:sp>
      <p:sp>
        <p:nvSpPr>
          <p:cNvPr id="10" name="Rectangle 4">
            <a:extLst>
              <a:ext uri="{FF2B5EF4-FFF2-40B4-BE49-F238E27FC236}">
                <a16:creationId xmlns:a16="http://schemas.microsoft.com/office/drawing/2014/main" id="{0475E81E-B101-3FA3-7BB6-F22BECA01727}"/>
              </a:ext>
            </a:extLst>
          </p:cNvPr>
          <p:cNvSpPr>
            <a:spLocks noChangeArrowheads="1"/>
          </p:cNvSpPr>
          <p:nvPr/>
        </p:nvSpPr>
        <p:spPr bwMode="auto">
          <a:xfrm>
            <a:off x="3052916" y="3140828"/>
            <a:ext cx="8421329" cy="1323439"/>
          </a:xfrm>
          <a:prstGeom prst="rect">
            <a:avLst/>
          </a:prstGeom>
          <a:noFill/>
        </p:spPr>
        <p:txBody>
          <a:bodyPr wrap="square">
            <a:spAutoFit/>
          </a:bodyPr>
          <a:lstStyle/>
          <a:p>
            <a:r>
              <a:rPr lang="es-CO" sz="1600" b="1" dirty="0"/>
              <a:t>Labor de Venta</a:t>
            </a:r>
            <a:r>
              <a:rPr lang="es-CO" sz="1600" dirty="0"/>
              <a:t> </a:t>
            </a:r>
            <a:r>
              <a:rPr lang="es-MX" sz="1600" b="1" dirty="0"/>
              <a:t>: </a:t>
            </a:r>
            <a:endParaRPr lang="es-CO" altLang="es-CO" sz="1600" dirty="0"/>
          </a:p>
          <a:p>
            <a:pPr marL="285750" indent="-285750">
              <a:buFont typeface="Arial" panose="020B0604020202020204" pitchFamily="34" charset="0"/>
              <a:buChar char="•"/>
            </a:pPr>
            <a:r>
              <a:rPr lang="es-CO" altLang="es-CO" sz="1600" dirty="0"/>
              <a:t>Entrenamiento en técnicas de cierre de ventas: Reforzar la venta consultiva con enfoque en necesidades del cliente.</a:t>
            </a:r>
          </a:p>
          <a:p>
            <a:pPr marL="285750" indent="-285750">
              <a:buFont typeface="Arial" panose="020B0604020202020204" pitchFamily="34" charset="0"/>
              <a:buChar char="•"/>
            </a:pPr>
            <a:r>
              <a:rPr lang="es-CO" altLang="es-CO" sz="1600" dirty="0"/>
              <a:t>Seguimiento con evaluaciones internas: </a:t>
            </a:r>
            <a:r>
              <a:rPr lang="es-CO" altLang="es-CO" sz="1600" dirty="0" err="1"/>
              <a:t>Mistery</a:t>
            </a:r>
            <a:r>
              <a:rPr lang="es-CO" altLang="es-CO" sz="1600" dirty="0"/>
              <a:t> </a:t>
            </a:r>
            <a:r>
              <a:rPr lang="es-CO" altLang="es-CO" sz="1600" dirty="0" err="1"/>
              <a:t>shoppers</a:t>
            </a:r>
            <a:r>
              <a:rPr lang="es-CO" altLang="es-CO" sz="1600" dirty="0"/>
              <a:t> internos para validar mejoras.</a:t>
            </a:r>
          </a:p>
          <a:p>
            <a:pPr marL="285750" indent="-285750">
              <a:buFont typeface="Arial" panose="020B0604020202020204" pitchFamily="34" charset="0"/>
              <a:buChar char="•"/>
            </a:pPr>
            <a:r>
              <a:rPr lang="es-CO" altLang="es-CO" sz="1600" dirty="0"/>
              <a:t>Incentivos por conversión: Recompensar a asesores con mayores tasas de cierre.</a:t>
            </a:r>
          </a:p>
        </p:txBody>
      </p:sp>
    </p:spTree>
    <p:extLst>
      <p:ext uri="{BB962C8B-B14F-4D97-AF65-F5344CB8AC3E}">
        <p14:creationId xmlns:p14="http://schemas.microsoft.com/office/powerpoint/2010/main" val="18239402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32c55c3-b5e0-4673-a25e-773070737706">
      <Terms xmlns="http://schemas.microsoft.com/office/infopath/2007/PartnerControls"/>
    </lcf76f155ced4ddcb4097134ff3c332f>
    <TaxCatchAll xmlns="1828f71f-f3a5-414e-8b06-277e7a91b4d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239B8D18AB98464181D1E85108248829" ma:contentTypeVersion="17" ma:contentTypeDescription="Crear nuevo documento." ma:contentTypeScope="" ma:versionID="b9cea1c05ae2262eed0cd5c2b2009515">
  <xsd:schema xmlns:xsd="http://www.w3.org/2001/XMLSchema" xmlns:xs="http://www.w3.org/2001/XMLSchema" xmlns:p="http://schemas.microsoft.com/office/2006/metadata/properties" xmlns:ns2="932c55c3-b5e0-4673-a25e-773070737706" xmlns:ns3="1828f71f-f3a5-414e-8b06-277e7a91b4d5" targetNamespace="http://schemas.microsoft.com/office/2006/metadata/properties" ma:root="true" ma:fieldsID="e080551d790acb6b42469279dd31adeb" ns2:_="" ns3:_="">
    <xsd:import namespace="932c55c3-b5e0-4673-a25e-773070737706"/>
    <xsd:import namespace="1828f71f-f3a5-414e-8b06-277e7a91b4d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c55c3-b5e0-4673-a25e-7730707377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afb041b7-8286-4f54-8f47-108c36162468"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828f71f-f3a5-414e-8b06-277e7a91b4d5"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6f7eabd3-d49c-4116-8f8a-f44327f7309c}" ma:internalName="TaxCatchAll" ma:showField="CatchAllData" ma:web="1828f71f-f3a5-414e-8b06-277e7a91b4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4E4501-7E14-43A4-96E9-4CECCAB4F3BE}">
  <ds:schemaRefs>
    <ds:schemaRef ds:uri="http://schemas.microsoft.com/sharepoint/v3/contenttype/forms"/>
  </ds:schemaRefs>
</ds:datastoreItem>
</file>

<file path=customXml/itemProps2.xml><?xml version="1.0" encoding="utf-8"?>
<ds:datastoreItem xmlns:ds="http://schemas.openxmlformats.org/officeDocument/2006/customXml" ds:itemID="{48446356-CFDD-47F4-A1AC-D66587E12E15}">
  <ds:schemaRefs>
    <ds:schemaRef ds:uri="http://schemas.microsoft.com/office/infopath/2007/PartnerControls"/>
    <ds:schemaRef ds:uri="e523bf45-09fb-4f9b-aa49-e403c0417b10"/>
    <ds:schemaRef ds:uri="http://purl.org/dc/dcmitype/"/>
    <ds:schemaRef ds:uri="http://schemas.microsoft.com/office/2006/documentManagement/types"/>
    <ds:schemaRef ds:uri="http://www.w3.org/XML/1998/namespace"/>
    <ds:schemaRef ds:uri="http://purl.org/dc/elements/1.1/"/>
    <ds:schemaRef ds:uri="http://purl.org/dc/terms/"/>
    <ds:schemaRef ds:uri="http://schemas.openxmlformats.org/package/2006/metadata/core-properties"/>
    <ds:schemaRef ds:uri="726c8eaf-14c1-4e89-a6e9-59524033e4a7"/>
    <ds:schemaRef ds:uri="http://schemas.microsoft.com/office/2006/metadata/properties"/>
  </ds:schemaRefs>
</ds:datastoreItem>
</file>

<file path=customXml/itemProps3.xml><?xml version="1.0" encoding="utf-8"?>
<ds:datastoreItem xmlns:ds="http://schemas.openxmlformats.org/officeDocument/2006/customXml" ds:itemID="{5BA783E2-6C9D-4A6F-A2E4-C2D173CD9458}"/>
</file>

<file path=docProps/app.xml><?xml version="1.0" encoding="utf-8"?>
<Properties xmlns="http://schemas.openxmlformats.org/officeDocument/2006/extended-properties" xmlns:vt="http://schemas.openxmlformats.org/officeDocument/2006/docPropsVTypes">
  <TotalTime>5129</TotalTime>
  <Words>4517</Words>
  <Application>Microsoft Office PowerPoint</Application>
  <PresentationFormat>Panorámica</PresentationFormat>
  <Paragraphs>529</Paragraphs>
  <Slides>44</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Aptos</vt:lpstr>
      <vt:lpstr>Aptos Display</vt:lpstr>
      <vt:lpstr>Aptos Narrow</vt:lpstr>
      <vt:lpstr>Arial</vt:lpstr>
      <vt:lpstr>Franklin Gothic Demi</vt:lpstr>
      <vt:lpstr>ui-sans-serif</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Angie Lorena Gomez Romero</dc:creator>
  <cp:lastModifiedBy>Diego Raul Guerrero Anaya</cp:lastModifiedBy>
  <cp:revision>35</cp:revision>
  <dcterms:created xsi:type="dcterms:W3CDTF">2024-07-23T15:31:20Z</dcterms:created>
  <dcterms:modified xsi:type="dcterms:W3CDTF">2025-09-30T21:32:16Z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4e5b13-2d98-4ce3-adad-008bcee42cb2_Enabled">
    <vt:lpwstr>true</vt:lpwstr>
  </property>
  <property fmtid="{D5CDD505-2E9C-101B-9397-08002B2CF9AE}" pid="3" name="MSIP_Label_b64e5b13-2d98-4ce3-adad-008bcee42cb2_SetDate">
    <vt:lpwstr>2025-02-18T12:54:11Z</vt:lpwstr>
  </property>
  <property fmtid="{D5CDD505-2E9C-101B-9397-08002B2CF9AE}" pid="4" name="MSIP_Label_b64e5b13-2d98-4ce3-adad-008bcee42cb2_Method">
    <vt:lpwstr>Standard</vt:lpwstr>
  </property>
  <property fmtid="{D5CDD505-2E9C-101B-9397-08002B2CF9AE}" pid="5" name="MSIP_Label_b64e5b13-2d98-4ce3-adad-008bcee42cb2_Name">
    <vt:lpwstr>Información Confidencial</vt:lpwstr>
  </property>
  <property fmtid="{D5CDD505-2E9C-101B-9397-08002B2CF9AE}" pid="6" name="MSIP_Label_b64e5b13-2d98-4ce3-adad-008bcee42cb2_SiteId">
    <vt:lpwstr>d2bc208e-4fff-4078-b5ac-f69a6a266ff3</vt:lpwstr>
  </property>
  <property fmtid="{D5CDD505-2E9C-101B-9397-08002B2CF9AE}" pid="7" name="MSIP_Label_b64e5b13-2d98-4ce3-adad-008bcee42cb2_ActionId">
    <vt:lpwstr>cc883d48-43a9-431b-b437-4e3ce90acde8</vt:lpwstr>
  </property>
  <property fmtid="{D5CDD505-2E9C-101B-9397-08002B2CF9AE}" pid="8" name="MSIP_Label_b64e5b13-2d98-4ce3-adad-008bcee42cb2_ContentBits">
    <vt:lpwstr>0</vt:lpwstr>
  </property>
  <property fmtid="{D5CDD505-2E9C-101B-9397-08002B2CF9AE}" pid="9" name="MSIP_Label_b64e5b13-2d98-4ce3-adad-008bcee42cb2_Tag">
    <vt:lpwstr>10, 3, 0, 2</vt:lpwstr>
  </property>
  <property fmtid="{D5CDD505-2E9C-101B-9397-08002B2CF9AE}" pid="10" name="ContentTypeId">
    <vt:lpwstr>0x010100239B8D18AB98464181D1E85108248829</vt:lpwstr>
  </property>
</Properties>
</file>